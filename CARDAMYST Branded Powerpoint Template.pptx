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608" r:id="rId4"/>
  </p:sldMasterIdLst>
  <p:notesMasterIdLst>
    <p:notesMasterId r:id="rId36"/>
  </p:notesMasterIdLst>
  <p:handoutMasterIdLst>
    <p:handoutMasterId r:id="rId37"/>
  </p:handoutMasterIdLst>
  <p:sldIdLst>
    <p:sldId id="318" r:id="rId5"/>
    <p:sldId id="319" r:id="rId6"/>
    <p:sldId id="320" r:id="rId7"/>
    <p:sldId id="321" r:id="rId8"/>
    <p:sldId id="322" r:id="rId9"/>
    <p:sldId id="315" r:id="rId10"/>
    <p:sldId id="295" r:id="rId11"/>
    <p:sldId id="324" r:id="rId12"/>
    <p:sldId id="323" r:id="rId13"/>
    <p:sldId id="257" r:id="rId14"/>
    <p:sldId id="258" r:id="rId15"/>
    <p:sldId id="312" r:id="rId16"/>
    <p:sldId id="259" r:id="rId17"/>
    <p:sldId id="313" r:id="rId18"/>
    <p:sldId id="261" r:id="rId19"/>
    <p:sldId id="262" r:id="rId20"/>
    <p:sldId id="297" r:id="rId21"/>
    <p:sldId id="298" r:id="rId22"/>
    <p:sldId id="300" r:id="rId23"/>
    <p:sldId id="301" r:id="rId24"/>
    <p:sldId id="302" r:id="rId25"/>
    <p:sldId id="303" r:id="rId26"/>
    <p:sldId id="304" r:id="rId27"/>
    <p:sldId id="271" r:id="rId28"/>
    <p:sldId id="274" r:id="rId29"/>
    <p:sldId id="309" r:id="rId30"/>
    <p:sldId id="307" r:id="rId31"/>
    <p:sldId id="308" r:id="rId32"/>
    <p:sldId id="275" r:id="rId33"/>
    <p:sldId id="311" r:id="rId34"/>
    <p:sldId id="305" r:id="rId35"/>
  </p:sldIdLst>
  <p:sldSz cx="9144000" cy="5143500" type="screen16x9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92" userDrawn="1">
          <p15:clr>
            <a:srgbClr val="A4A3A4"/>
          </p15:clr>
        </p15:guide>
        <p15:guide id="2" orient="horz" pos="684" userDrawn="1">
          <p15:clr>
            <a:srgbClr val="A4A3A4"/>
          </p15:clr>
        </p15:guide>
        <p15:guide id="3" orient="horz" pos="468" userDrawn="1">
          <p15:clr>
            <a:srgbClr val="A4A3A4"/>
          </p15:clr>
        </p15:guide>
        <p15:guide id="4" pos="3288" userDrawn="1">
          <p15:clr>
            <a:srgbClr val="A4A3A4"/>
          </p15:clr>
        </p15:guide>
        <p15:guide id="5" pos="336" userDrawn="1">
          <p15:clr>
            <a:srgbClr val="A4A3A4"/>
          </p15:clr>
        </p15:guide>
        <p15:guide id="6" pos="576">
          <p15:clr>
            <a:srgbClr val="A4A3A4"/>
          </p15:clr>
        </p15:guide>
        <p15:guide id="7" pos="5587">
          <p15:clr>
            <a:srgbClr val="A4A3A4"/>
          </p15:clr>
        </p15:guide>
        <p15:guide id="8" pos="161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1D93"/>
    <a:srgbClr val="00B2E3"/>
    <a:srgbClr val="CCA1DD"/>
    <a:srgbClr val="71B4BE"/>
    <a:srgbClr val="DCEEF4"/>
    <a:srgbClr val="54575E"/>
    <a:srgbClr val="E0E0E0"/>
    <a:srgbClr val="172852"/>
    <a:srgbClr val="0D7AB5"/>
    <a:srgbClr val="1128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9D1C91-A877-4F4F-A70D-590D2E773C92}" v="42" dt="2025-12-22T21:20:32.942"/>
  </p1510:revLst>
</p1510:revInfo>
</file>

<file path=ppt/tableStyles.xml><?xml version="1.0" encoding="utf-8"?>
<a:tblStyleLst xmlns:a="http://schemas.openxmlformats.org/drawingml/2006/main" def="{0660B408-B3CF-4A94-85FC-2B1E0A45F4A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0" autoAdjust="0"/>
    <p:restoredTop sz="96190" autoAdjust="0"/>
  </p:normalViewPr>
  <p:slideViewPr>
    <p:cSldViewPr snapToGrid="0">
      <p:cViewPr varScale="1">
        <p:scale>
          <a:sx n="162" d="100"/>
          <a:sy n="162" d="100"/>
        </p:scale>
        <p:origin x="200" y="352"/>
      </p:cViewPr>
      <p:guideLst>
        <p:guide orient="horz" pos="1692"/>
        <p:guide orient="horz" pos="684"/>
        <p:guide orient="horz" pos="468"/>
        <p:guide pos="3288"/>
        <p:guide pos="336"/>
        <p:guide pos="576"/>
        <p:guide pos="5587"/>
        <p:guide pos="161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7872" y="3128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Rew" userId="f1a7a44c-7b29-425e-bf99-c5262f8cc243" providerId="ADAL" clId="{FE92FA83-C5AF-5FC8-9F2D-EF9A07F1B805}"/>
    <pc:docChg chg="undo redo custSel modSld modMainMaster">
      <pc:chgData name="Sarah Rew" userId="f1a7a44c-7b29-425e-bf99-c5262f8cc243" providerId="ADAL" clId="{FE92FA83-C5AF-5FC8-9F2D-EF9A07F1B805}" dt="2025-12-22T21:20:32.942" v="1236"/>
      <pc:docMkLst>
        <pc:docMk/>
      </pc:docMkLst>
      <pc:sldChg chg="modSp mod">
        <pc:chgData name="Sarah Rew" userId="f1a7a44c-7b29-425e-bf99-c5262f8cc243" providerId="ADAL" clId="{FE92FA83-C5AF-5FC8-9F2D-EF9A07F1B805}" dt="2025-12-22T20:51:50.229" v="211" actId="207"/>
        <pc:sldMkLst>
          <pc:docMk/>
          <pc:sldMk cId="1845683061" sldId="257"/>
        </pc:sldMkLst>
        <pc:spChg chg="mod">
          <ac:chgData name="Sarah Rew" userId="f1a7a44c-7b29-425e-bf99-c5262f8cc243" providerId="ADAL" clId="{FE92FA83-C5AF-5FC8-9F2D-EF9A07F1B805}" dt="2025-12-22T20:51:50.229" v="211" actId="207"/>
          <ac:spMkLst>
            <pc:docMk/>
            <pc:sldMk cId="1845683061" sldId="257"/>
            <ac:spMk id="10" creationId="{5794EF33-5557-2D4D-A33E-CD45D64B9186}"/>
          </ac:spMkLst>
        </pc:spChg>
        <pc:spChg chg="mod">
          <ac:chgData name="Sarah Rew" userId="f1a7a44c-7b29-425e-bf99-c5262f8cc243" providerId="ADAL" clId="{FE92FA83-C5AF-5FC8-9F2D-EF9A07F1B805}" dt="2025-12-22T20:51:50.229" v="211" actId="207"/>
          <ac:spMkLst>
            <pc:docMk/>
            <pc:sldMk cId="1845683061" sldId="257"/>
            <ac:spMk id="12" creationId="{198EEF6C-561F-4940-8303-D10E9A0C4365}"/>
          </ac:spMkLst>
        </pc:spChg>
      </pc:sldChg>
      <pc:sldChg chg="modSp mod">
        <pc:chgData name="Sarah Rew" userId="f1a7a44c-7b29-425e-bf99-c5262f8cc243" providerId="ADAL" clId="{FE92FA83-C5AF-5FC8-9F2D-EF9A07F1B805}" dt="2025-12-22T20:51:54.628" v="212" actId="207"/>
        <pc:sldMkLst>
          <pc:docMk/>
          <pc:sldMk cId="794073946" sldId="258"/>
        </pc:sldMkLst>
        <pc:spChg chg="mod">
          <ac:chgData name="Sarah Rew" userId="f1a7a44c-7b29-425e-bf99-c5262f8cc243" providerId="ADAL" clId="{FE92FA83-C5AF-5FC8-9F2D-EF9A07F1B805}" dt="2025-12-22T20:51:54.628" v="212" actId="207"/>
          <ac:spMkLst>
            <pc:docMk/>
            <pc:sldMk cId="794073946" sldId="258"/>
            <ac:spMk id="7" creationId="{63D494F3-FE28-A24C-A079-0052AE21D1D8}"/>
          </ac:spMkLst>
        </pc:spChg>
        <pc:spChg chg="mod">
          <ac:chgData name="Sarah Rew" userId="f1a7a44c-7b29-425e-bf99-c5262f8cc243" providerId="ADAL" clId="{FE92FA83-C5AF-5FC8-9F2D-EF9A07F1B805}" dt="2025-12-22T20:51:54.628" v="212" actId="207"/>
          <ac:spMkLst>
            <pc:docMk/>
            <pc:sldMk cId="794073946" sldId="258"/>
            <ac:spMk id="8" creationId="{6655B7CA-2F8F-3D4E-8E0D-E11C295EB973}"/>
          </ac:spMkLst>
        </pc:spChg>
        <pc:spChg chg="mod">
          <ac:chgData name="Sarah Rew" userId="f1a7a44c-7b29-425e-bf99-c5262f8cc243" providerId="ADAL" clId="{FE92FA83-C5AF-5FC8-9F2D-EF9A07F1B805}" dt="2025-12-22T20:51:54.628" v="212" actId="207"/>
          <ac:spMkLst>
            <pc:docMk/>
            <pc:sldMk cId="794073946" sldId="258"/>
            <ac:spMk id="10" creationId="{0D4732C5-B2FA-4D43-BB9C-13809B599CF5}"/>
          </ac:spMkLst>
        </pc:spChg>
      </pc:sldChg>
      <pc:sldChg chg="modSp mod">
        <pc:chgData name="Sarah Rew" userId="f1a7a44c-7b29-425e-bf99-c5262f8cc243" providerId="ADAL" clId="{FE92FA83-C5AF-5FC8-9F2D-EF9A07F1B805}" dt="2025-12-22T20:52:11.692" v="216" actId="207"/>
        <pc:sldMkLst>
          <pc:docMk/>
          <pc:sldMk cId="197703317" sldId="259"/>
        </pc:sldMkLst>
        <pc:spChg chg="mod">
          <ac:chgData name="Sarah Rew" userId="f1a7a44c-7b29-425e-bf99-c5262f8cc243" providerId="ADAL" clId="{FE92FA83-C5AF-5FC8-9F2D-EF9A07F1B805}" dt="2025-12-22T20:52:11.692" v="216" actId="207"/>
          <ac:spMkLst>
            <pc:docMk/>
            <pc:sldMk cId="197703317" sldId="259"/>
            <ac:spMk id="8" creationId="{E5DBE786-9CD8-8647-8ED7-08B835FD3918}"/>
          </ac:spMkLst>
        </pc:spChg>
        <pc:spChg chg="mod">
          <ac:chgData name="Sarah Rew" userId="f1a7a44c-7b29-425e-bf99-c5262f8cc243" providerId="ADAL" clId="{FE92FA83-C5AF-5FC8-9F2D-EF9A07F1B805}" dt="2025-12-22T20:52:11.692" v="216" actId="207"/>
          <ac:spMkLst>
            <pc:docMk/>
            <pc:sldMk cId="197703317" sldId="259"/>
            <ac:spMk id="9" creationId="{3F4C7F2D-062E-3D40-BD20-797842A04CE2}"/>
          </ac:spMkLst>
        </pc:spChg>
        <pc:spChg chg="mod">
          <ac:chgData name="Sarah Rew" userId="f1a7a44c-7b29-425e-bf99-c5262f8cc243" providerId="ADAL" clId="{FE92FA83-C5AF-5FC8-9F2D-EF9A07F1B805}" dt="2025-12-22T20:52:11.692" v="216" actId="207"/>
          <ac:spMkLst>
            <pc:docMk/>
            <pc:sldMk cId="197703317" sldId="259"/>
            <ac:spMk id="11" creationId="{977CC7D1-DD9C-E34A-8683-4D0CFBB44ED6}"/>
          </ac:spMkLst>
        </pc:spChg>
        <pc:spChg chg="mod">
          <ac:chgData name="Sarah Rew" userId="f1a7a44c-7b29-425e-bf99-c5262f8cc243" providerId="ADAL" clId="{FE92FA83-C5AF-5FC8-9F2D-EF9A07F1B805}" dt="2025-12-22T20:52:11.692" v="216" actId="207"/>
          <ac:spMkLst>
            <pc:docMk/>
            <pc:sldMk cId="197703317" sldId="259"/>
            <ac:spMk id="12" creationId="{7B10961E-90AC-3C44-AF02-FD681DDB0A79}"/>
          </ac:spMkLst>
        </pc:spChg>
      </pc:sldChg>
      <pc:sldChg chg="addSp delSp modSp mod">
        <pc:chgData name="Sarah Rew" userId="f1a7a44c-7b29-425e-bf99-c5262f8cc243" providerId="ADAL" clId="{FE92FA83-C5AF-5FC8-9F2D-EF9A07F1B805}" dt="2025-12-22T21:12:48.700" v="1147" actId="207"/>
        <pc:sldMkLst>
          <pc:docMk/>
          <pc:sldMk cId="3780769168" sldId="261"/>
        </pc:sldMkLst>
        <pc:spChg chg="add del mod">
          <ac:chgData name="Sarah Rew" userId="f1a7a44c-7b29-425e-bf99-c5262f8cc243" providerId="ADAL" clId="{FE92FA83-C5AF-5FC8-9F2D-EF9A07F1B805}" dt="2025-12-22T21:12:42.374" v="1145" actId="478"/>
          <ac:spMkLst>
            <pc:docMk/>
            <pc:sldMk cId="3780769168" sldId="261"/>
            <ac:spMk id="2" creationId="{8D0994DB-7D93-5A79-5AAF-194714CB08AB}"/>
          </ac:spMkLst>
        </pc:spChg>
        <pc:spChg chg="mod">
          <ac:chgData name="Sarah Rew" userId="f1a7a44c-7b29-425e-bf99-c5262f8cc243" providerId="ADAL" clId="{FE92FA83-C5AF-5FC8-9F2D-EF9A07F1B805}" dt="2025-12-22T21:12:48.700" v="1147" actId="207"/>
          <ac:spMkLst>
            <pc:docMk/>
            <pc:sldMk cId="3780769168" sldId="261"/>
            <ac:spMk id="4" creationId="{C64EC1BB-F42B-B346-07D4-C5B1BE7DD793}"/>
          </ac:spMkLst>
        </pc:spChg>
        <pc:spChg chg="mod">
          <ac:chgData name="Sarah Rew" userId="f1a7a44c-7b29-425e-bf99-c5262f8cc243" providerId="ADAL" clId="{FE92FA83-C5AF-5FC8-9F2D-EF9A07F1B805}" dt="2025-12-22T20:52:28.950" v="222" actId="207"/>
          <ac:spMkLst>
            <pc:docMk/>
            <pc:sldMk cId="3780769168" sldId="261"/>
            <ac:spMk id="8" creationId="{78114AAD-FE6B-EF45-B4B1-C3D6082963E7}"/>
          </ac:spMkLst>
        </pc:spChg>
      </pc:sldChg>
      <pc:sldChg chg="modSp mod">
        <pc:chgData name="Sarah Rew" userId="f1a7a44c-7b29-425e-bf99-c5262f8cc243" providerId="ADAL" clId="{FE92FA83-C5AF-5FC8-9F2D-EF9A07F1B805}" dt="2025-12-22T21:13:49.466" v="1155" actId="207"/>
        <pc:sldMkLst>
          <pc:docMk/>
          <pc:sldMk cId="4055512987" sldId="271"/>
        </pc:sldMkLst>
        <pc:spChg chg="mod">
          <ac:chgData name="Sarah Rew" userId="f1a7a44c-7b29-425e-bf99-c5262f8cc243" providerId="ADAL" clId="{FE92FA83-C5AF-5FC8-9F2D-EF9A07F1B805}" dt="2025-12-22T20:53:29.622" v="237" actId="207"/>
          <ac:spMkLst>
            <pc:docMk/>
            <pc:sldMk cId="4055512987" sldId="271"/>
            <ac:spMk id="2" creationId="{86B70C3A-61B0-6041-8E08-A5E0983397A3}"/>
          </ac:spMkLst>
        </pc:spChg>
        <pc:graphicFrameChg chg="modGraphic">
          <ac:chgData name="Sarah Rew" userId="f1a7a44c-7b29-425e-bf99-c5262f8cc243" providerId="ADAL" clId="{FE92FA83-C5AF-5FC8-9F2D-EF9A07F1B805}" dt="2025-12-22T21:13:49.466" v="1155" actId="207"/>
          <ac:graphicFrameMkLst>
            <pc:docMk/>
            <pc:sldMk cId="4055512987" sldId="271"/>
            <ac:graphicFrameMk id="9" creationId="{E064321D-848E-964F-813B-D824BE3E8F63}"/>
          </ac:graphicFrameMkLst>
        </pc:graphicFrameChg>
      </pc:sldChg>
      <pc:sldChg chg="modSp mod">
        <pc:chgData name="Sarah Rew" userId="f1a7a44c-7b29-425e-bf99-c5262f8cc243" providerId="ADAL" clId="{FE92FA83-C5AF-5FC8-9F2D-EF9A07F1B805}" dt="2025-12-22T21:16:36.413" v="1177"/>
        <pc:sldMkLst>
          <pc:docMk/>
          <pc:sldMk cId="2995600358" sldId="274"/>
        </pc:sldMkLst>
        <pc:spChg chg="mod">
          <ac:chgData name="Sarah Rew" userId="f1a7a44c-7b29-425e-bf99-c5262f8cc243" providerId="ADAL" clId="{FE92FA83-C5AF-5FC8-9F2D-EF9A07F1B805}" dt="2025-12-22T20:53:36.891" v="239" actId="207"/>
          <ac:spMkLst>
            <pc:docMk/>
            <pc:sldMk cId="2995600358" sldId="274"/>
            <ac:spMk id="5" creationId="{FE109A79-E49C-8341-0259-E7F43BFE47B7}"/>
          </ac:spMkLst>
        </pc:spChg>
        <pc:spChg chg="mod">
          <ac:chgData name="Sarah Rew" userId="f1a7a44c-7b29-425e-bf99-c5262f8cc243" providerId="ADAL" clId="{FE92FA83-C5AF-5FC8-9F2D-EF9A07F1B805}" dt="2025-12-22T20:53:34.617" v="238" actId="207"/>
          <ac:spMkLst>
            <pc:docMk/>
            <pc:sldMk cId="2995600358" sldId="274"/>
            <ac:spMk id="12" creationId="{198EEF6C-561F-4940-8303-D10E9A0C4365}"/>
          </ac:spMkLst>
        </pc:spChg>
        <pc:graphicFrameChg chg="mod">
          <ac:chgData name="Sarah Rew" userId="f1a7a44c-7b29-425e-bf99-c5262f8cc243" providerId="ADAL" clId="{FE92FA83-C5AF-5FC8-9F2D-EF9A07F1B805}" dt="2025-12-22T21:16:36.413" v="1177"/>
          <ac:graphicFrameMkLst>
            <pc:docMk/>
            <pc:sldMk cId="2995600358" sldId="274"/>
            <ac:graphicFrameMk id="2" creationId="{E0CBB04C-37C8-EA4F-8E4C-2A624BE2A116}"/>
          </ac:graphicFrameMkLst>
        </pc:graphicFrameChg>
      </pc:sldChg>
      <pc:sldChg chg="addSp delSp modSp mod">
        <pc:chgData name="Sarah Rew" userId="f1a7a44c-7b29-425e-bf99-c5262f8cc243" providerId="ADAL" clId="{FE92FA83-C5AF-5FC8-9F2D-EF9A07F1B805}" dt="2025-12-22T21:17:51.549" v="1200"/>
        <pc:sldMkLst>
          <pc:docMk/>
          <pc:sldMk cId="2942317622" sldId="275"/>
        </pc:sldMkLst>
        <pc:spChg chg="mod">
          <ac:chgData name="Sarah Rew" userId="f1a7a44c-7b29-425e-bf99-c5262f8cc243" providerId="ADAL" clId="{FE92FA83-C5AF-5FC8-9F2D-EF9A07F1B805}" dt="2025-12-22T20:50:16.549" v="198" actId="207"/>
          <ac:spMkLst>
            <pc:docMk/>
            <pc:sldMk cId="2942317622" sldId="275"/>
            <ac:spMk id="6" creationId="{76421390-5EBA-EC60-424B-BBFC7D232CD3}"/>
          </ac:spMkLst>
        </pc:spChg>
        <pc:spChg chg="mod">
          <ac:chgData name="Sarah Rew" userId="f1a7a44c-7b29-425e-bf99-c5262f8cc243" providerId="ADAL" clId="{FE92FA83-C5AF-5FC8-9F2D-EF9A07F1B805}" dt="2025-12-22T20:50:21.786" v="200" actId="207"/>
          <ac:spMkLst>
            <pc:docMk/>
            <pc:sldMk cId="2942317622" sldId="275"/>
            <ac:spMk id="7" creationId="{FB694CED-721E-DE4C-ABAE-D6906D959A6B}"/>
          </ac:spMkLst>
        </pc:spChg>
        <pc:spChg chg="mod">
          <ac:chgData name="Sarah Rew" userId="f1a7a44c-7b29-425e-bf99-c5262f8cc243" providerId="ADAL" clId="{FE92FA83-C5AF-5FC8-9F2D-EF9A07F1B805}" dt="2025-12-22T21:14:13.879" v="1157" actId="207"/>
          <ac:spMkLst>
            <pc:docMk/>
            <pc:sldMk cId="2942317622" sldId="275"/>
            <ac:spMk id="11" creationId="{8CC9A397-B8B4-EF4D-A2FC-CDA66027D76B}"/>
          </ac:spMkLst>
        </pc:spChg>
        <pc:spChg chg="mod">
          <ac:chgData name="Sarah Rew" userId="f1a7a44c-7b29-425e-bf99-c5262f8cc243" providerId="ADAL" clId="{FE92FA83-C5AF-5FC8-9F2D-EF9A07F1B805}" dt="2025-12-22T21:14:20.938" v="1158" actId="207"/>
          <ac:spMkLst>
            <pc:docMk/>
            <pc:sldMk cId="2942317622" sldId="275"/>
            <ac:spMk id="12" creationId="{5C0A9F81-DE81-C34C-984F-B913839FA1DF}"/>
          </ac:spMkLst>
        </pc:spChg>
        <pc:spChg chg="mod">
          <ac:chgData name="Sarah Rew" userId="f1a7a44c-7b29-425e-bf99-c5262f8cc243" providerId="ADAL" clId="{FE92FA83-C5AF-5FC8-9F2D-EF9A07F1B805}" dt="2025-12-22T21:14:02.871" v="1156" actId="207"/>
          <ac:spMkLst>
            <pc:docMk/>
            <pc:sldMk cId="2942317622" sldId="275"/>
            <ac:spMk id="13" creationId="{36566353-363C-084A-B61C-77721873F504}"/>
          </ac:spMkLst>
        </pc:spChg>
        <pc:spChg chg="add del mod">
          <ac:chgData name="Sarah Rew" userId="f1a7a44c-7b29-425e-bf99-c5262f8cc243" providerId="ADAL" clId="{FE92FA83-C5AF-5FC8-9F2D-EF9A07F1B805}" dt="2025-12-22T20:50:17.709" v="199" actId="478"/>
          <ac:spMkLst>
            <pc:docMk/>
            <pc:sldMk cId="2942317622" sldId="275"/>
            <ac:spMk id="18" creationId="{A3C94E15-858E-2DCE-61E5-0E32C2D71601}"/>
          </ac:spMkLst>
        </pc:spChg>
        <pc:spChg chg="add del mod">
          <ac:chgData name="Sarah Rew" userId="f1a7a44c-7b29-425e-bf99-c5262f8cc243" providerId="ADAL" clId="{FE92FA83-C5AF-5FC8-9F2D-EF9A07F1B805}" dt="2025-12-22T21:17:51.549" v="1200"/>
          <ac:spMkLst>
            <pc:docMk/>
            <pc:sldMk cId="2942317622" sldId="275"/>
            <ac:spMk id="19" creationId="{B8FCB8C6-10C9-5D84-DF60-7D705E01873E}"/>
          </ac:spMkLst>
        </pc:spChg>
        <pc:spChg chg="mod">
          <ac:chgData name="Sarah Rew" userId="f1a7a44c-7b29-425e-bf99-c5262f8cc243" providerId="ADAL" clId="{FE92FA83-C5AF-5FC8-9F2D-EF9A07F1B805}" dt="2025-12-22T21:17:07.862" v="1181" actId="207"/>
          <ac:spMkLst>
            <pc:docMk/>
            <pc:sldMk cId="2942317622" sldId="275"/>
            <ac:spMk id="31" creationId="{B1F1F7B2-BBC3-5894-3B24-100BE307B44D}"/>
          </ac:spMkLst>
        </pc:spChg>
        <pc:spChg chg="mod">
          <ac:chgData name="Sarah Rew" userId="f1a7a44c-7b29-425e-bf99-c5262f8cc243" providerId="ADAL" clId="{FE92FA83-C5AF-5FC8-9F2D-EF9A07F1B805}" dt="2025-12-22T21:16:58.788" v="1179" actId="207"/>
          <ac:spMkLst>
            <pc:docMk/>
            <pc:sldMk cId="2942317622" sldId="275"/>
            <ac:spMk id="33" creationId="{DC37CB7E-F96D-E451-3573-1408AFC6A25A}"/>
          </ac:spMkLst>
        </pc:spChg>
        <pc:spChg chg="mod">
          <ac:chgData name="Sarah Rew" userId="f1a7a44c-7b29-425e-bf99-c5262f8cc243" providerId="ADAL" clId="{FE92FA83-C5AF-5FC8-9F2D-EF9A07F1B805}" dt="2025-12-22T21:17:14.354" v="1184" actId="207"/>
          <ac:spMkLst>
            <pc:docMk/>
            <pc:sldMk cId="2942317622" sldId="275"/>
            <ac:spMk id="84" creationId="{D617D0BB-CAF6-1BAB-1CF2-C38A95453AED}"/>
          </ac:spMkLst>
        </pc:spChg>
        <pc:spChg chg="mod">
          <ac:chgData name="Sarah Rew" userId="f1a7a44c-7b29-425e-bf99-c5262f8cc243" providerId="ADAL" clId="{FE92FA83-C5AF-5FC8-9F2D-EF9A07F1B805}" dt="2025-12-22T21:17:20.314" v="1186" actId="207"/>
          <ac:spMkLst>
            <pc:docMk/>
            <pc:sldMk cId="2942317622" sldId="275"/>
            <ac:spMk id="87" creationId="{B17531B8-85B7-241B-2FF8-92938E894264}"/>
          </ac:spMkLst>
        </pc:spChg>
        <pc:spChg chg="mod">
          <ac:chgData name="Sarah Rew" userId="f1a7a44c-7b29-425e-bf99-c5262f8cc243" providerId="ADAL" clId="{FE92FA83-C5AF-5FC8-9F2D-EF9A07F1B805}" dt="2025-12-22T21:17:26.783" v="1188" actId="207"/>
          <ac:spMkLst>
            <pc:docMk/>
            <pc:sldMk cId="2942317622" sldId="275"/>
            <ac:spMk id="90" creationId="{EDBCBC2D-490B-EEDD-EA46-ACB7B38633C0}"/>
          </ac:spMkLst>
        </pc:spChg>
        <pc:spChg chg="mod">
          <ac:chgData name="Sarah Rew" userId="f1a7a44c-7b29-425e-bf99-c5262f8cc243" providerId="ADAL" clId="{FE92FA83-C5AF-5FC8-9F2D-EF9A07F1B805}" dt="2025-12-22T21:17:31.901" v="1191" actId="207"/>
          <ac:spMkLst>
            <pc:docMk/>
            <pc:sldMk cId="2942317622" sldId="275"/>
            <ac:spMk id="93" creationId="{7E0F7334-491B-8EC9-44E2-5D8FFA3876FA}"/>
          </ac:spMkLst>
        </pc:spChg>
        <pc:spChg chg="mod">
          <ac:chgData name="Sarah Rew" userId="f1a7a44c-7b29-425e-bf99-c5262f8cc243" providerId="ADAL" clId="{FE92FA83-C5AF-5FC8-9F2D-EF9A07F1B805}" dt="2025-12-22T21:17:36.918" v="1193" actId="207"/>
          <ac:spMkLst>
            <pc:docMk/>
            <pc:sldMk cId="2942317622" sldId="275"/>
            <ac:spMk id="102" creationId="{0CD6B845-B89A-F6C1-AD1B-69EE025D3540}"/>
          </ac:spMkLst>
        </pc:spChg>
        <pc:spChg chg="mod">
          <ac:chgData name="Sarah Rew" userId="f1a7a44c-7b29-425e-bf99-c5262f8cc243" providerId="ADAL" clId="{FE92FA83-C5AF-5FC8-9F2D-EF9A07F1B805}" dt="2025-12-22T21:17:41.916" v="1195" actId="207"/>
          <ac:spMkLst>
            <pc:docMk/>
            <pc:sldMk cId="2942317622" sldId="275"/>
            <ac:spMk id="115" creationId="{04697DA5-37E2-96B8-E11A-D2FF23D528B6}"/>
          </ac:spMkLst>
        </pc:spChg>
        <pc:picChg chg="mod">
          <ac:chgData name="Sarah Rew" userId="f1a7a44c-7b29-425e-bf99-c5262f8cc243" providerId="ADAL" clId="{FE92FA83-C5AF-5FC8-9F2D-EF9A07F1B805}" dt="2025-12-22T21:17:47.807" v="1197" actId="1076"/>
          <ac:picMkLst>
            <pc:docMk/>
            <pc:sldMk cId="2942317622" sldId="275"/>
            <ac:picMk id="17" creationId="{F1346F95-8ADE-A2D2-FB4D-55EEF0946428}"/>
          </ac:picMkLst>
        </pc:picChg>
      </pc:sldChg>
      <pc:sldChg chg="addSp delSp modSp mod">
        <pc:chgData name="Sarah Rew" userId="f1a7a44c-7b29-425e-bf99-c5262f8cc243" providerId="ADAL" clId="{FE92FA83-C5AF-5FC8-9F2D-EF9A07F1B805}" dt="2025-12-22T20:52:43.271" v="225" actId="207"/>
        <pc:sldMkLst>
          <pc:docMk/>
          <pc:sldMk cId="1113517691" sldId="297"/>
        </pc:sldMkLst>
        <pc:spChg chg="mod">
          <ac:chgData name="Sarah Rew" userId="f1a7a44c-7b29-425e-bf99-c5262f8cc243" providerId="ADAL" clId="{FE92FA83-C5AF-5FC8-9F2D-EF9A07F1B805}" dt="2025-12-22T20:52:43.271" v="225" actId="207"/>
          <ac:spMkLst>
            <pc:docMk/>
            <pc:sldMk cId="1113517691" sldId="297"/>
            <ac:spMk id="7" creationId="{C7CE7FA5-46DD-AA0F-C1CB-1A20E338E25F}"/>
          </ac:spMkLst>
        </pc:spChg>
        <pc:spChg chg="mod">
          <ac:chgData name="Sarah Rew" userId="f1a7a44c-7b29-425e-bf99-c5262f8cc243" providerId="ADAL" clId="{FE92FA83-C5AF-5FC8-9F2D-EF9A07F1B805}" dt="2025-12-22T20:52:43.271" v="225" actId="207"/>
          <ac:spMkLst>
            <pc:docMk/>
            <pc:sldMk cId="1113517691" sldId="297"/>
            <ac:spMk id="13" creationId="{4E639E21-F262-0CBB-FDA1-3C1BDF465A7B}"/>
          </ac:spMkLst>
        </pc:spChg>
        <pc:spChg chg="mod">
          <ac:chgData name="Sarah Rew" userId="f1a7a44c-7b29-425e-bf99-c5262f8cc243" providerId="ADAL" clId="{FE92FA83-C5AF-5FC8-9F2D-EF9A07F1B805}" dt="2025-12-22T20:52:43.271" v="225" actId="207"/>
          <ac:spMkLst>
            <pc:docMk/>
            <pc:sldMk cId="1113517691" sldId="297"/>
            <ac:spMk id="14" creationId="{02BE5E7C-428C-CA87-E037-C00F30763707}"/>
          </ac:spMkLst>
        </pc:spChg>
        <pc:spChg chg="mod">
          <ac:chgData name="Sarah Rew" userId="f1a7a44c-7b29-425e-bf99-c5262f8cc243" providerId="ADAL" clId="{FE92FA83-C5AF-5FC8-9F2D-EF9A07F1B805}" dt="2025-12-22T20:52:43.271" v="225" actId="207"/>
          <ac:spMkLst>
            <pc:docMk/>
            <pc:sldMk cId="1113517691" sldId="297"/>
            <ac:spMk id="15" creationId="{57A66CF5-A2E6-430B-F9DF-2EFEB5E82220}"/>
          </ac:spMkLst>
        </pc:spChg>
        <pc:spChg chg="add mod">
          <ac:chgData name="Sarah Rew" userId="f1a7a44c-7b29-425e-bf99-c5262f8cc243" providerId="ADAL" clId="{FE92FA83-C5AF-5FC8-9F2D-EF9A07F1B805}" dt="2025-12-22T20:41:53.824" v="32" actId="171"/>
          <ac:spMkLst>
            <pc:docMk/>
            <pc:sldMk cId="1113517691" sldId="297"/>
            <ac:spMk id="34" creationId="{A064889F-92D3-09F8-8211-1B5909FC731A}"/>
          </ac:spMkLst>
        </pc:spChg>
        <pc:spChg chg="mod">
          <ac:chgData name="Sarah Rew" userId="f1a7a44c-7b29-425e-bf99-c5262f8cc243" providerId="ADAL" clId="{FE92FA83-C5AF-5FC8-9F2D-EF9A07F1B805}" dt="2025-12-22T20:42:08.112" v="37" actId="571"/>
          <ac:spMkLst>
            <pc:docMk/>
            <pc:sldMk cId="1113517691" sldId="297"/>
            <ac:spMk id="40" creationId="{1AA1ABE4-4A4D-79F1-0282-CB03E9F447FA}"/>
          </ac:spMkLst>
        </pc:spChg>
        <pc:spChg chg="mod">
          <ac:chgData name="Sarah Rew" userId="f1a7a44c-7b29-425e-bf99-c5262f8cc243" providerId="ADAL" clId="{FE92FA83-C5AF-5FC8-9F2D-EF9A07F1B805}" dt="2025-12-22T20:42:16.723" v="40" actId="571"/>
          <ac:spMkLst>
            <pc:docMk/>
            <pc:sldMk cId="1113517691" sldId="297"/>
            <ac:spMk id="43" creationId="{598F76B0-9498-B0F7-3D77-6E04BB2256A6}"/>
          </ac:spMkLst>
        </pc:spChg>
        <pc:spChg chg="mod">
          <ac:chgData name="Sarah Rew" userId="f1a7a44c-7b29-425e-bf99-c5262f8cc243" providerId="ADAL" clId="{FE92FA83-C5AF-5FC8-9F2D-EF9A07F1B805}" dt="2025-12-22T20:42:16.723" v="40" actId="571"/>
          <ac:spMkLst>
            <pc:docMk/>
            <pc:sldMk cId="1113517691" sldId="297"/>
            <ac:spMk id="46" creationId="{B508408C-6A28-C640-D8DC-938E953F5B0C}"/>
          </ac:spMkLst>
        </pc:spChg>
        <pc:grpChg chg="del mod">
          <ac:chgData name="Sarah Rew" userId="f1a7a44c-7b29-425e-bf99-c5262f8cc243" providerId="ADAL" clId="{FE92FA83-C5AF-5FC8-9F2D-EF9A07F1B805}" dt="2025-12-22T20:41:36.810" v="25" actId="478"/>
          <ac:grpSpMkLst>
            <pc:docMk/>
            <pc:sldMk cId="1113517691" sldId="297"/>
            <ac:grpSpMk id="22" creationId="{BF222011-C94B-B86C-7E36-123FDE698643}"/>
          </ac:grpSpMkLst>
        </pc:grpChg>
        <pc:grpChg chg="del">
          <ac:chgData name="Sarah Rew" userId="f1a7a44c-7b29-425e-bf99-c5262f8cc243" providerId="ADAL" clId="{FE92FA83-C5AF-5FC8-9F2D-EF9A07F1B805}" dt="2025-12-22T20:42:03.934" v="34" actId="478"/>
          <ac:grpSpMkLst>
            <pc:docMk/>
            <pc:sldMk cId="1113517691" sldId="297"/>
            <ac:grpSpMk id="23" creationId="{5FBD46DD-5336-EFEE-8BDA-532C3C8398ED}"/>
          </ac:grpSpMkLst>
        </pc:grpChg>
        <pc:grpChg chg="add mod">
          <ac:chgData name="Sarah Rew" userId="f1a7a44c-7b29-425e-bf99-c5262f8cc243" providerId="ADAL" clId="{FE92FA83-C5AF-5FC8-9F2D-EF9A07F1B805}" dt="2025-12-22T20:42:24.037" v="52" actId="1036"/>
          <ac:grpSpMkLst>
            <pc:docMk/>
            <pc:sldMk cId="1113517691" sldId="297"/>
            <ac:grpSpMk id="37" creationId="{A76DF554-4FBB-F0BC-CD42-9DD9BF8838C8}"/>
          </ac:grpSpMkLst>
        </pc:grpChg>
        <pc:grpChg chg="add mod">
          <ac:chgData name="Sarah Rew" userId="f1a7a44c-7b29-425e-bf99-c5262f8cc243" providerId="ADAL" clId="{FE92FA83-C5AF-5FC8-9F2D-EF9A07F1B805}" dt="2025-12-22T20:42:10.400" v="38" actId="1037"/>
          <ac:grpSpMkLst>
            <pc:docMk/>
            <pc:sldMk cId="1113517691" sldId="297"/>
            <ac:grpSpMk id="38" creationId="{849853EB-0CF6-3336-5232-41CC168ACD54}"/>
          </ac:grpSpMkLst>
        </pc:grpChg>
        <pc:grpChg chg="del">
          <ac:chgData name="Sarah Rew" userId="f1a7a44c-7b29-425e-bf99-c5262f8cc243" providerId="ADAL" clId="{FE92FA83-C5AF-5FC8-9F2D-EF9A07F1B805}" dt="2025-12-22T20:42:04.932" v="35" actId="478"/>
          <ac:grpSpMkLst>
            <pc:docMk/>
            <pc:sldMk cId="1113517691" sldId="297"/>
            <ac:grpSpMk id="39" creationId="{F14EAC69-CE63-0381-6AA5-5874B2C44C3C}"/>
          </ac:grpSpMkLst>
        </pc:grpChg>
        <pc:grpChg chg="add mod">
          <ac:chgData name="Sarah Rew" userId="f1a7a44c-7b29-425e-bf99-c5262f8cc243" providerId="ADAL" clId="{FE92FA83-C5AF-5FC8-9F2D-EF9A07F1B805}" dt="2025-12-22T20:42:27.023" v="54" actId="1035"/>
          <ac:grpSpMkLst>
            <pc:docMk/>
            <pc:sldMk cId="1113517691" sldId="297"/>
            <ac:grpSpMk id="42" creationId="{963E44C2-1C30-DC43-B41A-F80A314ABE5A}"/>
          </ac:grpSpMkLst>
        </pc:grpChg>
        <pc:grpChg chg="add mod">
          <ac:chgData name="Sarah Rew" userId="f1a7a44c-7b29-425e-bf99-c5262f8cc243" providerId="ADAL" clId="{FE92FA83-C5AF-5FC8-9F2D-EF9A07F1B805}" dt="2025-12-22T20:42:19.422" v="45" actId="1036"/>
          <ac:grpSpMkLst>
            <pc:docMk/>
            <pc:sldMk cId="1113517691" sldId="297"/>
            <ac:grpSpMk id="45" creationId="{AE4F20F3-B703-3295-CAB4-6D68CA344D0B}"/>
          </ac:grpSpMkLst>
        </pc:grpChg>
        <pc:grpChg chg="del">
          <ac:chgData name="Sarah Rew" userId="f1a7a44c-7b29-425e-bf99-c5262f8cc243" providerId="ADAL" clId="{FE92FA83-C5AF-5FC8-9F2D-EF9A07F1B805}" dt="2025-12-22T20:42:05.439" v="36" actId="478"/>
          <ac:grpSpMkLst>
            <pc:docMk/>
            <pc:sldMk cId="1113517691" sldId="297"/>
            <ac:grpSpMk id="63" creationId="{832D9856-0311-29E9-9BE4-DC954A3684A6}"/>
          </ac:grpSpMkLst>
        </pc:grpChg>
        <pc:picChg chg="add mod">
          <ac:chgData name="Sarah Rew" userId="f1a7a44c-7b29-425e-bf99-c5262f8cc243" providerId="ADAL" clId="{FE92FA83-C5AF-5FC8-9F2D-EF9A07F1B805}" dt="2025-12-22T20:41:26.976" v="23" actId="1037"/>
          <ac:picMkLst>
            <pc:docMk/>
            <pc:sldMk cId="1113517691" sldId="297"/>
            <ac:picMk id="3" creationId="{EEE34751-CA83-E067-953D-CC9DDFD24D55}"/>
          </ac:picMkLst>
        </pc:picChg>
        <pc:picChg chg="mod">
          <ac:chgData name="Sarah Rew" userId="f1a7a44c-7b29-425e-bf99-c5262f8cc243" providerId="ADAL" clId="{FE92FA83-C5AF-5FC8-9F2D-EF9A07F1B805}" dt="2025-12-22T20:42:08.112" v="37" actId="571"/>
          <ac:picMkLst>
            <pc:docMk/>
            <pc:sldMk cId="1113517691" sldId="297"/>
            <ac:picMk id="41" creationId="{ED0EF43F-D031-173D-2A30-476EC09986D1}"/>
          </ac:picMkLst>
        </pc:picChg>
        <pc:picChg chg="mod">
          <ac:chgData name="Sarah Rew" userId="f1a7a44c-7b29-425e-bf99-c5262f8cc243" providerId="ADAL" clId="{FE92FA83-C5AF-5FC8-9F2D-EF9A07F1B805}" dt="2025-12-22T20:42:16.723" v="40" actId="571"/>
          <ac:picMkLst>
            <pc:docMk/>
            <pc:sldMk cId="1113517691" sldId="297"/>
            <ac:picMk id="44" creationId="{8AE65B58-B982-3682-2ECA-A0DCEB7B1628}"/>
          </ac:picMkLst>
        </pc:picChg>
        <pc:picChg chg="mod">
          <ac:chgData name="Sarah Rew" userId="f1a7a44c-7b29-425e-bf99-c5262f8cc243" providerId="ADAL" clId="{FE92FA83-C5AF-5FC8-9F2D-EF9A07F1B805}" dt="2025-12-22T20:42:16.723" v="40" actId="571"/>
          <ac:picMkLst>
            <pc:docMk/>
            <pc:sldMk cId="1113517691" sldId="297"/>
            <ac:picMk id="47" creationId="{F30762DC-9464-2FE2-2FD3-405D1A56FF32}"/>
          </ac:picMkLst>
        </pc:picChg>
      </pc:sldChg>
      <pc:sldChg chg="modSp mod">
        <pc:chgData name="Sarah Rew" userId="f1a7a44c-7b29-425e-bf99-c5262f8cc243" providerId="ADAL" clId="{FE92FA83-C5AF-5FC8-9F2D-EF9A07F1B805}" dt="2025-12-22T21:18:38.452" v="1208" actId="692"/>
        <pc:sldMkLst>
          <pc:docMk/>
          <pc:sldMk cId="4202025492" sldId="298"/>
        </pc:sldMkLst>
        <pc:spChg chg="mod">
          <ac:chgData name="Sarah Rew" userId="f1a7a44c-7b29-425e-bf99-c5262f8cc243" providerId="ADAL" clId="{FE92FA83-C5AF-5FC8-9F2D-EF9A07F1B805}" dt="2025-12-22T21:18:13.070" v="1202" actId="207"/>
          <ac:spMkLst>
            <pc:docMk/>
            <pc:sldMk cId="4202025492" sldId="298"/>
            <ac:spMk id="2" creationId="{35F98E73-6AEA-D5CE-F5AF-8AFFF66B3E68}"/>
          </ac:spMkLst>
        </pc:spChg>
        <pc:spChg chg="mod">
          <ac:chgData name="Sarah Rew" userId="f1a7a44c-7b29-425e-bf99-c5262f8cc243" providerId="ADAL" clId="{FE92FA83-C5AF-5FC8-9F2D-EF9A07F1B805}" dt="2025-12-22T21:18:16.495" v="1203" actId="207"/>
          <ac:spMkLst>
            <pc:docMk/>
            <pc:sldMk cId="4202025492" sldId="298"/>
            <ac:spMk id="5" creationId="{9EAB58C5-C6D2-6CBC-AFBE-ED97F4B09FDF}"/>
          </ac:spMkLst>
        </pc:spChg>
        <pc:spChg chg="mod">
          <ac:chgData name="Sarah Rew" userId="f1a7a44c-7b29-425e-bf99-c5262f8cc243" providerId="ADAL" clId="{FE92FA83-C5AF-5FC8-9F2D-EF9A07F1B805}" dt="2025-12-22T20:52:47.501" v="227" actId="207"/>
          <ac:spMkLst>
            <pc:docMk/>
            <pc:sldMk cId="4202025492" sldId="298"/>
            <ac:spMk id="10" creationId="{CC132D8B-F19C-A7DC-2D82-BE940424D8E3}"/>
          </ac:spMkLst>
        </pc:spChg>
        <pc:spChg chg="mod">
          <ac:chgData name="Sarah Rew" userId="f1a7a44c-7b29-425e-bf99-c5262f8cc243" providerId="ADAL" clId="{FE92FA83-C5AF-5FC8-9F2D-EF9A07F1B805}" dt="2025-12-22T21:18:38.452" v="1208" actId="692"/>
          <ac:spMkLst>
            <pc:docMk/>
            <pc:sldMk cId="4202025492" sldId="298"/>
            <ac:spMk id="14" creationId="{1787F85B-0BF5-9170-5706-0DE5EB90F276}"/>
          </ac:spMkLst>
        </pc:spChg>
        <pc:spChg chg="mod">
          <ac:chgData name="Sarah Rew" userId="f1a7a44c-7b29-425e-bf99-c5262f8cc243" providerId="ADAL" clId="{FE92FA83-C5AF-5FC8-9F2D-EF9A07F1B805}" dt="2025-12-22T21:18:34.866" v="1207" actId="692"/>
          <ac:spMkLst>
            <pc:docMk/>
            <pc:sldMk cId="4202025492" sldId="298"/>
            <ac:spMk id="17" creationId="{798896EF-48B7-5EF8-D9DC-F698173257A7}"/>
          </ac:spMkLst>
        </pc:spChg>
        <pc:graphicFrameChg chg="mod">
          <ac:chgData name="Sarah Rew" userId="f1a7a44c-7b29-425e-bf99-c5262f8cc243" providerId="ADAL" clId="{FE92FA83-C5AF-5FC8-9F2D-EF9A07F1B805}" dt="2025-12-22T21:18:27.531" v="1206"/>
          <ac:graphicFrameMkLst>
            <pc:docMk/>
            <pc:sldMk cId="4202025492" sldId="298"/>
            <ac:graphicFrameMk id="13" creationId="{4294B338-5525-246A-41E0-52C28B2D2002}"/>
          </ac:graphicFrameMkLst>
        </pc:graphicFrameChg>
      </pc:sldChg>
      <pc:sldChg chg="modSp mod">
        <pc:chgData name="Sarah Rew" userId="f1a7a44c-7b29-425e-bf99-c5262f8cc243" providerId="ADAL" clId="{FE92FA83-C5AF-5FC8-9F2D-EF9A07F1B805}" dt="2025-12-22T20:53:01.810" v="228" actId="207"/>
        <pc:sldMkLst>
          <pc:docMk/>
          <pc:sldMk cId="3872973095" sldId="300"/>
        </pc:sldMkLst>
        <pc:spChg chg="mod">
          <ac:chgData name="Sarah Rew" userId="f1a7a44c-7b29-425e-bf99-c5262f8cc243" providerId="ADAL" clId="{FE92FA83-C5AF-5FC8-9F2D-EF9A07F1B805}" dt="2025-12-22T20:53:01.810" v="228" actId="207"/>
          <ac:spMkLst>
            <pc:docMk/>
            <pc:sldMk cId="3872973095" sldId="300"/>
            <ac:spMk id="9" creationId="{B263C9BD-7B42-026B-98E8-D2436734963A}"/>
          </ac:spMkLst>
        </pc:spChg>
      </pc:sldChg>
      <pc:sldChg chg="modSp mod">
        <pc:chgData name="Sarah Rew" userId="f1a7a44c-7b29-425e-bf99-c5262f8cc243" providerId="ADAL" clId="{FE92FA83-C5AF-5FC8-9F2D-EF9A07F1B805}" dt="2025-12-22T20:53:05.037" v="229" actId="207"/>
        <pc:sldMkLst>
          <pc:docMk/>
          <pc:sldMk cId="2066559882" sldId="301"/>
        </pc:sldMkLst>
        <pc:spChg chg="mod">
          <ac:chgData name="Sarah Rew" userId="f1a7a44c-7b29-425e-bf99-c5262f8cc243" providerId="ADAL" clId="{FE92FA83-C5AF-5FC8-9F2D-EF9A07F1B805}" dt="2025-12-22T20:53:05.037" v="229" actId="207"/>
          <ac:spMkLst>
            <pc:docMk/>
            <pc:sldMk cId="2066559882" sldId="301"/>
            <ac:spMk id="19" creationId="{44C2109F-0F65-B6DD-FD0D-E9D7FDC80081}"/>
          </ac:spMkLst>
        </pc:spChg>
      </pc:sldChg>
      <pc:sldChg chg="modSp mod">
        <pc:chgData name="Sarah Rew" userId="f1a7a44c-7b29-425e-bf99-c5262f8cc243" providerId="ADAL" clId="{FE92FA83-C5AF-5FC8-9F2D-EF9A07F1B805}" dt="2025-12-22T20:53:07.562" v="230" actId="207"/>
        <pc:sldMkLst>
          <pc:docMk/>
          <pc:sldMk cId="3250957434" sldId="302"/>
        </pc:sldMkLst>
        <pc:spChg chg="mod">
          <ac:chgData name="Sarah Rew" userId="f1a7a44c-7b29-425e-bf99-c5262f8cc243" providerId="ADAL" clId="{FE92FA83-C5AF-5FC8-9F2D-EF9A07F1B805}" dt="2025-12-22T20:53:07.562" v="230" actId="207"/>
          <ac:spMkLst>
            <pc:docMk/>
            <pc:sldMk cId="3250957434" sldId="302"/>
            <ac:spMk id="12" creationId="{95185488-16E9-EE9F-11BA-F5AF74D78689}"/>
          </ac:spMkLst>
        </pc:spChg>
      </pc:sldChg>
      <pc:sldChg chg="modSp mod">
        <pc:chgData name="Sarah Rew" userId="f1a7a44c-7b29-425e-bf99-c5262f8cc243" providerId="ADAL" clId="{FE92FA83-C5AF-5FC8-9F2D-EF9A07F1B805}" dt="2025-12-22T20:53:11.173" v="231" actId="207"/>
        <pc:sldMkLst>
          <pc:docMk/>
          <pc:sldMk cId="2191381442" sldId="303"/>
        </pc:sldMkLst>
        <pc:spChg chg="mod">
          <ac:chgData name="Sarah Rew" userId="f1a7a44c-7b29-425e-bf99-c5262f8cc243" providerId="ADAL" clId="{FE92FA83-C5AF-5FC8-9F2D-EF9A07F1B805}" dt="2025-12-22T20:53:11.173" v="231" actId="207"/>
          <ac:spMkLst>
            <pc:docMk/>
            <pc:sldMk cId="2191381442" sldId="303"/>
            <ac:spMk id="9" creationId="{054D9D6B-31DB-4805-C79C-050246103639}"/>
          </ac:spMkLst>
        </pc:spChg>
      </pc:sldChg>
      <pc:sldChg chg="addSp delSp modSp mod">
        <pc:chgData name="Sarah Rew" userId="f1a7a44c-7b29-425e-bf99-c5262f8cc243" providerId="ADAL" clId="{FE92FA83-C5AF-5FC8-9F2D-EF9A07F1B805}" dt="2025-12-22T20:53:13.860" v="232" actId="207"/>
        <pc:sldMkLst>
          <pc:docMk/>
          <pc:sldMk cId="2028811335" sldId="304"/>
        </pc:sldMkLst>
        <pc:spChg chg="mod">
          <ac:chgData name="Sarah Rew" userId="f1a7a44c-7b29-425e-bf99-c5262f8cc243" providerId="ADAL" clId="{FE92FA83-C5AF-5FC8-9F2D-EF9A07F1B805}" dt="2025-12-22T20:53:13.860" v="232" actId="207"/>
          <ac:spMkLst>
            <pc:docMk/>
            <pc:sldMk cId="2028811335" sldId="304"/>
            <ac:spMk id="9" creationId="{030EC602-ECDD-97D1-F437-F8302E63840A}"/>
          </ac:spMkLst>
        </pc:spChg>
        <pc:picChg chg="del">
          <ac:chgData name="Sarah Rew" userId="f1a7a44c-7b29-425e-bf99-c5262f8cc243" providerId="ADAL" clId="{FE92FA83-C5AF-5FC8-9F2D-EF9A07F1B805}" dt="2025-12-22T16:51:09.807" v="0" actId="478"/>
          <ac:picMkLst>
            <pc:docMk/>
            <pc:sldMk cId="2028811335" sldId="304"/>
            <ac:picMk id="4" creationId="{C08E700C-68A3-03C7-D156-457C1B37DBE8}"/>
          </ac:picMkLst>
        </pc:picChg>
        <pc:picChg chg="add mod">
          <ac:chgData name="Sarah Rew" userId="f1a7a44c-7b29-425e-bf99-c5262f8cc243" providerId="ADAL" clId="{FE92FA83-C5AF-5FC8-9F2D-EF9A07F1B805}" dt="2025-12-22T20:37:22.380" v="8" actId="27614"/>
          <ac:picMkLst>
            <pc:docMk/>
            <pc:sldMk cId="2028811335" sldId="304"/>
            <ac:picMk id="4" creationId="{E46A1188-0AEF-E42D-31B5-467A917FD59C}"/>
          </ac:picMkLst>
        </pc:picChg>
        <pc:picChg chg="add del mod">
          <ac:chgData name="Sarah Rew" userId="f1a7a44c-7b29-425e-bf99-c5262f8cc243" providerId="ADAL" clId="{FE92FA83-C5AF-5FC8-9F2D-EF9A07F1B805}" dt="2025-12-22T20:37:18.605" v="6" actId="478"/>
          <ac:picMkLst>
            <pc:docMk/>
            <pc:sldMk cId="2028811335" sldId="304"/>
            <ac:picMk id="6" creationId="{39CF2BEE-6AFA-6ECE-BBEC-700ADDB20C6F}"/>
          </ac:picMkLst>
        </pc:picChg>
      </pc:sldChg>
      <pc:sldChg chg="modSp mod">
        <pc:chgData name="Sarah Rew" userId="f1a7a44c-7b29-425e-bf99-c5262f8cc243" providerId="ADAL" clId="{FE92FA83-C5AF-5FC8-9F2D-EF9A07F1B805}" dt="2025-12-22T20:54:06.297" v="243" actId="207"/>
        <pc:sldMkLst>
          <pc:docMk/>
          <pc:sldMk cId="385963692" sldId="305"/>
        </pc:sldMkLst>
        <pc:spChg chg="mod">
          <ac:chgData name="Sarah Rew" userId="f1a7a44c-7b29-425e-bf99-c5262f8cc243" providerId="ADAL" clId="{FE92FA83-C5AF-5FC8-9F2D-EF9A07F1B805}" dt="2025-12-22T20:54:06.297" v="243" actId="207"/>
          <ac:spMkLst>
            <pc:docMk/>
            <pc:sldMk cId="385963692" sldId="305"/>
            <ac:spMk id="2" creationId="{5C238918-415E-65C5-2DDF-C70BAFD99D94}"/>
          </ac:spMkLst>
        </pc:spChg>
      </pc:sldChg>
      <pc:sldChg chg="modSp mod">
        <pc:chgData name="Sarah Rew" userId="f1a7a44c-7b29-425e-bf99-c5262f8cc243" providerId="ADAL" clId="{FE92FA83-C5AF-5FC8-9F2D-EF9A07F1B805}" dt="2025-12-22T20:53:53.953" v="241" actId="207"/>
        <pc:sldMkLst>
          <pc:docMk/>
          <pc:sldMk cId="1919623660" sldId="308"/>
        </pc:sldMkLst>
        <pc:spChg chg="mod">
          <ac:chgData name="Sarah Rew" userId="f1a7a44c-7b29-425e-bf99-c5262f8cc243" providerId="ADAL" clId="{FE92FA83-C5AF-5FC8-9F2D-EF9A07F1B805}" dt="2025-12-22T20:53:53.953" v="241" actId="207"/>
          <ac:spMkLst>
            <pc:docMk/>
            <pc:sldMk cId="1919623660" sldId="308"/>
            <ac:spMk id="4" creationId="{253E502F-E96F-CC6E-9A7D-8E4451EEF24A}"/>
          </ac:spMkLst>
        </pc:spChg>
      </pc:sldChg>
      <pc:sldChg chg="modSp mod">
        <pc:chgData name="Sarah Rew" userId="f1a7a44c-7b29-425e-bf99-c5262f8cc243" providerId="ADAL" clId="{FE92FA83-C5AF-5FC8-9F2D-EF9A07F1B805}" dt="2025-12-22T21:15:56.086" v="1168"/>
        <pc:sldMkLst>
          <pc:docMk/>
          <pc:sldMk cId="2064276710" sldId="309"/>
        </pc:sldMkLst>
        <pc:spChg chg="mod">
          <ac:chgData name="Sarah Rew" userId="f1a7a44c-7b29-425e-bf99-c5262f8cc243" providerId="ADAL" clId="{FE92FA83-C5AF-5FC8-9F2D-EF9A07F1B805}" dt="2025-12-22T20:51:08.603" v="203" actId="207"/>
          <ac:spMkLst>
            <pc:docMk/>
            <pc:sldMk cId="2064276710" sldId="309"/>
            <ac:spMk id="8" creationId="{BC5D5E03-96FB-36EF-D77B-94B7B1D1437A}"/>
          </ac:spMkLst>
        </pc:spChg>
        <pc:spChg chg="mod">
          <ac:chgData name="Sarah Rew" userId="f1a7a44c-7b29-425e-bf99-c5262f8cc243" providerId="ADAL" clId="{FE92FA83-C5AF-5FC8-9F2D-EF9A07F1B805}" dt="2025-12-22T20:50:50.349" v="201" actId="207"/>
          <ac:spMkLst>
            <pc:docMk/>
            <pc:sldMk cId="2064276710" sldId="309"/>
            <ac:spMk id="12" creationId="{9F4DABE0-6001-C0DC-2067-61FFF2A00645}"/>
          </ac:spMkLst>
        </pc:spChg>
        <pc:graphicFrameChg chg="mod">
          <ac:chgData name="Sarah Rew" userId="f1a7a44c-7b29-425e-bf99-c5262f8cc243" providerId="ADAL" clId="{FE92FA83-C5AF-5FC8-9F2D-EF9A07F1B805}" dt="2025-12-22T21:15:56.086" v="1168"/>
          <ac:graphicFrameMkLst>
            <pc:docMk/>
            <pc:sldMk cId="2064276710" sldId="309"/>
            <ac:graphicFrameMk id="7" creationId="{B8F38BB3-97F5-B6C0-90A1-10BAD317E0C0}"/>
          </ac:graphicFrameMkLst>
        </pc:graphicFrameChg>
      </pc:sldChg>
      <pc:sldChg chg="modSp mod">
        <pc:chgData name="Sarah Rew" userId="f1a7a44c-7b29-425e-bf99-c5262f8cc243" providerId="ADAL" clId="{FE92FA83-C5AF-5FC8-9F2D-EF9A07F1B805}" dt="2025-12-22T20:54:02.082" v="242" actId="207"/>
        <pc:sldMkLst>
          <pc:docMk/>
          <pc:sldMk cId="1088367661" sldId="311"/>
        </pc:sldMkLst>
        <pc:spChg chg="mod">
          <ac:chgData name="Sarah Rew" userId="f1a7a44c-7b29-425e-bf99-c5262f8cc243" providerId="ADAL" clId="{FE92FA83-C5AF-5FC8-9F2D-EF9A07F1B805}" dt="2025-12-22T20:54:02.082" v="242" actId="207"/>
          <ac:spMkLst>
            <pc:docMk/>
            <pc:sldMk cId="1088367661" sldId="311"/>
            <ac:spMk id="2" creationId="{925ABC80-0AFD-6C02-5B97-07BDD20F5120}"/>
          </ac:spMkLst>
        </pc:spChg>
        <pc:spChg chg="mod">
          <ac:chgData name="Sarah Rew" userId="f1a7a44c-7b29-425e-bf99-c5262f8cc243" providerId="ADAL" clId="{FE92FA83-C5AF-5FC8-9F2D-EF9A07F1B805}" dt="2025-12-22T20:44:08.330" v="64" actId="20577"/>
          <ac:spMkLst>
            <pc:docMk/>
            <pc:sldMk cId="1088367661" sldId="311"/>
            <ac:spMk id="7" creationId="{D746C965-8F75-11AD-8F10-F5C599C88A1D}"/>
          </ac:spMkLst>
        </pc:spChg>
        <pc:spChg chg="mod">
          <ac:chgData name="Sarah Rew" userId="f1a7a44c-7b29-425e-bf99-c5262f8cc243" providerId="ADAL" clId="{FE92FA83-C5AF-5FC8-9F2D-EF9A07F1B805}" dt="2025-12-22T20:46:25.693" v="117" actId="20577"/>
          <ac:spMkLst>
            <pc:docMk/>
            <pc:sldMk cId="1088367661" sldId="311"/>
            <ac:spMk id="8" creationId="{9AA28A0C-B910-967B-8932-33D3E2277D73}"/>
          </ac:spMkLst>
        </pc:spChg>
        <pc:spChg chg="mod">
          <ac:chgData name="Sarah Rew" userId="f1a7a44c-7b29-425e-bf99-c5262f8cc243" providerId="ADAL" clId="{FE92FA83-C5AF-5FC8-9F2D-EF9A07F1B805}" dt="2025-12-22T20:44:40.916" v="75" actId="207"/>
          <ac:spMkLst>
            <pc:docMk/>
            <pc:sldMk cId="1088367661" sldId="311"/>
            <ac:spMk id="9" creationId="{1A7AF68C-2B21-5624-EA11-A4A3246955A9}"/>
          </ac:spMkLst>
        </pc:spChg>
        <pc:spChg chg="mod">
          <ac:chgData name="Sarah Rew" userId="f1a7a44c-7b29-425e-bf99-c5262f8cc243" providerId="ADAL" clId="{FE92FA83-C5AF-5FC8-9F2D-EF9A07F1B805}" dt="2025-12-22T20:45:01.593" v="87" actId="20577"/>
          <ac:spMkLst>
            <pc:docMk/>
            <pc:sldMk cId="1088367661" sldId="311"/>
            <ac:spMk id="10" creationId="{6222329A-CC81-C2D7-A06F-49D71FB8B2E8}"/>
          </ac:spMkLst>
        </pc:spChg>
        <pc:spChg chg="mod">
          <ac:chgData name="Sarah Rew" userId="f1a7a44c-7b29-425e-bf99-c5262f8cc243" providerId="ADAL" clId="{FE92FA83-C5AF-5FC8-9F2D-EF9A07F1B805}" dt="2025-12-22T20:45:27.569" v="96" actId="207"/>
          <ac:spMkLst>
            <pc:docMk/>
            <pc:sldMk cId="1088367661" sldId="311"/>
            <ac:spMk id="11" creationId="{6A37F711-6AD7-0F1A-C51D-42CAE1722B20}"/>
          </ac:spMkLst>
        </pc:spChg>
        <pc:spChg chg="mod">
          <ac:chgData name="Sarah Rew" userId="f1a7a44c-7b29-425e-bf99-c5262f8cc243" providerId="ADAL" clId="{FE92FA83-C5AF-5FC8-9F2D-EF9A07F1B805}" dt="2025-12-22T20:46:57.174" v="138" actId="20577"/>
          <ac:spMkLst>
            <pc:docMk/>
            <pc:sldMk cId="1088367661" sldId="311"/>
            <ac:spMk id="12" creationId="{DD34DADA-601B-AD48-0987-BC5F8B28F47D}"/>
          </ac:spMkLst>
        </pc:spChg>
        <pc:spChg chg="mod">
          <ac:chgData name="Sarah Rew" userId="f1a7a44c-7b29-425e-bf99-c5262f8cc243" providerId="ADAL" clId="{FE92FA83-C5AF-5FC8-9F2D-EF9A07F1B805}" dt="2025-12-22T20:47:24.512" v="150" actId="20577"/>
          <ac:spMkLst>
            <pc:docMk/>
            <pc:sldMk cId="1088367661" sldId="311"/>
            <ac:spMk id="13" creationId="{057C821F-AF7B-C9A5-3FE3-C69515587A9F}"/>
          </ac:spMkLst>
        </pc:spChg>
        <pc:spChg chg="mod">
          <ac:chgData name="Sarah Rew" userId="f1a7a44c-7b29-425e-bf99-c5262f8cc243" providerId="ADAL" clId="{FE92FA83-C5AF-5FC8-9F2D-EF9A07F1B805}" dt="2025-12-22T20:48:03.848" v="168" actId="207"/>
          <ac:spMkLst>
            <pc:docMk/>
            <pc:sldMk cId="1088367661" sldId="311"/>
            <ac:spMk id="14" creationId="{54996310-7EF8-ABD5-B123-68D5D4FB4929}"/>
          </ac:spMkLst>
        </pc:spChg>
        <pc:spChg chg="mod">
          <ac:chgData name="Sarah Rew" userId="f1a7a44c-7b29-425e-bf99-c5262f8cc243" providerId="ADAL" clId="{FE92FA83-C5AF-5FC8-9F2D-EF9A07F1B805}" dt="2025-12-22T20:48:45.408" v="193" actId="207"/>
          <ac:spMkLst>
            <pc:docMk/>
            <pc:sldMk cId="1088367661" sldId="311"/>
            <ac:spMk id="15" creationId="{07B65B13-D67A-9F8D-2759-6B7EEE004B62}"/>
          </ac:spMkLst>
        </pc:spChg>
        <pc:spChg chg="mod">
          <ac:chgData name="Sarah Rew" userId="f1a7a44c-7b29-425e-bf99-c5262f8cc243" providerId="ADAL" clId="{FE92FA83-C5AF-5FC8-9F2D-EF9A07F1B805}" dt="2025-12-22T20:48:26.415" v="179" actId="20577"/>
          <ac:spMkLst>
            <pc:docMk/>
            <pc:sldMk cId="1088367661" sldId="311"/>
            <ac:spMk id="16" creationId="{9A8E25B2-323D-9CF1-7B06-D0310F958DB2}"/>
          </ac:spMkLst>
        </pc:spChg>
      </pc:sldChg>
      <pc:sldChg chg="modSp mod">
        <pc:chgData name="Sarah Rew" userId="f1a7a44c-7b29-425e-bf99-c5262f8cc243" providerId="ADAL" clId="{FE92FA83-C5AF-5FC8-9F2D-EF9A07F1B805}" dt="2025-12-22T21:12:24.482" v="1142" actId="207"/>
        <pc:sldMkLst>
          <pc:docMk/>
          <pc:sldMk cId="4177630146" sldId="312"/>
        </pc:sldMkLst>
        <pc:spChg chg="mod">
          <ac:chgData name="Sarah Rew" userId="f1a7a44c-7b29-425e-bf99-c5262f8cc243" providerId="ADAL" clId="{FE92FA83-C5AF-5FC8-9F2D-EF9A07F1B805}" dt="2025-12-22T21:12:24.482" v="1142" actId="207"/>
          <ac:spMkLst>
            <pc:docMk/>
            <pc:sldMk cId="4177630146" sldId="312"/>
            <ac:spMk id="3" creationId="{E80C9E7E-3D2E-EFEB-EC35-C1B4380D86EB}"/>
          </ac:spMkLst>
        </pc:spChg>
        <pc:spChg chg="mod">
          <ac:chgData name="Sarah Rew" userId="f1a7a44c-7b29-425e-bf99-c5262f8cc243" providerId="ADAL" clId="{FE92FA83-C5AF-5FC8-9F2D-EF9A07F1B805}" dt="2025-12-22T21:12:24.482" v="1142" actId="207"/>
          <ac:spMkLst>
            <pc:docMk/>
            <pc:sldMk cId="4177630146" sldId="312"/>
            <ac:spMk id="4" creationId="{846A2037-267E-746A-3095-CF3A1E02A0DB}"/>
          </ac:spMkLst>
        </pc:spChg>
        <pc:spChg chg="mod">
          <ac:chgData name="Sarah Rew" userId="f1a7a44c-7b29-425e-bf99-c5262f8cc243" providerId="ADAL" clId="{FE92FA83-C5AF-5FC8-9F2D-EF9A07F1B805}" dt="2025-12-22T20:52:03.483" v="213" actId="207"/>
          <ac:spMkLst>
            <pc:docMk/>
            <pc:sldMk cId="4177630146" sldId="312"/>
            <ac:spMk id="7" creationId="{A2C59A97-3F6D-810C-E6A1-14C6B3C83401}"/>
          </ac:spMkLst>
        </pc:spChg>
        <pc:spChg chg="mod">
          <ac:chgData name="Sarah Rew" userId="f1a7a44c-7b29-425e-bf99-c5262f8cc243" providerId="ADAL" clId="{FE92FA83-C5AF-5FC8-9F2D-EF9A07F1B805}" dt="2025-12-22T20:52:03.483" v="213" actId="207"/>
          <ac:spMkLst>
            <pc:docMk/>
            <pc:sldMk cId="4177630146" sldId="312"/>
            <ac:spMk id="8" creationId="{40881255-084B-F33C-D0F9-37DA925E8854}"/>
          </ac:spMkLst>
        </pc:spChg>
        <pc:spChg chg="mod">
          <ac:chgData name="Sarah Rew" userId="f1a7a44c-7b29-425e-bf99-c5262f8cc243" providerId="ADAL" clId="{FE92FA83-C5AF-5FC8-9F2D-EF9A07F1B805}" dt="2025-12-22T20:52:03.483" v="213" actId="207"/>
          <ac:spMkLst>
            <pc:docMk/>
            <pc:sldMk cId="4177630146" sldId="312"/>
            <ac:spMk id="10" creationId="{F23846F6-3387-64F5-EEB2-A246096C6188}"/>
          </ac:spMkLst>
        </pc:spChg>
      </pc:sldChg>
      <pc:sldChg chg="modSp mod">
        <pc:chgData name="Sarah Rew" userId="f1a7a44c-7b29-425e-bf99-c5262f8cc243" providerId="ADAL" clId="{FE92FA83-C5AF-5FC8-9F2D-EF9A07F1B805}" dt="2025-12-22T21:12:29.966" v="1143" actId="207"/>
        <pc:sldMkLst>
          <pc:docMk/>
          <pc:sldMk cId="3413149310" sldId="313"/>
        </pc:sldMkLst>
        <pc:spChg chg="mod">
          <ac:chgData name="Sarah Rew" userId="f1a7a44c-7b29-425e-bf99-c5262f8cc243" providerId="ADAL" clId="{FE92FA83-C5AF-5FC8-9F2D-EF9A07F1B805}" dt="2025-12-22T21:12:29.966" v="1143" actId="207"/>
          <ac:spMkLst>
            <pc:docMk/>
            <pc:sldMk cId="3413149310" sldId="313"/>
            <ac:spMk id="4" creationId="{76FDD4CA-4D5D-C2B3-635A-278BFE952BF8}"/>
          </ac:spMkLst>
        </pc:spChg>
        <pc:spChg chg="mod">
          <ac:chgData name="Sarah Rew" userId="f1a7a44c-7b29-425e-bf99-c5262f8cc243" providerId="ADAL" clId="{FE92FA83-C5AF-5FC8-9F2D-EF9A07F1B805}" dt="2025-12-22T21:12:29.966" v="1143" actId="207"/>
          <ac:spMkLst>
            <pc:docMk/>
            <pc:sldMk cId="3413149310" sldId="313"/>
            <ac:spMk id="5" creationId="{4C0CD70A-4ED1-5B2E-0A29-8F84EBC510DE}"/>
          </ac:spMkLst>
        </pc:spChg>
        <pc:spChg chg="mod">
          <ac:chgData name="Sarah Rew" userId="f1a7a44c-7b29-425e-bf99-c5262f8cc243" providerId="ADAL" clId="{FE92FA83-C5AF-5FC8-9F2D-EF9A07F1B805}" dt="2025-12-22T21:12:29.966" v="1143" actId="207"/>
          <ac:spMkLst>
            <pc:docMk/>
            <pc:sldMk cId="3413149310" sldId="313"/>
            <ac:spMk id="6" creationId="{BA2C3F70-0769-12EE-943D-FC9E1502E08C}"/>
          </ac:spMkLst>
        </pc:spChg>
        <pc:spChg chg="mod">
          <ac:chgData name="Sarah Rew" userId="f1a7a44c-7b29-425e-bf99-c5262f8cc243" providerId="ADAL" clId="{FE92FA83-C5AF-5FC8-9F2D-EF9A07F1B805}" dt="2025-12-22T20:52:15.660" v="217" actId="207"/>
          <ac:spMkLst>
            <pc:docMk/>
            <pc:sldMk cId="3413149310" sldId="313"/>
            <ac:spMk id="8" creationId="{E92CF883-EC76-84BD-F739-276A0A193A2E}"/>
          </ac:spMkLst>
        </pc:spChg>
        <pc:spChg chg="mod">
          <ac:chgData name="Sarah Rew" userId="f1a7a44c-7b29-425e-bf99-c5262f8cc243" providerId="ADAL" clId="{FE92FA83-C5AF-5FC8-9F2D-EF9A07F1B805}" dt="2025-12-22T20:52:15.660" v="217" actId="207"/>
          <ac:spMkLst>
            <pc:docMk/>
            <pc:sldMk cId="3413149310" sldId="313"/>
            <ac:spMk id="9" creationId="{D99F0A64-49C6-4B81-C29E-B926F7BC5129}"/>
          </ac:spMkLst>
        </pc:spChg>
        <pc:spChg chg="mod">
          <ac:chgData name="Sarah Rew" userId="f1a7a44c-7b29-425e-bf99-c5262f8cc243" providerId="ADAL" clId="{FE92FA83-C5AF-5FC8-9F2D-EF9A07F1B805}" dt="2025-12-22T20:52:15.660" v="217" actId="207"/>
          <ac:spMkLst>
            <pc:docMk/>
            <pc:sldMk cId="3413149310" sldId="313"/>
            <ac:spMk id="11" creationId="{8426DF9C-C9A4-6F6E-5F7E-2FBC5E1905FA}"/>
          </ac:spMkLst>
        </pc:spChg>
        <pc:spChg chg="mod">
          <ac:chgData name="Sarah Rew" userId="f1a7a44c-7b29-425e-bf99-c5262f8cc243" providerId="ADAL" clId="{FE92FA83-C5AF-5FC8-9F2D-EF9A07F1B805}" dt="2025-12-22T20:52:15.660" v="217" actId="207"/>
          <ac:spMkLst>
            <pc:docMk/>
            <pc:sldMk cId="3413149310" sldId="313"/>
            <ac:spMk id="12" creationId="{E970A439-3817-6287-154C-36DD035A7E97}"/>
          </ac:spMkLst>
        </pc:spChg>
      </pc:sldChg>
      <pc:sldChg chg="modSp mod">
        <pc:chgData name="Sarah Rew" userId="f1a7a44c-7b29-425e-bf99-c5262f8cc243" providerId="ADAL" clId="{FE92FA83-C5AF-5FC8-9F2D-EF9A07F1B805}" dt="2025-12-22T20:51:23.545" v="206" actId="207"/>
        <pc:sldMkLst>
          <pc:docMk/>
          <pc:sldMk cId="3616594435" sldId="318"/>
        </pc:sldMkLst>
        <pc:spChg chg="mod">
          <ac:chgData name="Sarah Rew" userId="f1a7a44c-7b29-425e-bf99-c5262f8cc243" providerId="ADAL" clId="{FE92FA83-C5AF-5FC8-9F2D-EF9A07F1B805}" dt="2025-12-22T20:51:16.977" v="204" actId="207"/>
          <ac:spMkLst>
            <pc:docMk/>
            <pc:sldMk cId="3616594435" sldId="318"/>
            <ac:spMk id="6" creationId="{7C651F71-07F5-FF3D-52FF-9212D24005E8}"/>
          </ac:spMkLst>
        </pc:spChg>
        <pc:spChg chg="mod">
          <ac:chgData name="Sarah Rew" userId="f1a7a44c-7b29-425e-bf99-c5262f8cc243" providerId="ADAL" clId="{FE92FA83-C5AF-5FC8-9F2D-EF9A07F1B805}" dt="2025-12-22T20:51:23.545" v="206" actId="207"/>
          <ac:spMkLst>
            <pc:docMk/>
            <pc:sldMk cId="3616594435" sldId="318"/>
            <ac:spMk id="7" creationId="{86377846-4388-76C7-FE16-21251A557167}"/>
          </ac:spMkLst>
        </pc:spChg>
      </pc:sldChg>
      <pc:sldChg chg="modSp mod">
        <pc:chgData name="Sarah Rew" userId="f1a7a44c-7b29-425e-bf99-c5262f8cc243" providerId="ADAL" clId="{FE92FA83-C5AF-5FC8-9F2D-EF9A07F1B805}" dt="2025-12-22T20:51:28.020" v="207" actId="207"/>
        <pc:sldMkLst>
          <pc:docMk/>
          <pc:sldMk cId="3524529674" sldId="319"/>
        </pc:sldMkLst>
        <pc:spChg chg="mod">
          <ac:chgData name="Sarah Rew" userId="f1a7a44c-7b29-425e-bf99-c5262f8cc243" providerId="ADAL" clId="{FE92FA83-C5AF-5FC8-9F2D-EF9A07F1B805}" dt="2025-12-22T20:51:28.020" v="207" actId="207"/>
          <ac:spMkLst>
            <pc:docMk/>
            <pc:sldMk cId="3524529674" sldId="319"/>
            <ac:spMk id="2" creationId="{893B8F0E-45A3-95DA-25F1-927959F51B55}"/>
          </ac:spMkLst>
        </pc:spChg>
        <pc:spChg chg="mod">
          <ac:chgData name="Sarah Rew" userId="f1a7a44c-7b29-425e-bf99-c5262f8cc243" providerId="ADAL" clId="{FE92FA83-C5AF-5FC8-9F2D-EF9A07F1B805}" dt="2025-12-22T20:51:28.020" v="207" actId="207"/>
          <ac:spMkLst>
            <pc:docMk/>
            <pc:sldMk cId="3524529674" sldId="319"/>
            <ac:spMk id="8" creationId="{B7160206-A66C-9CC5-2C8A-568F0FC18AE4}"/>
          </ac:spMkLst>
        </pc:spChg>
      </pc:sldChg>
      <pc:sldChg chg="modSp mod">
        <pc:chgData name="Sarah Rew" userId="f1a7a44c-7b29-425e-bf99-c5262f8cc243" providerId="ADAL" clId="{FE92FA83-C5AF-5FC8-9F2D-EF9A07F1B805}" dt="2025-12-22T20:51:31.843" v="208" actId="207"/>
        <pc:sldMkLst>
          <pc:docMk/>
          <pc:sldMk cId="3215695720" sldId="320"/>
        </pc:sldMkLst>
        <pc:spChg chg="mod">
          <ac:chgData name="Sarah Rew" userId="f1a7a44c-7b29-425e-bf99-c5262f8cc243" providerId="ADAL" clId="{FE92FA83-C5AF-5FC8-9F2D-EF9A07F1B805}" dt="2025-12-22T20:51:31.843" v="208" actId="207"/>
          <ac:spMkLst>
            <pc:docMk/>
            <pc:sldMk cId="3215695720" sldId="320"/>
            <ac:spMk id="6" creationId="{DE603AFD-CFAA-9359-6E0E-5E9BFF8862E5}"/>
          </ac:spMkLst>
        </pc:spChg>
      </pc:sldChg>
      <pc:sldChg chg="modSp mod">
        <pc:chgData name="Sarah Rew" userId="f1a7a44c-7b29-425e-bf99-c5262f8cc243" providerId="ADAL" clId="{FE92FA83-C5AF-5FC8-9F2D-EF9A07F1B805}" dt="2025-12-22T21:12:53.922" v="1148" actId="207"/>
        <pc:sldMkLst>
          <pc:docMk/>
          <pc:sldMk cId="1782006395" sldId="323"/>
        </pc:sldMkLst>
        <pc:spChg chg="mod">
          <ac:chgData name="Sarah Rew" userId="f1a7a44c-7b29-425e-bf99-c5262f8cc243" providerId="ADAL" clId="{FE92FA83-C5AF-5FC8-9F2D-EF9A07F1B805}" dt="2025-12-22T21:12:53.922" v="1148" actId="207"/>
          <ac:spMkLst>
            <pc:docMk/>
            <pc:sldMk cId="1782006395" sldId="323"/>
            <ac:spMk id="4" creationId="{D52CA1D7-0EF3-01A5-EAC0-D91E8E52DCB2}"/>
          </ac:spMkLst>
        </pc:spChg>
        <pc:spChg chg="mod">
          <ac:chgData name="Sarah Rew" userId="f1a7a44c-7b29-425e-bf99-c5262f8cc243" providerId="ADAL" clId="{FE92FA83-C5AF-5FC8-9F2D-EF9A07F1B805}" dt="2025-12-22T20:51:45.935" v="210" actId="207"/>
          <ac:spMkLst>
            <pc:docMk/>
            <pc:sldMk cId="1782006395" sldId="323"/>
            <ac:spMk id="7" creationId="{2D88B564-7F32-4A47-333E-B6A3D2385A7A}"/>
          </ac:spMkLst>
        </pc:spChg>
        <pc:spChg chg="mod">
          <ac:chgData name="Sarah Rew" userId="f1a7a44c-7b29-425e-bf99-c5262f8cc243" providerId="ADAL" clId="{FE92FA83-C5AF-5FC8-9F2D-EF9A07F1B805}" dt="2025-12-22T20:51:45.935" v="210" actId="207"/>
          <ac:spMkLst>
            <pc:docMk/>
            <pc:sldMk cId="1782006395" sldId="323"/>
            <ac:spMk id="9" creationId="{A9ADBF83-28C7-AB68-2EF3-7C99615E9221}"/>
          </ac:spMkLst>
        </pc:spChg>
      </pc:sldChg>
      <pc:sldChg chg="modSp mod">
        <pc:chgData name="Sarah Rew" userId="f1a7a44c-7b29-425e-bf99-c5262f8cc243" providerId="ADAL" clId="{FE92FA83-C5AF-5FC8-9F2D-EF9A07F1B805}" dt="2025-12-22T20:51:40.184" v="209" actId="207"/>
        <pc:sldMkLst>
          <pc:docMk/>
          <pc:sldMk cId="1737582093" sldId="324"/>
        </pc:sldMkLst>
        <pc:spChg chg="mod">
          <ac:chgData name="Sarah Rew" userId="f1a7a44c-7b29-425e-bf99-c5262f8cc243" providerId="ADAL" clId="{FE92FA83-C5AF-5FC8-9F2D-EF9A07F1B805}" dt="2025-12-22T20:51:40.184" v="209" actId="207"/>
          <ac:spMkLst>
            <pc:docMk/>
            <pc:sldMk cId="1737582093" sldId="324"/>
            <ac:spMk id="6" creationId="{4CB5B958-DC93-6397-C141-4E09AABC894F}"/>
          </ac:spMkLst>
        </pc:spChg>
        <pc:spChg chg="mod">
          <ac:chgData name="Sarah Rew" userId="f1a7a44c-7b29-425e-bf99-c5262f8cc243" providerId="ADAL" clId="{FE92FA83-C5AF-5FC8-9F2D-EF9A07F1B805}" dt="2025-12-22T20:51:40.184" v="209" actId="207"/>
          <ac:spMkLst>
            <pc:docMk/>
            <pc:sldMk cId="1737582093" sldId="324"/>
            <ac:spMk id="8" creationId="{6C3B820D-5DF8-E463-9E03-E4CFCE80C0C5}"/>
          </ac:spMkLst>
        </pc:spChg>
      </pc:sldChg>
      <pc:sldMasterChg chg="modSp mod modSldLayout">
        <pc:chgData name="Sarah Rew" userId="f1a7a44c-7b29-425e-bf99-c5262f8cc243" providerId="ADAL" clId="{FE92FA83-C5AF-5FC8-9F2D-EF9A07F1B805}" dt="2025-12-22T21:20:32.942" v="1236"/>
        <pc:sldMasterMkLst>
          <pc:docMk/>
          <pc:sldMasterMk cId="3582624231" sldId="2147484608"/>
        </pc:sldMasterMkLst>
        <pc:spChg chg="mod">
          <ac:chgData name="Sarah Rew" userId="f1a7a44c-7b29-425e-bf99-c5262f8cc243" providerId="ADAL" clId="{FE92FA83-C5AF-5FC8-9F2D-EF9A07F1B805}" dt="2025-12-22T21:09:21.796" v="949" actId="207"/>
          <ac:spMkLst>
            <pc:docMk/>
            <pc:sldMasterMk cId="3582624231" sldId="2147484608"/>
            <ac:spMk id="2" creationId="{790AA39C-BEC1-906A-1692-D2E229039263}"/>
          </ac:spMkLst>
        </pc:spChg>
        <pc:spChg chg="mod">
          <ac:chgData name="Sarah Rew" userId="f1a7a44c-7b29-425e-bf99-c5262f8cc243" providerId="ADAL" clId="{FE92FA83-C5AF-5FC8-9F2D-EF9A07F1B805}" dt="2025-12-22T21:09:21.796" v="949" actId="207"/>
          <ac:spMkLst>
            <pc:docMk/>
            <pc:sldMasterMk cId="3582624231" sldId="2147484608"/>
            <ac:spMk id="3" creationId="{8DC58461-4AC5-3ADB-373D-1B6C07A64ECA}"/>
          </ac:spMkLst>
        </pc:spChg>
        <pc:spChg chg="mod">
          <ac:chgData name="Sarah Rew" userId="f1a7a44c-7b29-425e-bf99-c5262f8cc243" providerId="ADAL" clId="{FE92FA83-C5AF-5FC8-9F2D-EF9A07F1B805}" dt="2025-12-22T20:56:47.093" v="271" actId="207"/>
          <ac:spMkLst>
            <pc:docMk/>
            <pc:sldMasterMk cId="3582624231" sldId="2147484608"/>
            <ac:spMk id="13" creationId="{CBCE3CBA-2D4D-3C31-3D22-19249E03BAC6}"/>
          </ac:spMkLst>
        </pc:spChg>
        <pc:sldLayoutChg chg="modSp mod">
          <pc:chgData name="Sarah Rew" userId="f1a7a44c-7b29-425e-bf99-c5262f8cc243" providerId="ADAL" clId="{FE92FA83-C5AF-5FC8-9F2D-EF9A07F1B805}" dt="2025-12-22T21:04:30.349" v="430" actId="1076"/>
          <pc:sldLayoutMkLst>
            <pc:docMk/>
            <pc:sldMasterMk cId="3582624231" sldId="2147484608"/>
            <pc:sldLayoutMk cId="2959749539" sldId="2147484605"/>
          </pc:sldLayoutMkLst>
          <pc:spChg chg="mod">
            <ac:chgData name="Sarah Rew" userId="f1a7a44c-7b29-425e-bf99-c5262f8cc243" providerId="ADAL" clId="{FE92FA83-C5AF-5FC8-9F2D-EF9A07F1B805}" dt="2025-12-22T20:54:36.830" v="246" actId="207"/>
            <ac:spMkLst>
              <pc:docMk/>
              <pc:sldMasterMk cId="3582624231" sldId="2147484608"/>
              <pc:sldLayoutMk cId="2959749539" sldId="2147484605"/>
              <ac:spMk id="2" creationId="{F146EE9E-EA74-B353-B205-0030149E62E9}"/>
            </ac:spMkLst>
          </pc:spChg>
          <pc:spChg chg="mod">
            <ac:chgData name="Sarah Rew" userId="f1a7a44c-7b29-425e-bf99-c5262f8cc243" providerId="ADAL" clId="{FE92FA83-C5AF-5FC8-9F2D-EF9A07F1B805}" dt="2025-12-22T21:04:30.349" v="430" actId="1076"/>
            <ac:spMkLst>
              <pc:docMk/>
              <pc:sldMasterMk cId="3582624231" sldId="2147484608"/>
              <pc:sldLayoutMk cId="2959749539" sldId="2147484605"/>
              <ac:spMk id="6" creationId="{6FEA2F39-F877-C0C8-7110-27B291A5F410}"/>
            </ac:spMkLst>
          </pc:spChg>
          <pc:spChg chg="mod">
            <ac:chgData name="Sarah Rew" userId="f1a7a44c-7b29-425e-bf99-c5262f8cc243" providerId="ADAL" clId="{FE92FA83-C5AF-5FC8-9F2D-EF9A07F1B805}" dt="2025-12-22T20:54:36.830" v="246" actId="207"/>
            <ac:spMkLst>
              <pc:docMk/>
              <pc:sldMasterMk cId="3582624231" sldId="2147484608"/>
              <pc:sldLayoutMk cId="2959749539" sldId="2147484605"/>
              <ac:spMk id="13" creationId="{FB98F489-02D5-7963-0AC5-E49DFBE73CF3}"/>
            </ac:spMkLst>
          </pc:spChg>
          <pc:spChg chg="mod">
            <ac:chgData name="Sarah Rew" userId="f1a7a44c-7b29-425e-bf99-c5262f8cc243" providerId="ADAL" clId="{FE92FA83-C5AF-5FC8-9F2D-EF9A07F1B805}" dt="2025-12-22T20:57:58.791" v="279" actId="207"/>
            <ac:spMkLst>
              <pc:docMk/>
              <pc:sldMasterMk cId="3582624231" sldId="2147484608"/>
              <pc:sldLayoutMk cId="2959749539" sldId="2147484605"/>
              <ac:spMk id="15" creationId="{7975F001-7246-860C-C18B-3B5234170BDB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1:09:35.479" v="950" actId="207"/>
          <pc:sldLayoutMkLst>
            <pc:docMk/>
            <pc:sldMasterMk cId="3582624231" sldId="2147484608"/>
            <pc:sldLayoutMk cId="2646475264" sldId="2147484606"/>
          </pc:sldLayoutMkLst>
          <pc:spChg chg="mod">
            <ac:chgData name="Sarah Rew" userId="f1a7a44c-7b29-425e-bf99-c5262f8cc243" providerId="ADAL" clId="{FE92FA83-C5AF-5FC8-9F2D-EF9A07F1B805}" dt="2025-12-22T21:09:35.479" v="950" actId="207"/>
            <ac:spMkLst>
              <pc:docMk/>
              <pc:sldMasterMk cId="3582624231" sldId="2147484608"/>
              <pc:sldLayoutMk cId="2646475264" sldId="2147484606"/>
              <ac:spMk id="3" creationId="{4C2F0AAB-4930-F3BA-7E37-CD1E1102B368}"/>
            </ac:spMkLst>
          </pc:spChg>
          <pc:spChg chg="mod">
            <ac:chgData name="Sarah Rew" userId="f1a7a44c-7b29-425e-bf99-c5262f8cc243" providerId="ADAL" clId="{FE92FA83-C5AF-5FC8-9F2D-EF9A07F1B805}" dt="2025-12-22T21:06:37.469" v="933" actId="207"/>
            <ac:spMkLst>
              <pc:docMk/>
              <pc:sldMasterMk cId="3582624231" sldId="2147484608"/>
              <pc:sldLayoutMk cId="2646475264" sldId="2147484606"/>
              <ac:spMk id="16" creationId="{3074D64B-290E-9670-9544-D9D649B2BB0F}"/>
            </ac:spMkLst>
          </pc:spChg>
          <pc:picChg chg="mod">
            <ac:chgData name="Sarah Rew" userId="f1a7a44c-7b29-425e-bf99-c5262f8cc243" providerId="ADAL" clId="{FE92FA83-C5AF-5FC8-9F2D-EF9A07F1B805}" dt="2025-12-22T20:55:23.647" v="256" actId="207"/>
            <ac:picMkLst>
              <pc:docMk/>
              <pc:sldMasterMk cId="3582624231" sldId="2147484608"/>
              <pc:sldLayoutMk cId="2646475264" sldId="2147484606"/>
              <ac:picMk id="15" creationId="{8B8A2D5F-EDC8-5ECD-EA5E-D1EA4F3847BD}"/>
            </ac:picMkLst>
          </pc:picChg>
        </pc:sldLayoutChg>
        <pc:sldLayoutChg chg="modSp mod">
          <pc:chgData name="Sarah Rew" userId="f1a7a44c-7b29-425e-bf99-c5262f8cc243" providerId="ADAL" clId="{FE92FA83-C5AF-5FC8-9F2D-EF9A07F1B805}" dt="2025-12-22T20:56:31.775" v="270" actId="207"/>
          <pc:sldLayoutMkLst>
            <pc:docMk/>
            <pc:sldMasterMk cId="3582624231" sldId="2147484608"/>
            <pc:sldLayoutMk cId="1434697895" sldId="2147484616"/>
          </pc:sldLayoutMkLst>
          <pc:spChg chg="mod">
            <ac:chgData name="Sarah Rew" userId="f1a7a44c-7b29-425e-bf99-c5262f8cc243" providerId="ADAL" clId="{FE92FA83-C5AF-5FC8-9F2D-EF9A07F1B805}" dt="2025-12-22T20:56:28.174" v="269" actId="207"/>
            <ac:spMkLst>
              <pc:docMk/>
              <pc:sldMasterMk cId="3582624231" sldId="2147484608"/>
              <pc:sldLayoutMk cId="1434697895" sldId="2147484616"/>
              <ac:spMk id="2" creationId="{84C65453-D897-BB97-8788-A23EA16193C7}"/>
            </ac:spMkLst>
          </pc:spChg>
          <pc:spChg chg="mod">
            <ac:chgData name="Sarah Rew" userId="f1a7a44c-7b29-425e-bf99-c5262f8cc243" providerId="ADAL" clId="{FE92FA83-C5AF-5FC8-9F2D-EF9A07F1B805}" dt="2025-12-22T20:56:31.775" v="270" actId="207"/>
            <ac:spMkLst>
              <pc:docMk/>
              <pc:sldMasterMk cId="3582624231" sldId="2147484608"/>
              <pc:sldLayoutMk cId="1434697895" sldId="2147484616"/>
              <ac:spMk id="4" creationId="{1E8CB987-252B-84A6-16FD-427F45F19DFC}"/>
            </ac:spMkLst>
          </pc:spChg>
          <pc:spChg chg="mod">
            <ac:chgData name="Sarah Rew" userId="f1a7a44c-7b29-425e-bf99-c5262f8cc243" providerId="ADAL" clId="{FE92FA83-C5AF-5FC8-9F2D-EF9A07F1B805}" dt="2025-12-22T20:56:31.775" v="270" actId="207"/>
            <ac:spMkLst>
              <pc:docMk/>
              <pc:sldMasterMk cId="3582624231" sldId="2147484608"/>
              <pc:sldLayoutMk cId="1434697895" sldId="2147484616"/>
              <ac:spMk id="10" creationId="{72CC3BAE-14BB-D4A8-09FD-F7697BE2238D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0:56:54.712" v="272" actId="207"/>
          <pc:sldLayoutMkLst>
            <pc:docMk/>
            <pc:sldMasterMk cId="3582624231" sldId="2147484608"/>
            <pc:sldLayoutMk cId="1950776027" sldId="2147484617"/>
          </pc:sldLayoutMkLst>
          <pc:spChg chg="mod">
            <ac:chgData name="Sarah Rew" userId="f1a7a44c-7b29-425e-bf99-c5262f8cc243" providerId="ADAL" clId="{FE92FA83-C5AF-5FC8-9F2D-EF9A07F1B805}" dt="2025-12-22T20:56:54.712" v="272" actId="207"/>
            <ac:spMkLst>
              <pc:docMk/>
              <pc:sldMasterMk cId="3582624231" sldId="2147484608"/>
              <pc:sldLayoutMk cId="1950776027" sldId="2147484617"/>
              <ac:spMk id="2" creationId="{4792C366-A205-96A4-262B-D2516C01E38C}"/>
            </ac:spMkLst>
          </pc:spChg>
          <pc:spChg chg="mod">
            <ac:chgData name="Sarah Rew" userId="f1a7a44c-7b29-425e-bf99-c5262f8cc243" providerId="ADAL" clId="{FE92FA83-C5AF-5FC8-9F2D-EF9A07F1B805}" dt="2025-12-22T20:56:54.712" v="272" actId="207"/>
            <ac:spMkLst>
              <pc:docMk/>
              <pc:sldMasterMk cId="3582624231" sldId="2147484608"/>
              <pc:sldLayoutMk cId="1950776027" sldId="2147484617"/>
              <ac:spMk id="4" creationId="{A68DC722-9070-1ADE-F2DC-5227F0791E74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1:07:42.015" v="941" actId="692"/>
          <pc:sldLayoutMkLst>
            <pc:docMk/>
            <pc:sldMasterMk cId="3582624231" sldId="2147484608"/>
            <pc:sldLayoutMk cId="3480519987" sldId="2147484622"/>
          </pc:sldLayoutMkLst>
          <pc:spChg chg="mod">
            <ac:chgData name="Sarah Rew" userId="f1a7a44c-7b29-425e-bf99-c5262f8cc243" providerId="ADAL" clId="{FE92FA83-C5AF-5FC8-9F2D-EF9A07F1B805}" dt="2025-12-22T20:57:04.207" v="273" actId="207"/>
            <ac:spMkLst>
              <pc:docMk/>
              <pc:sldMasterMk cId="3582624231" sldId="2147484608"/>
              <pc:sldLayoutMk cId="3480519987" sldId="2147484622"/>
              <ac:spMk id="2" creationId="{00000000-0000-0000-0000-000000000000}"/>
            </ac:spMkLst>
          </pc:spChg>
          <pc:spChg chg="mod">
            <ac:chgData name="Sarah Rew" userId="f1a7a44c-7b29-425e-bf99-c5262f8cc243" providerId="ADAL" clId="{FE92FA83-C5AF-5FC8-9F2D-EF9A07F1B805}" dt="2025-12-22T20:57:04.207" v="273" actId="207"/>
            <ac:spMkLst>
              <pc:docMk/>
              <pc:sldMasterMk cId="3582624231" sldId="2147484608"/>
              <pc:sldLayoutMk cId="3480519987" sldId="2147484622"/>
              <ac:spMk id="9" creationId="{A787EECC-F2E3-0946-9D2E-4318930B8737}"/>
            </ac:spMkLst>
          </pc:spChg>
          <pc:cxnChg chg="mod">
            <ac:chgData name="Sarah Rew" userId="f1a7a44c-7b29-425e-bf99-c5262f8cc243" providerId="ADAL" clId="{FE92FA83-C5AF-5FC8-9F2D-EF9A07F1B805}" dt="2025-12-22T21:07:42.015" v="941" actId="692"/>
            <ac:cxnSpMkLst>
              <pc:docMk/>
              <pc:sldMasterMk cId="3582624231" sldId="2147484608"/>
              <pc:sldLayoutMk cId="3480519987" sldId="2147484622"/>
              <ac:cxnSpMk id="4" creationId="{D8CEBDEC-247A-E700-EFA3-CD9A9F7662EE}"/>
            </ac:cxnSpMkLst>
          </pc:cxnChg>
        </pc:sldLayoutChg>
        <pc:sldLayoutChg chg="modSp mod">
          <pc:chgData name="Sarah Rew" userId="f1a7a44c-7b29-425e-bf99-c5262f8cc243" providerId="ADAL" clId="{FE92FA83-C5AF-5FC8-9F2D-EF9A07F1B805}" dt="2025-12-22T21:10:15.021" v="960" actId="207"/>
          <pc:sldLayoutMkLst>
            <pc:docMk/>
            <pc:sldMasterMk cId="3582624231" sldId="2147484608"/>
            <pc:sldLayoutMk cId="1529382211" sldId="2147484623"/>
          </pc:sldLayoutMkLst>
          <pc:spChg chg="mod">
            <ac:chgData name="Sarah Rew" userId="f1a7a44c-7b29-425e-bf99-c5262f8cc243" providerId="ADAL" clId="{FE92FA83-C5AF-5FC8-9F2D-EF9A07F1B805}" dt="2025-12-22T20:57:13.315" v="275" actId="207"/>
            <ac:spMkLst>
              <pc:docMk/>
              <pc:sldMasterMk cId="3582624231" sldId="2147484608"/>
              <pc:sldLayoutMk cId="1529382211" sldId="2147484623"/>
              <ac:spMk id="2" creationId="{00000000-0000-0000-0000-000000000000}"/>
            </ac:spMkLst>
          </pc:spChg>
          <pc:spChg chg="mod">
            <ac:chgData name="Sarah Rew" userId="f1a7a44c-7b29-425e-bf99-c5262f8cc243" providerId="ADAL" clId="{FE92FA83-C5AF-5FC8-9F2D-EF9A07F1B805}" dt="2025-12-22T20:57:13.315" v="275" actId="207"/>
            <ac:spMkLst>
              <pc:docMk/>
              <pc:sldMasterMk cId="3582624231" sldId="2147484608"/>
              <pc:sldLayoutMk cId="1529382211" sldId="2147484623"/>
              <ac:spMk id="6" creationId="{00000000-0000-0000-0000-000000000000}"/>
            </ac:spMkLst>
          </pc:spChg>
          <pc:spChg chg="mod">
            <ac:chgData name="Sarah Rew" userId="f1a7a44c-7b29-425e-bf99-c5262f8cc243" providerId="ADAL" clId="{FE92FA83-C5AF-5FC8-9F2D-EF9A07F1B805}" dt="2025-12-22T21:10:15.021" v="960" actId="207"/>
            <ac:spMkLst>
              <pc:docMk/>
              <pc:sldMasterMk cId="3582624231" sldId="2147484608"/>
              <pc:sldLayoutMk cId="1529382211" sldId="2147484623"/>
              <ac:spMk id="15" creationId="{8A67D744-520E-121E-BB89-394B6FD35AA3}"/>
            </ac:spMkLst>
          </pc:spChg>
          <pc:cxnChg chg="mod">
            <ac:chgData name="Sarah Rew" userId="f1a7a44c-7b29-425e-bf99-c5262f8cc243" providerId="ADAL" clId="{FE92FA83-C5AF-5FC8-9F2D-EF9A07F1B805}" dt="2025-12-22T21:07:32.383" v="939" actId="692"/>
            <ac:cxnSpMkLst>
              <pc:docMk/>
              <pc:sldMasterMk cId="3582624231" sldId="2147484608"/>
              <pc:sldLayoutMk cId="1529382211" sldId="2147484623"/>
              <ac:cxnSpMk id="7" creationId="{2C809E9B-17B1-9418-76B3-36332D633991}"/>
            </ac:cxnSpMkLst>
          </pc:cxnChg>
        </pc:sldLayoutChg>
        <pc:sldLayoutChg chg="modSp mod">
          <pc:chgData name="Sarah Rew" userId="f1a7a44c-7b29-425e-bf99-c5262f8cc243" providerId="ADAL" clId="{FE92FA83-C5AF-5FC8-9F2D-EF9A07F1B805}" dt="2025-12-22T21:07:28.064" v="938" actId="692"/>
          <pc:sldLayoutMkLst>
            <pc:docMk/>
            <pc:sldMasterMk cId="3582624231" sldId="2147484608"/>
            <pc:sldLayoutMk cId="4045708969" sldId="2147484625"/>
          </pc:sldLayoutMkLst>
          <pc:spChg chg="mod">
            <ac:chgData name="Sarah Rew" userId="f1a7a44c-7b29-425e-bf99-c5262f8cc243" providerId="ADAL" clId="{FE92FA83-C5AF-5FC8-9F2D-EF9A07F1B805}" dt="2025-12-22T20:57:18.219" v="276" actId="207"/>
            <ac:spMkLst>
              <pc:docMk/>
              <pc:sldMasterMk cId="3582624231" sldId="2147484608"/>
              <pc:sldLayoutMk cId="4045708969" sldId="2147484625"/>
              <ac:spMk id="2" creationId="{00000000-0000-0000-0000-000000000000}"/>
            </ac:spMkLst>
          </pc:spChg>
          <pc:spChg chg="mod">
            <ac:chgData name="Sarah Rew" userId="f1a7a44c-7b29-425e-bf99-c5262f8cc243" providerId="ADAL" clId="{FE92FA83-C5AF-5FC8-9F2D-EF9A07F1B805}" dt="2025-12-22T20:57:18.219" v="276" actId="207"/>
            <ac:spMkLst>
              <pc:docMk/>
              <pc:sldMasterMk cId="3582624231" sldId="2147484608"/>
              <pc:sldLayoutMk cId="4045708969" sldId="2147484625"/>
              <ac:spMk id="5" creationId="{7944C0CB-3FC1-E6E1-F6FA-8396D5DAA777}"/>
            </ac:spMkLst>
          </pc:spChg>
          <pc:spChg chg="mod">
            <ac:chgData name="Sarah Rew" userId="f1a7a44c-7b29-425e-bf99-c5262f8cc243" providerId="ADAL" clId="{FE92FA83-C5AF-5FC8-9F2D-EF9A07F1B805}" dt="2025-12-22T20:57:18.219" v="276" actId="207"/>
            <ac:spMkLst>
              <pc:docMk/>
              <pc:sldMasterMk cId="3582624231" sldId="2147484608"/>
              <pc:sldLayoutMk cId="4045708969" sldId="2147484625"/>
              <ac:spMk id="7" creationId="{8FE96440-9B84-CF03-EC07-D90B3DC5A3E9}"/>
            </ac:spMkLst>
          </pc:spChg>
          <pc:cxnChg chg="mod">
            <ac:chgData name="Sarah Rew" userId="f1a7a44c-7b29-425e-bf99-c5262f8cc243" providerId="ADAL" clId="{FE92FA83-C5AF-5FC8-9F2D-EF9A07F1B805}" dt="2025-12-22T21:07:28.064" v="938" actId="692"/>
            <ac:cxnSpMkLst>
              <pc:docMk/>
              <pc:sldMasterMk cId="3582624231" sldId="2147484608"/>
              <pc:sldLayoutMk cId="4045708969" sldId="2147484625"/>
              <ac:cxnSpMk id="4" creationId="{25CC5A18-1765-951C-2614-D869FFB6EE24}"/>
            </ac:cxnSpMkLst>
          </pc:cxnChg>
        </pc:sldLayoutChg>
        <pc:sldLayoutChg chg="modSp mod">
          <pc:chgData name="Sarah Rew" userId="f1a7a44c-7b29-425e-bf99-c5262f8cc243" providerId="ADAL" clId="{FE92FA83-C5AF-5FC8-9F2D-EF9A07F1B805}" dt="2025-12-22T21:07:18.499" v="937" actId="692"/>
          <pc:sldLayoutMkLst>
            <pc:docMk/>
            <pc:sldMasterMk cId="3582624231" sldId="2147484608"/>
            <pc:sldLayoutMk cId="3273203059" sldId="2147484626"/>
          </pc:sldLayoutMkLst>
          <pc:spChg chg="mod">
            <ac:chgData name="Sarah Rew" userId="f1a7a44c-7b29-425e-bf99-c5262f8cc243" providerId="ADAL" clId="{FE92FA83-C5AF-5FC8-9F2D-EF9A07F1B805}" dt="2025-12-22T20:57:23.678" v="277" actId="207"/>
            <ac:spMkLst>
              <pc:docMk/>
              <pc:sldMasterMk cId="3582624231" sldId="2147484608"/>
              <pc:sldLayoutMk cId="3273203059" sldId="2147484626"/>
              <ac:spMk id="2" creationId="{00000000-0000-0000-0000-000000000000}"/>
            </ac:spMkLst>
          </pc:spChg>
          <pc:spChg chg="mod">
            <ac:chgData name="Sarah Rew" userId="f1a7a44c-7b29-425e-bf99-c5262f8cc243" providerId="ADAL" clId="{FE92FA83-C5AF-5FC8-9F2D-EF9A07F1B805}" dt="2025-12-22T20:57:23.678" v="277" actId="207"/>
            <ac:spMkLst>
              <pc:docMk/>
              <pc:sldMasterMk cId="3582624231" sldId="2147484608"/>
              <pc:sldLayoutMk cId="3273203059" sldId="2147484626"/>
              <ac:spMk id="7" creationId="{67417A34-E86C-FCE0-387D-4BEDF1A07289}"/>
            </ac:spMkLst>
          </pc:spChg>
          <pc:spChg chg="mod">
            <ac:chgData name="Sarah Rew" userId="f1a7a44c-7b29-425e-bf99-c5262f8cc243" providerId="ADAL" clId="{FE92FA83-C5AF-5FC8-9F2D-EF9A07F1B805}" dt="2025-12-22T20:57:23.678" v="277" actId="207"/>
            <ac:spMkLst>
              <pc:docMk/>
              <pc:sldMasterMk cId="3582624231" sldId="2147484608"/>
              <pc:sldLayoutMk cId="3273203059" sldId="2147484626"/>
              <ac:spMk id="9" creationId="{3575473A-8CB7-9DB4-2AAD-6155CE19FA71}"/>
            </ac:spMkLst>
          </pc:spChg>
          <pc:spChg chg="mod">
            <ac:chgData name="Sarah Rew" userId="f1a7a44c-7b29-425e-bf99-c5262f8cc243" providerId="ADAL" clId="{FE92FA83-C5AF-5FC8-9F2D-EF9A07F1B805}" dt="2025-12-22T20:57:23.678" v="277" actId="207"/>
            <ac:spMkLst>
              <pc:docMk/>
              <pc:sldMasterMk cId="3582624231" sldId="2147484608"/>
              <pc:sldLayoutMk cId="3273203059" sldId="2147484626"/>
              <ac:spMk id="10" creationId="{DEAA9742-CE76-48C0-B6E3-45D50C3796F3}"/>
            </ac:spMkLst>
          </pc:spChg>
          <pc:cxnChg chg="mod">
            <ac:chgData name="Sarah Rew" userId="f1a7a44c-7b29-425e-bf99-c5262f8cc243" providerId="ADAL" clId="{FE92FA83-C5AF-5FC8-9F2D-EF9A07F1B805}" dt="2025-12-22T21:07:18.499" v="937" actId="692"/>
            <ac:cxnSpMkLst>
              <pc:docMk/>
              <pc:sldMasterMk cId="3582624231" sldId="2147484608"/>
              <pc:sldLayoutMk cId="3273203059" sldId="2147484626"/>
              <ac:cxnSpMk id="5" creationId="{7CFA889D-9683-16E4-1682-3862B82142A1}"/>
            </ac:cxnSpMkLst>
          </pc:cxnChg>
        </pc:sldLayoutChg>
        <pc:sldLayoutChg chg="modSp mod">
          <pc:chgData name="Sarah Rew" userId="f1a7a44c-7b29-425e-bf99-c5262f8cc243" providerId="ADAL" clId="{FE92FA83-C5AF-5FC8-9F2D-EF9A07F1B805}" dt="2025-12-22T21:07:10.059" v="936" actId="692"/>
          <pc:sldLayoutMkLst>
            <pc:docMk/>
            <pc:sldMasterMk cId="3582624231" sldId="2147484608"/>
            <pc:sldLayoutMk cId="3612193423" sldId="2147484628"/>
          </pc:sldLayoutMkLst>
          <pc:spChg chg="mod">
            <ac:chgData name="Sarah Rew" userId="f1a7a44c-7b29-425e-bf99-c5262f8cc243" providerId="ADAL" clId="{FE92FA83-C5AF-5FC8-9F2D-EF9A07F1B805}" dt="2025-12-22T20:57:28.177" v="278" actId="207"/>
            <ac:spMkLst>
              <pc:docMk/>
              <pc:sldMasterMk cId="3582624231" sldId="2147484608"/>
              <pc:sldLayoutMk cId="3612193423" sldId="2147484628"/>
              <ac:spMk id="2" creationId="{00000000-0000-0000-0000-000000000000}"/>
            </ac:spMkLst>
          </pc:spChg>
          <pc:cxnChg chg="mod">
            <ac:chgData name="Sarah Rew" userId="f1a7a44c-7b29-425e-bf99-c5262f8cc243" providerId="ADAL" clId="{FE92FA83-C5AF-5FC8-9F2D-EF9A07F1B805}" dt="2025-12-22T21:07:10.059" v="936" actId="692"/>
            <ac:cxnSpMkLst>
              <pc:docMk/>
              <pc:sldMasterMk cId="3582624231" sldId="2147484608"/>
              <pc:sldLayoutMk cId="3612193423" sldId="2147484628"/>
              <ac:cxnSpMk id="5" creationId="{53F051DE-D995-4BB2-52FF-75FB2FB9FCF8}"/>
            </ac:cxnSpMkLst>
          </pc:cxnChg>
        </pc:sldLayoutChg>
        <pc:sldLayoutChg chg="modSp mod">
          <pc:chgData name="Sarah Rew" userId="f1a7a44c-7b29-425e-bf99-c5262f8cc243" providerId="ADAL" clId="{FE92FA83-C5AF-5FC8-9F2D-EF9A07F1B805}" dt="2025-12-22T21:09:50.115" v="954" actId="207"/>
          <pc:sldLayoutMkLst>
            <pc:docMk/>
            <pc:sldMasterMk cId="3582624231" sldId="2147484608"/>
            <pc:sldLayoutMk cId="899250753" sldId="2147484630"/>
          </pc:sldLayoutMkLst>
          <pc:spChg chg="mod">
            <ac:chgData name="Sarah Rew" userId="f1a7a44c-7b29-425e-bf99-c5262f8cc243" providerId="ADAL" clId="{FE92FA83-C5AF-5FC8-9F2D-EF9A07F1B805}" dt="2025-12-22T20:55:54.220" v="261" actId="207"/>
            <ac:spMkLst>
              <pc:docMk/>
              <pc:sldMasterMk cId="3582624231" sldId="2147484608"/>
              <pc:sldLayoutMk cId="899250753" sldId="2147484630"/>
              <ac:spMk id="9" creationId="{C59DF5CE-836E-9BF4-FCC4-C9F3DDFA5C6F}"/>
            </ac:spMkLst>
          </pc:spChg>
          <pc:spChg chg="mod">
            <ac:chgData name="Sarah Rew" userId="f1a7a44c-7b29-425e-bf99-c5262f8cc243" providerId="ADAL" clId="{FE92FA83-C5AF-5FC8-9F2D-EF9A07F1B805}" dt="2025-12-22T21:09:50.115" v="954" actId="207"/>
            <ac:spMkLst>
              <pc:docMk/>
              <pc:sldMasterMk cId="3582624231" sldId="2147484608"/>
              <pc:sldLayoutMk cId="899250753" sldId="2147484630"/>
              <ac:spMk id="17" creationId="{F89C11F8-A392-8226-7FE9-0FFDBAF30F42}"/>
            </ac:spMkLst>
          </pc:spChg>
          <pc:spChg chg="mod">
            <ac:chgData name="Sarah Rew" userId="f1a7a44c-7b29-425e-bf99-c5262f8cc243" providerId="ADAL" clId="{FE92FA83-C5AF-5FC8-9F2D-EF9A07F1B805}" dt="2025-12-22T20:58:49.222" v="284" actId="207"/>
            <ac:spMkLst>
              <pc:docMk/>
              <pc:sldMasterMk cId="3582624231" sldId="2147484608"/>
              <pc:sldLayoutMk cId="899250753" sldId="2147484630"/>
              <ac:spMk id="23" creationId="{37D69D85-8854-869E-5D89-E80F6FACB245}"/>
            </ac:spMkLst>
          </pc:spChg>
          <pc:spChg chg="mod">
            <ac:chgData name="Sarah Rew" userId="f1a7a44c-7b29-425e-bf99-c5262f8cc243" providerId="ADAL" clId="{FE92FA83-C5AF-5FC8-9F2D-EF9A07F1B805}" dt="2025-12-22T20:55:47.662" v="260" actId="207"/>
            <ac:spMkLst>
              <pc:docMk/>
              <pc:sldMasterMk cId="3582624231" sldId="2147484608"/>
              <pc:sldLayoutMk cId="899250753" sldId="2147484630"/>
              <ac:spMk id="28" creationId="{52309CC6-3DCE-C35D-8B07-C0339AEC409F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1:09:43.647" v="952" actId="207"/>
          <pc:sldLayoutMkLst>
            <pc:docMk/>
            <pc:sldMasterMk cId="3582624231" sldId="2147484608"/>
            <pc:sldLayoutMk cId="3946473230" sldId="2147484631"/>
          </pc:sldLayoutMkLst>
          <pc:spChg chg="mod">
            <ac:chgData name="Sarah Rew" userId="f1a7a44c-7b29-425e-bf99-c5262f8cc243" providerId="ADAL" clId="{FE92FA83-C5AF-5FC8-9F2D-EF9A07F1B805}" dt="2025-12-22T20:58:40.523" v="282" actId="207"/>
            <ac:spMkLst>
              <pc:docMk/>
              <pc:sldMasterMk cId="3582624231" sldId="2147484608"/>
              <pc:sldLayoutMk cId="3946473230" sldId="2147484631"/>
              <ac:spMk id="2" creationId="{00000000-0000-0000-0000-000000000000}"/>
            </ac:spMkLst>
          </pc:spChg>
          <pc:spChg chg="mod">
            <ac:chgData name="Sarah Rew" userId="f1a7a44c-7b29-425e-bf99-c5262f8cc243" providerId="ADAL" clId="{FE92FA83-C5AF-5FC8-9F2D-EF9A07F1B805}" dt="2025-12-22T20:58:40.523" v="282" actId="207"/>
            <ac:spMkLst>
              <pc:docMk/>
              <pc:sldMasterMk cId="3582624231" sldId="2147484608"/>
              <pc:sldLayoutMk cId="3946473230" sldId="2147484631"/>
              <ac:spMk id="6" creationId="{A88C54EE-4A04-1472-DC41-DF05A6D50B38}"/>
            </ac:spMkLst>
          </pc:spChg>
          <pc:spChg chg="mod">
            <ac:chgData name="Sarah Rew" userId="f1a7a44c-7b29-425e-bf99-c5262f8cc243" providerId="ADAL" clId="{FE92FA83-C5AF-5FC8-9F2D-EF9A07F1B805}" dt="2025-12-22T21:09:43.647" v="952" actId="207"/>
            <ac:spMkLst>
              <pc:docMk/>
              <pc:sldMasterMk cId="3582624231" sldId="2147484608"/>
              <pc:sldLayoutMk cId="3946473230" sldId="2147484631"/>
              <ac:spMk id="13" creationId="{BA06A44F-F947-EC60-00E7-80D48B66F8A0}"/>
            </ac:spMkLst>
          </pc:spChg>
          <pc:spChg chg="mod">
            <ac:chgData name="Sarah Rew" userId="f1a7a44c-7b29-425e-bf99-c5262f8cc243" providerId="ADAL" clId="{FE92FA83-C5AF-5FC8-9F2D-EF9A07F1B805}" dt="2025-12-22T20:55:33.642" v="257" actId="207"/>
            <ac:spMkLst>
              <pc:docMk/>
              <pc:sldMasterMk cId="3582624231" sldId="2147484608"/>
              <pc:sldLayoutMk cId="3946473230" sldId="2147484631"/>
              <ac:spMk id="20" creationId="{8570DD33-478D-EE36-FB0D-37AF51DC8F81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1:09:46.794" v="953" actId="207"/>
          <pc:sldLayoutMkLst>
            <pc:docMk/>
            <pc:sldMasterMk cId="3582624231" sldId="2147484608"/>
            <pc:sldLayoutMk cId="3311523853" sldId="2147484632"/>
          </pc:sldLayoutMkLst>
          <pc:spChg chg="mod">
            <ac:chgData name="Sarah Rew" userId="f1a7a44c-7b29-425e-bf99-c5262f8cc243" providerId="ADAL" clId="{FE92FA83-C5AF-5FC8-9F2D-EF9A07F1B805}" dt="2025-12-22T20:58:44.342" v="283" actId="207"/>
            <ac:spMkLst>
              <pc:docMk/>
              <pc:sldMasterMk cId="3582624231" sldId="2147484608"/>
              <pc:sldLayoutMk cId="3311523853" sldId="2147484632"/>
              <ac:spMk id="2" creationId="{00000000-0000-0000-0000-000000000000}"/>
            </ac:spMkLst>
          </pc:spChg>
          <pc:spChg chg="mod">
            <ac:chgData name="Sarah Rew" userId="f1a7a44c-7b29-425e-bf99-c5262f8cc243" providerId="ADAL" clId="{FE92FA83-C5AF-5FC8-9F2D-EF9A07F1B805}" dt="2025-12-22T20:58:44.342" v="283" actId="207"/>
            <ac:spMkLst>
              <pc:docMk/>
              <pc:sldMasterMk cId="3582624231" sldId="2147484608"/>
              <pc:sldLayoutMk cId="3311523853" sldId="2147484632"/>
              <ac:spMk id="6" creationId="{A88C54EE-4A04-1472-DC41-DF05A6D50B38}"/>
            </ac:spMkLst>
          </pc:spChg>
          <pc:spChg chg="mod">
            <ac:chgData name="Sarah Rew" userId="f1a7a44c-7b29-425e-bf99-c5262f8cc243" providerId="ADAL" clId="{FE92FA83-C5AF-5FC8-9F2D-EF9A07F1B805}" dt="2025-12-22T21:09:46.794" v="953" actId="207"/>
            <ac:spMkLst>
              <pc:docMk/>
              <pc:sldMasterMk cId="3582624231" sldId="2147484608"/>
              <pc:sldLayoutMk cId="3311523853" sldId="2147484632"/>
              <ac:spMk id="9" creationId="{BD2324D5-7169-B467-B6AA-4B1EC6E2841A}"/>
            </ac:spMkLst>
          </pc:spChg>
          <pc:spChg chg="mod">
            <ac:chgData name="Sarah Rew" userId="f1a7a44c-7b29-425e-bf99-c5262f8cc243" providerId="ADAL" clId="{FE92FA83-C5AF-5FC8-9F2D-EF9A07F1B805}" dt="2025-12-22T20:55:37.819" v="258" actId="207"/>
            <ac:spMkLst>
              <pc:docMk/>
              <pc:sldMasterMk cId="3582624231" sldId="2147484608"/>
              <pc:sldLayoutMk cId="3311523853" sldId="2147484632"/>
              <ac:spMk id="23" creationId="{5E4F55A0-69C0-6EC0-F2D2-7A6C65D5D363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1:05:45.009" v="927" actId="207"/>
          <pc:sldLayoutMkLst>
            <pc:docMk/>
            <pc:sldMasterMk cId="3582624231" sldId="2147484608"/>
            <pc:sldLayoutMk cId="1337659071" sldId="2147484633"/>
          </pc:sldLayoutMkLst>
          <pc:spChg chg="mod">
            <ac:chgData name="Sarah Rew" userId="f1a7a44c-7b29-425e-bf99-c5262f8cc243" providerId="ADAL" clId="{FE92FA83-C5AF-5FC8-9F2D-EF9A07F1B805}" dt="2025-12-22T21:05:45.009" v="927" actId="207"/>
            <ac:spMkLst>
              <pc:docMk/>
              <pc:sldMasterMk cId="3582624231" sldId="2147484608"/>
              <pc:sldLayoutMk cId="1337659071" sldId="2147484633"/>
              <ac:spMk id="4" creationId="{2D74C9D5-25D7-8E53-1DC1-2CF329EF57E7}"/>
            </ac:spMkLst>
          </pc:spChg>
          <pc:spChg chg="mod">
            <ac:chgData name="Sarah Rew" userId="f1a7a44c-7b29-425e-bf99-c5262f8cc243" providerId="ADAL" clId="{FE92FA83-C5AF-5FC8-9F2D-EF9A07F1B805}" dt="2025-12-22T20:54:52.953" v="250" actId="207"/>
            <ac:spMkLst>
              <pc:docMk/>
              <pc:sldMasterMk cId="3582624231" sldId="2147484608"/>
              <pc:sldLayoutMk cId="1337659071" sldId="2147484633"/>
              <ac:spMk id="5" creationId="{4806BE56-870D-DF55-9968-4B30A7F9BBC5}"/>
            </ac:spMkLst>
          </pc:spChg>
          <pc:spChg chg="mod">
            <ac:chgData name="Sarah Rew" userId="f1a7a44c-7b29-425e-bf99-c5262f8cc243" providerId="ADAL" clId="{FE92FA83-C5AF-5FC8-9F2D-EF9A07F1B805}" dt="2025-12-22T20:54:52.953" v="250" actId="207"/>
            <ac:spMkLst>
              <pc:docMk/>
              <pc:sldMasterMk cId="3582624231" sldId="2147484608"/>
              <pc:sldLayoutMk cId="1337659071" sldId="2147484633"/>
              <ac:spMk id="6" creationId="{8576968D-DF8D-B2CC-2DB2-EB8CA97380B8}"/>
            </ac:spMkLst>
          </pc:spChg>
          <pc:spChg chg="mod">
            <ac:chgData name="Sarah Rew" userId="f1a7a44c-7b29-425e-bf99-c5262f8cc243" providerId="ADAL" clId="{FE92FA83-C5AF-5FC8-9F2D-EF9A07F1B805}" dt="2025-12-22T20:54:47.722" v="249" actId="1076"/>
            <ac:spMkLst>
              <pc:docMk/>
              <pc:sldMasterMk cId="3582624231" sldId="2147484608"/>
              <pc:sldLayoutMk cId="1337659071" sldId="2147484633"/>
              <ac:spMk id="21" creationId="{A1F09468-AAF5-D848-8E23-68689C511FCA}"/>
            </ac:spMkLst>
          </pc:spChg>
        </pc:sldLayoutChg>
        <pc:sldLayoutChg chg="addSp delSp modSp mod">
          <pc:chgData name="Sarah Rew" userId="f1a7a44c-7b29-425e-bf99-c5262f8cc243" providerId="ADAL" clId="{FE92FA83-C5AF-5FC8-9F2D-EF9A07F1B805}" dt="2025-12-22T21:20:25.887" v="1233" actId="1036"/>
          <pc:sldLayoutMkLst>
            <pc:docMk/>
            <pc:sldMasterMk cId="3582624231" sldId="2147484608"/>
            <pc:sldLayoutMk cId="330688781" sldId="2147484634"/>
          </pc:sldLayoutMkLst>
          <pc:spChg chg="mod">
            <ac:chgData name="Sarah Rew" userId="f1a7a44c-7b29-425e-bf99-c5262f8cc243" providerId="ADAL" clId="{FE92FA83-C5AF-5FC8-9F2D-EF9A07F1B805}" dt="2025-12-22T20:54:40.111" v="247" actId="207"/>
            <ac:spMkLst>
              <pc:docMk/>
              <pc:sldMasterMk cId="3582624231" sldId="2147484608"/>
              <pc:sldLayoutMk cId="330688781" sldId="2147484634"/>
              <ac:spMk id="17" creationId="{DF10B125-B1A6-9536-7482-8CB1A3C9AB6D}"/>
            </ac:spMkLst>
          </pc:spChg>
          <pc:picChg chg="del">
            <ac:chgData name="Sarah Rew" userId="f1a7a44c-7b29-425e-bf99-c5262f8cc243" providerId="ADAL" clId="{FE92FA83-C5AF-5FC8-9F2D-EF9A07F1B805}" dt="2025-12-22T21:20:23.916" v="1227" actId="478"/>
            <ac:picMkLst>
              <pc:docMk/>
              <pc:sldMasterMk cId="3582624231" sldId="2147484608"/>
              <pc:sldLayoutMk cId="330688781" sldId="2147484634"/>
              <ac:picMk id="2" creationId="{0EF9E7B0-041E-23D1-CF9B-3B9CB08338B2}"/>
            </ac:picMkLst>
          </pc:picChg>
          <pc:picChg chg="add mod">
            <ac:chgData name="Sarah Rew" userId="f1a7a44c-7b29-425e-bf99-c5262f8cc243" providerId="ADAL" clId="{FE92FA83-C5AF-5FC8-9F2D-EF9A07F1B805}" dt="2025-12-22T21:20:25.887" v="1233" actId="1036"/>
            <ac:picMkLst>
              <pc:docMk/>
              <pc:sldMasterMk cId="3582624231" sldId="2147484608"/>
              <pc:sldLayoutMk cId="330688781" sldId="2147484634"/>
              <ac:picMk id="6" creationId="{9629597C-BD99-CA68-B84B-364C0A41D242}"/>
            </ac:picMkLst>
          </pc:picChg>
        </pc:sldLayoutChg>
        <pc:sldLayoutChg chg="modSp mod">
          <pc:chgData name="Sarah Rew" userId="f1a7a44c-7b29-425e-bf99-c5262f8cc243" providerId="ADAL" clId="{FE92FA83-C5AF-5FC8-9F2D-EF9A07F1B805}" dt="2025-12-22T21:09:53.571" v="955" actId="207"/>
          <pc:sldLayoutMkLst>
            <pc:docMk/>
            <pc:sldMasterMk cId="3582624231" sldId="2147484608"/>
            <pc:sldLayoutMk cId="1581312603" sldId="2147484635"/>
          </pc:sldLayoutMkLst>
          <pc:spChg chg="mod">
            <ac:chgData name="Sarah Rew" userId="f1a7a44c-7b29-425e-bf99-c5262f8cc243" providerId="ADAL" clId="{FE92FA83-C5AF-5FC8-9F2D-EF9A07F1B805}" dt="2025-12-22T20:56:03.095" v="263" actId="207"/>
            <ac:spMkLst>
              <pc:docMk/>
              <pc:sldMasterMk cId="3582624231" sldId="2147484608"/>
              <pc:sldLayoutMk cId="1581312603" sldId="2147484635"/>
              <ac:spMk id="6" creationId="{3E3146F3-BBEA-B4D9-3625-DED653DAE891}"/>
            </ac:spMkLst>
          </pc:spChg>
          <pc:spChg chg="mod">
            <ac:chgData name="Sarah Rew" userId="f1a7a44c-7b29-425e-bf99-c5262f8cc243" providerId="ADAL" clId="{FE92FA83-C5AF-5FC8-9F2D-EF9A07F1B805}" dt="2025-12-22T21:09:53.571" v="955" actId="207"/>
            <ac:spMkLst>
              <pc:docMk/>
              <pc:sldMasterMk cId="3582624231" sldId="2147484608"/>
              <pc:sldLayoutMk cId="1581312603" sldId="2147484635"/>
              <ac:spMk id="18" creationId="{A72A0E89-7B5A-EA63-ECD4-1D26D54C89C4}"/>
            </ac:spMkLst>
          </pc:spChg>
          <pc:spChg chg="mod">
            <ac:chgData name="Sarah Rew" userId="f1a7a44c-7b29-425e-bf99-c5262f8cc243" providerId="ADAL" clId="{FE92FA83-C5AF-5FC8-9F2D-EF9A07F1B805}" dt="2025-12-22T20:58:53.691" v="285" actId="207"/>
            <ac:spMkLst>
              <pc:docMk/>
              <pc:sldMasterMk cId="3582624231" sldId="2147484608"/>
              <pc:sldLayoutMk cId="1581312603" sldId="2147484635"/>
              <ac:spMk id="25" creationId="{889FC86F-46B8-A6DC-DC56-9714DEAEC7DE}"/>
            </ac:spMkLst>
          </pc:spChg>
          <pc:spChg chg="mod">
            <ac:chgData name="Sarah Rew" userId="f1a7a44c-7b29-425e-bf99-c5262f8cc243" providerId="ADAL" clId="{FE92FA83-C5AF-5FC8-9F2D-EF9A07F1B805}" dt="2025-12-22T20:56:01.786" v="262" actId="207"/>
            <ac:spMkLst>
              <pc:docMk/>
              <pc:sldMasterMk cId="3582624231" sldId="2147484608"/>
              <pc:sldLayoutMk cId="1581312603" sldId="2147484635"/>
              <ac:spMk id="30" creationId="{DBFE2E90-E999-344A-5944-59B1BDA9DB04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1:09:57.621" v="957" actId="207"/>
          <pc:sldLayoutMkLst>
            <pc:docMk/>
            <pc:sldMasterMk cId="3582624231" sldId="2147484608"/>
            <pc:sldLayoutMk cId="3981936494" sldId="2147484636"/>
          </pc:sldLayoutMkLst>
          <pc:spChg chg="mod">
            <ac:chgData name="Sarah Rew" userId="f1a7a44c-7b29-425e-bf99-c5262f8cc243" providerId="ADAL" clId="{FE92FA83-C5AF-5FC8-9F2D-EF9A07F1B805}" dt="2025-12-22T20:56:07.341" v="264" actId="207"/>
            <ac:spMkLst>
              <pc:docMk/>
              <pc:sldMasterMk cId="3582624231" sldId="2147484608"/>
              <pc:sldLayoutMk cId="3981936494" sldId="2147484636"/>
              <ac:spMk id="6" creationId="{3E3146F3-BBEA-B4D9-3625-DED653DAE891}"/>
            </ac:spMkLst>
          </pc:spChg>
          <pc:spChg chg="mod">
            <ac:chgData name="Sarah Rew" userId="f1a7a44c-7b29-425e-bf99-c5262f8cc243" providerId="ADAL" clId="{FE92FA83-C5AF-5FC8-9F2D-EF9A07F1B805}" dt="2025-12-22T21:09:57.621" v="957" actId="207"/>
            <ac:spMkLst>
              <pc:docMk/>
              <pc:sldMasterMk cId="3582624231" sldId="2147484608"/>
              <pc:sldLayoutMk cId="3981936494" sldId="2147484636"/>
              <ac:spMk id="18" creationId="{55EC7BD2-623E-4F46-3CBE-8F8AD09F86A1}"/>
            </ac:spMkLst>
          </pc:spChg>
          <pc:spChg chg="mod">
            <ac:chgData name="Sarah Rew" userId="f1a7a44c-7b29-425e-bf99-c5262f8cc243" providerId="ADAL" clId="{FE92FA83-C5AF-5FC8-9F2D-EF9A07F1B805}" dt="2025-12-22T20:58:59.029" v="286" actId="207"/>
            <ac:spMkLst>
              <pc:docMk/>
              <pc:sldMasterMk cId="3582624231" sldId="2147484608"/>
              <pc:sldLayoutMk cId="3981936494" sldId="2147484636"/>
              <ac:spMk id="25" creationId="{C33D087E-52D1-8A25-A649-FD51BC3EC65D}"/>
            </ac:spMkLst>
          </pc:spChg>
          <pc:spChg chg="mod">
            <ac:chgData name="Sarah Rew" userId="f1a7a44c-7b29-425e-bf99-c5262f8cc243" providerId="ADAL" clId="{FE92FA83-C5AF-5FC8-9F2D-EF9A07F1B805}" dt="2025-12-22T20:56:07.341" v="264" actId="207"/>
            <ac:spMkLst>
              <pc:docMk/>
              <pc:sldMasterMk cId="3582624231" sldId="2147484608"/>
              <pc:sldLayoutMk cId="3981936494" sldId="2147484636"/>
              <ac:spMk id="30" creationId="{B04E442F-EFE7-A53F-F2A6-3A2DF9273F29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1:10:00.666" v="958" actId="207"/>
          <pc:sldLayoutMkLst>
            <pc:docMk/>
            <pc:sldMasterMk cId="3582624231" sldId="2147484608"/>
            <pc:sldLayoutMk cId="1059027573" sldId="2147484637"/>
          </pc:sldLayoutMkLst>
          <pc:spChg chg="mod">
            <ac:chgData name="Sarah Rew" userId="f1a7a44c-7b29-425e-bf99-c5262f8cc243" providerId="ADAL" clId="{FE92FA83-C5AF-5FC8-9F2D-EF9A07F1B805}" dt="2025-12-22T20:56:10.702" v="265" actId="207"/>
            <ac:spMkLst>
              <pc:docMk/>
              <pc:sldMasterMk cId="3582624231" sldId="2147484608"/>
              <pc:sldLayoutMk cId="1059027573" sldId="2147484637"/>
              <ac:spMk id="6" creationId="{3E3146F3-BBEA-B4D9-3625-DED653DAE891}"/>
            </ac:spMkLst>
          </pc:spChg>
          <pc:spChg chg="mod">
            <ac:chgData name="Sarah Rew" userId="f1a7a44c-7b29-425e-bf99-c5262f8cc243" providerId="ADAL" clId="{FE92FA83-C5AF-5FC8-9F2D-EF9A07F1B805}" dt="2025-12-22T21:10:00.666" v="958" actId="207"/>
            <ac:spMkLst>
              <pc:docMk/>
              <pc:sldMasterMk cId="3582624231" sldId="2147484608"/>
              <pc:sldLayoutMk cId="1059027573" sldId="2147484637"/>
              <ac:spMk id="16" creationId="{7A5E4D59-59BF-FC70-655A-F9D459B170DC}"/>
            </ac:spMkLst>
          </pc:spChg>
          <pc:spChg chg="mod">
            <ac:chgData name="Sarah Rew" userId="f1a7a44c-7b29-425e-bf99-c5262f8cc243" providerId="ADAL" clId="{FE92FA83-C5AF-5FC8-9F2D-EF9A07F1B805}" dt="2025-12-22T20:59:02.527" v="287" actId="207"/>
            <ac:spMkLst>
              <pc:docMk/>
              <pc:sldMasterMk cId="3582624231" sldId="2147484608"/>
              <pc:sldLayoutMk cId="1059027573" sldId="2147484637"/>
              <ac:spMk id="23" creationId="{BBC7CF57-8982-F831-738E-8CC0602BB865}"/>
            </ac:spMkLst>
          </pc:spChg>
          <pc:spChg chg="mod">
            <ac:chgData name="Sarah Rew" userId="f1a7a44c-7b29-425e-bf99-c5262f8cc243" providerId="ADAL" clId="{FE92FA83-C5AF-5FC8-9F2D-EF9A07F1B805}" dt="2025-12-22T20:56:10.702" v="265" actId="207"/>
            <ac:spMkLst>
              <pc:docMk/>
              <pc:sldMasterMk cId="3582624231" sldId="2147484608"/>
              <pc:sldLayoutMk cId="1059027573" sldId="2147484637"/>
              <ac:spMk id="28" creationId="{0DA415F6-4E85-3476-6875-7C7D451791F8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1:10:03.830" v="959" actId="207"/>
          <pc:sldLayoutMkLst>
            <pc:docMk/>
            <pc:sldMasterMk cId="3582624231" sldId="2147484608"/>
            <pc:sldLayoutMk cId="553159158" sldId="2147484639"/>
          </pc:sldLayoutMkLst>
          <pc:spChg chg="mod">
            <ac:chgData name="Sarah Rew" userId="f1a7a44c-7b29-425e-bf99-c5262f8cc243" providerId="ADAL" clId="{FE92FA83-C5AF-5FC8-9F2D-EF9A07F1B805}" dt="2025-12-22T21:10:03.830" v="959" actId="207"/>
            <ac:spMkLst>
              <pc:docMk/>
              <pc:sldMasterMk cId="3582624231" sldId="2147484608"/>
              <pc:sldLayoutMk cId="553159158" sldId="2147484639"/>
              <ac:spMk id="15" creationId="{C0B45189-F081-AFE4-4811-FBE3A9112CC1}"/>
            </ac:spMkLst>
          </pc:spChg>
          <pc:spChg chg="mod">
            <ac:chgData name="Sarah Rew" userId="f1a7a44c-7b29-425e-bf99-c5262f8cc243" providerId="ADAL" clId="{FE92FA83-C5AF-5FC8-9F2D-EF9A07F1B805}" dt="2025-12-22T20:59:06.417" v="288" actId="207"/>
            <ac:spMkLst>
              <pc:docMk/>
              <pc:sldMasterMk cId="3582624231" sldId="2147484608"/>
              <pc:sldLayoutMk cId="553159158" sldId="2147484639"/>
              <ac:spMk id="22" creationId="{5F4EEF1D-6AE6-8BBC-A026-44F5BC9728BD}"/>
            </ac:spMkLst>
          </pc:spChg>
          <pc:spChg chg="mod">
            <ac:chgData name="Sarah Rew" userId="f1a7a44c-7b29-425e-bf99-c5262f8cc243" providerId="ADAL" clId="{FE92FA83-C5AF-5FC8-9F2D-EF9A07F1B805}" dt="2025-12-22T20:56:17.169" v="266" actId="207"/>
            <ac:spMkLst>
              <pc:docMk/>
              <pc:sldMasterMk cId="3582624231" sldId="2147484608"/>
              <pc:sldLayoutMk cId="553159158" sldId="2147484639"/>
              <ac:spMk id="28" creationId="{05DF7DDB-6328-5333-0C87-E9A9BDE6CA86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1:08:42.330" v="945" actId="207"/>
          <pc:sldLayoutMkLst>
            <pc:docMk/>
            <pc:sldMasterMk cId="3582624231" sldId="2147484608"/>
            <pc:sldLayoutMk cId="3499526149" sldId="2147484640"/>
          </pc:sldLayoutMkLst>
          <pc:spChg chg="mod">
            <ac:chgData name="Sarah Rew" userId="f1a7a44c-7b29-425e-bf99-c5262f8cc243" providerId="ADAL" clId="{FE92FA83-C5AF-5FC8-9F2D-EF9A07F1B805}" dt="2025-12-22T21:06:55.495" v="935" actId="207"/>
            <ac:spMkLst>
              <pc:docMk/>
              <pc:sldMasterMk cId="3582624231" sldId="2147484608"/>
              <pc:sldLayoutMk cId="3499526149" sldId="2147484640"/>
              <ac:spMk id="4" creationId="{2D74C9D5-25D7-8E53-1DC1-2CF329EF57E7}"/>
            </ac:spMkLst>
          </pc:spChg>
          <pc:spChg chg="mod">
            <ac:chgData name="Sarah Rew" userId="f1a7a44c-7b29-425e-bf99-c5262f8cc243" providerId="ADAL" clId="{FE92FA83-C5AF-5FC8-9F2D-EF9A07F1B805}" dt="2025-12-22T21:08:42.330" v="945" actId="207"/>
            <ac:spMkLst>
              <pc:docMk/>
              <pc:sldMasterMk cId="3582624231" sldId="2147484608"/>
              <pc:sldLayoutMk cId="3499526149" sldId="2147484640"/>
              <ac:spMk id="10" creationId="{4CA63E0A-DCAF-CB1A-482C-5CB88FA8063A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0:56:22.770" v="268" actId="207"/>
          <pc:sldLayoutMkLst>
            <pc:docMk/>
            <pc:sldMasterMk cId="3582624231" sldId="2147484608"/>
            <pc:sldLayoutMk cId="2666847969" sldId="2147484641"/>
          </pc:sldLayoutMkLst>
          <pc:spChg chg="mod">
            <ac:chgData name="Sarah Rew" userId="f1a7a44c-7b29-425e-bf99-c5262f8cc243" providerId="ADAL" clId="{FE92FA83-C5AF-5FC8-9F2D-EF9A07F1B805}" dt="2025-12-22T20:56:22.770" v="268" actId="207"/>
            <ac:spMkLst>
              <pc:docMk/>
              <pc:sldMasterMk cId="3582624231" sldId="2147484608"/>
              <pc:sldLayoutMk cId="2666847969" sldId="2147484641"/>
              <ac:spMk id="6" creationId="{3E891DDD-6452-3DDF-3060-C9E6D87F5D62}"/>
            </ac:spMkLst>
          </pc:spChg>
        </pc:sldLayoutChg>
        <pc:sldLayoutChg chg="addSp delSp modSp mod">
          <pc:chgData name="Sarah Rew" userId="f1a7a44c-7b29-425e-bf99-c5262f8cc243" providerId="ADAL" clId="{FE92FA83-C5AF-5FC8-9F2D-EF9A07F1B805}" dt="2025-12-22T21:09:40.610" v="951" actId="207"/>
          <pc:sldLayoutMkLst>
            <pc:docMk/>
            <pc:sldMasterMk cId="3582624231" sldId="2147484608"/>
            <pc:sldLayoutMk cId="1667924003" sldId="2147484642"/>
          </pc:sldLayoutMkLst>
          <pc:spChg chg="mod">
            <ac:chgData name="Sarah Rew" userId="f1a7a44c-7b29-425e-bf99-c5262f8cc243" providerId="ADAL" clId="{FE92FA83-C5AF-5FC8-9F2D-EF9A07F1B805}" dt="2025-12-22T21:09:40.610" v="951" actId="207"/>
            <ac:spMkLst>
              <pc:docMk/>
              <pc:sldMasterMk cId="3582624231" sldId="2147484608"/>
              <pc:sldLayoutMk cId="1667924003" sldId="2147484642"/>
              <ac:spMk id="3" creationId="{4C2F0AAB-4930-F3BA-7E37-CD1E1102B368}"/>
            </ac:spMkLst>
          </pc:spChg>
          <pc:spChg chg="add del mod">
            <ac:chgData name="Sarah Rew" userId="f1a7a44c-7b29-425e-bf99-c5262f8cc243" providerId="ADAL" clId="{FE92FA83-C5AF-5FC8-9F2D-EF9A07F1B805}" dt="2025-12-22T21:03:40.789" v="316"/>
            <ac:spMkLst>
              <pc:docMk/>
              <pc:sldMasterMk cId="3582624231" sldId="2147484608"/>
              <pc:sldLayoutMk cId="1667924003" sldId="2147484642"/>
              <ac:spMk id="5" creationId="{A55A2CCC-6D4E-7A5A-D5A4-011C58FC2A77}"/>
            </ac:spMkLst>
          </pc:spChg>
          <pc:spChg chg="mod">
            <ac:chgData name="Sarah Rew" userId="f1a7a44c-7b29-425e-bf99-c5262f8cc243" providerId="ADAL" clId="{FE92FA83-C5AF-5FC8-9F2D-EF9A07F1B805}" dt="2025-12-22T21:08:09.482" v="942" actId="207"/>
            <ac:spMkLst>
              <pc:docMk/>
              <pc:sldMasterMk cId="3582624231" sldId="2147484608"/>
              <pc:sldLayoutMk cId="1667924003" sldId="2147484642"/>
              <ac:spMk id="7" creationId="{0D303333-1AD7-B776-76F4-1A881A245650}"/>
            </ac:spMkLst>
          </pc:spChg>
          <pc:spChg chg="mod">
            <ac:chgData name="Sarah Rew" userId="f1a7a44c-7b29-425e-bf99-c5262f8cc243" providerId="ADAL" clId="{FE92FA83-C5AF-5FC8-9F2D-EF9A07F1B805}" dt="2025-12-22T21:06:43.679" v="934" actId="207"/>
            <ac:spMkLst>
              <pc:docMk/>
              <pc:sldMasterMk cId="3582624231" sldId="2147484608"/>
              <pc:sldLayoutMk cId="1667924003" sldId="2147484642"/>
              <ac:spMk id="16" creationId="{3074D64B-290E-9670-9544-D9D649B2BB0F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1:09:04.039" v="947" actId="207"/>
          <pc:sldLayoutMkLst>
            <pc:docMk/>
            <pc:sldMasterMk cId="3582624231" sldId="2147484608"/>
            <pc:sldLayoutMk cId="3259999513" sldId="2147484643"/>
          </pc:sldLayoutMkLst>
          <pc:spChg chg="mod">
            <ac:chgData name="Sarah Rew" userId="f1a7a44c-7b29-425e-bf99-c5262f8cc243" providerId="ADAL" clId="{FE92FA83-C5AF-5FC8-9F2D-EF9A07F1B805}" dt="2025-12-22T21:06:25.837" v="930" actId="207"/>
            <ac:spMkLst>
              <pc:docMk/>
              <pc:sldMasterMk cId="3582624231" sldId="2147484608"/>
              <pc:sldLayoutMk cId="3259999513" sldId="2147484643"/>
              <ac:spMk id="4" creationId="{2D74C9D5-25D7-8E53-1DC1-2CF329EF57E7}"/>
            </ac:spMkLst>
          </pc:spChg>
          <pc:spChg chg="mod">
            <ac:chgData name="Sarah Rew" userId="f1a7a44c-7b29-425e-bf99-c5262f8cc243" providerId="ADAL" clId="{FE92FA83-C5AF-5FC8-9F2D-EF9A07F1B805}" dt="2025-12-22T21:09:04.039" v="947" actId="207"/>
            <ac:spMkLst>
              <pc:docMk/>
              <pc:sldMasterMk cId="3582624231" sldId="2147484608"/>
              <pc:sldLayoutMk cId="3259999513" sldId="2147484643"/>
              <ac:spMk id="5" creationId="{9BEEFE98-8907-A87F-7B6B-EC99E6B3586A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0:58:30.670" v="281" actId="207"/>
          <pc:sldLayoutMkLst>
            <pc:docMk/>
            <pc:sldMasterMk cId="3582624231" sldId="2147484608"/>
            <pc:sldLayoutMk cId="858506789" sldId="2147484645"/>
          </pc:sldLayoutMkLst>
          <pc:spChg chg="mod">
            <ac:chgData name="Sarah Rew" userId="f1a7a44c-7b29-425e-bf99-c5262f8cc243" providerId="ADAL" clId="{FE92FA83-C5AF-5FC8-9F2D-EF9A07F1B805}" dt="2025-12-22T20:58:30.670" v="281" actId="207"/>
            <ac:spMkLst>
              <pc:docMk/>
              <pc:sldMasterMk cId="3582624231" sldId="2147484608"/>
              <pc:sldLayoutMk cId="858506789" sldId="2147484645"/>
              <ac:spMk id="2" creationId="{DA1C4DD8-B2AE-18E8-3E44-F62E9914534C}"/>
            </ac:spMkLst>
          </pc:spChg>
          <pc:spChg chg="mod">
            <ac:chgData name="Sarah Rew" userId="f1a7a44c-7b29-425e-bf99-c5262f8cc243" providerId="ADAL" clId="{FE92FA83-C5AF-5FC8-9F2D-EF9A07F1B805}" dt="2025-12-22T20:55:11.310" v="253" actId="207"/>
            <ac:spMkLst>
              <pc:docMk/>
              <pc:sldMasterMk cId="3582624231" sldId="2147484608"/>
              <pc:sldLayoutMk cId="858506789" sldId="2147484645"/>
              <ac:spMk id="7" creationId="{E7DDD425-A4B1-9E31-5B45-3838CE464A97}"/>
            </ac:spMkLst>
          </pc:spChg>
          <pc:spChg chg="mod">
            <ac:chgData name="Sarah Rew" userId="f1a7a44c-7b29-425e-bf99-c5262f8cc243" providerId="ADAL" clId="{FE92FA83-C5AF-5FC8-9F2D-EF9A07F1B805}" dt="2025-12-22T20:55:11.310" v="253" actId="207"/>
            <ac:spMkLst>
              <pc:docMk/>
              <pc:sldMasterMk cId="3582624231" sldId="2147484608"/>
              <pc:sldLayoutMk cId="858506789" sldId="2147484645"/>
              <ac:spMk id="9" creationId="{8E4EC8C6-F3BF-D7C9-4EEC-E00275581C8B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1:09:11.843" v="948" actId="207"/>
          <pc:sldLayoutMkLst>
            <pc:docMk/>
            <pc:sldMasterMk cId="3582624231" sldId="2147484608"/>
            <pc:sldLayoutMk cId="1600622238" sldId="2147484648"/>
          </pc:sldLayoutMkLst>
          <pc:spChg chg="mod">
            <ac:chgData name="Sarah Rew" userId="f1a7a44c-7b29-425e-bf99-c5262f8cc243" providerId="ADAL" clId="{FE92FA83-C5AF-5FC8-9F2D-EF9A07F1B805}" dt="2025-12-22T21:09:11.843" v="948" actId="207"/>
            <ac:spMkLst>
              <pc:docMk/>
              <pc:sldMasterMk cId="3582624231" sldId="2147484608"/>
              <pc:sldLayoutMk cId="1600622238" sldId="2147484648"/>
              <ac:spMk id="3" creationId="{C30D33B8-EEBC-3727-6B60-3BDEA8FD3F89}"/>
            </ac:spMkLst>
          </pc:spChg>
          <pc:spChg chg="mod">
            <ac:chgData name="Sarah Rew" userId="f1a7a44c-7b29-425e-bf99-c5262f8cc243" providerId="ADAL" clId="{FE92FA83-C5AF-5FC8-9F2D-EF9A07F1B805}" dt="2025-12-22T21:05:36.647" v="924" actId="207"/>
            <ac:spMkLst>
              <pc:docMk/>
              <pc:sldMasterMk cId="3582624231" sldId="2147484608"/>
              <pc:sldLayoutMk cId="1600622238" sldId="2147484648"/>
              <ac:spMk id="10" creationId="{E04F0860-50B3-187D-66DD-E4CF887DACF4}"/>
            </ac:spMkLst>
          </pc:spChg>
        </pc:sldLayoutChg>
        <pc:sldLayoutChg chg="modSp mod">
          <pc:chgData name="Sarah Rew" userId="f1a7a44c-7b29-425e-bf99-c5262f8cc243" providerId="ADAL" clId="{FE92FA83-C5AF-5FC8-9F2D-EF9A07F1B805}" dt="2025-12-22T21:08:57.696" v="946" actId="207"/>
          <pc:sldLayoutMkLst>
            <pc:docMk/>
            <pc:sldMasterMk cId="3582624231" sldId="2147484608"/>
            <pc:sldLayoutMk cId="1632591121" sldId="2147484649"/>
          </pc:sldLayoutMkLst>
          <pc:spChg chg="mod">
            <ac:chgData name="Sarah Rew" userId="f1a7a44c-7b29-425e-bf99-c5262f8cc243" providerId="ADAL" clId="{FE92FA83-C5AF-5FC8-9F2D-EF9A07F1B805}" dt="2025-12-22T20:55:06.899" v="252" actId="207"/>
            <ac:spMkLst>
              <pc:docMk/>
              <pc:sldMasterMk cId="3582624231" sldId="2147484608"/>
              <pc:sldLayoutMk cId="1632591121" sldId="2147484649"/>
              <ac:spMk id="6" creationId="{3E891DDD-6452-3DDF-3060-C9E6D87F5D62}"/>
            </ac:spMkLst>
          </pc:spChg>
          <pc:spChg chg="mod">
            <ac:chgData name="Sarah Rew" userId="f1a7a44c-7b29-425e-bf99-c5262f8cc243" providerId="ADAL" clId="{FE92FA83-C5AF-5FC8-9F2D-EF9A07F1B805}" dt="2025-12-22T21:08:57.696" v="946" actId="207"/>
            <ac:spMkLst>
              <pc:docMk/>
              <pc:sldMasterMk cId="3582624231" sldId="2147484608"/>
              <pc:sldLayoutMk cId="1632591121" sldId="2147484649"/>
              <ac:spMk id="8" creationId="{781F309E-34C5-32F4-3F73-14533613FE1B}"/>
            </ac:spMkLst>
          </pc:spChg>
        </pc:sldLayoutChg>
        <pc:sldLayoutChg chg="addSp delSp modSp mod">
          <pc:chgData name="Sarah Rew" userId="f1a7a44c-7b29-425e-bf99-c5262f8cc243" providerId="ADAL" clId="{FE92FA83-C5AF-5FC8-9F2D-EF9A07F1B805}" dt="2025-12-22T21:20:32.942" v="1236"/>
          <pc:sldLayoutMkLst>
            <pc:docMk/>
            <pc:sldMasterMk cId="3582624231" sldId="2147484608"/>
            <pc:sldLayoutMk cId="4244773685" sldId="2147484650"/>
          </pc:sldLayoutMkLst>
          <pc:spChg chg="mod">
            <ac:chgData name="Sarah Rew" userId="f1a7a44c-7b29-425e-bf99-c5262f8cc243" providerId="ADAL" clId="{FE92FA83-C5AF-5FC8-9F2D-EF9A07F1B805}" dt="2025-12-22T20:58:12.787" v="280" actId="207"/>
            <ac:spMkLst>
              <pc:docMk/>
              <pc:sldMasterMk cId="3582624231" sldId="2147484608"/>
              <pc:sldLayoutMk cId="4244773685" sldId="2147484650"/>
              <ac:spMk id="6" creationId="{9C04D612-953F-BEAB-AE4F-646CEDD9046E}"/>
            </ac:spMkLst>
          </pc:spChg>
          <pc:picChg chg="del mod">
            <ac:chgData name="Sarah Rew" userId="f1a7a44c-7b29-425e-bf99-c5262f8cc243" providerId="ADAL" clId="{FE92FA83-C5AF-5FC8-9F2D-EF9A07F1B805}" dt="2025-12-22T21:20:31.855" v="1235" actId="478"/>
            <ac:picMkLst>
              <pc:docMk/>
              <pc:sldMasterMk cId="3582624231" sldId="2147484608"/>
              <pc:sldLayoutMk cId="4244773685" sldId="2147484650"/>
              <ac:picMk id="2" creationId="{0EF9E7B0-041E-23D1-CF9B-3B9CB08338B2}"/>
            </ac:picMkLst>
          </pc:picChg>
          <pc:picChg chg="add mod">
            <ac:chgData name="Sarah Rew" userId="f1a7a44c-7b29-425e-bf99-c5262f8cc243" providerId="ADAL" clId="{FE92FA83-C5AF-5FC8-9F2D-EF9A07F1B805}" dt="2025-12-22T21:20:29.796" v="1234"/>
            <ac:picMkLst>
              <pc:docMk/>
              <pc:sldMasterMk cId="3582624231" sldId="2147484608"/>
              <pc:sldLayoutMk cId="4244773685" sldId="2147484650"/>
              <ac:picMk id="4" creationId="{55473830-DF90-9552-B6BE-1162245AF2B0}"/>
            </ac:picMkLst>
          </pc:picChg>
          <pc:picChg chg="add mod">
            <ac:chgData name="Sarah Rew" userId="f1a7a44c-7b29-425e-bf99-c5262f8cc243" providerId="ADAL" clId="{FE92FA83-C5AF-5FC8-9F2D-EF9A07F1B805}" dt="2025-12-22T21:20:32.942" v="1236"/>
            <ac:picMkLst>
              <pc:docMk/>
              <pc:sldMasterMk cId="3582624231" sldId="2147484608"/>
              <pc:sldLayoutMk cId="4244773685" sldId="2147484650"/>
              <ac:picMk id="5" creationId="{950D036D-E0B2-5956-4D79-E6D3E2AD2DA7}"/>
            </ac:picMkLst>
          </pc:picChg>
        </pc:sldLayoutChg>
        <pc:sldLayoutChg chg="addSp delSp modSp mod">
          <pc:chgData name="Sarah Rew" userId="f1a7a44c-7b29-425e-bf99-c5262f8cc243" providerId="ADAL" clId="{FE92FA83-C5AF-5FC8-9F2D-EF9A07F1B805}" dt="2025-12-22T21:19:47.364" v="1214"/>
          <pc:sldLayoutMkLst>
            <pc:docMk/>
            <pc:sldMasterMk cId="3582624231" sldId="2147484608"/>
            <pc:sldLayoutMk cId="2043683269" sldId="2147484652"/>
          </pc:sldLayoutMkLst>
          <pc:spChg chg="mod">
            <ac:chgData name="Sarah Rew" userId="f1a7a44c-7b29-425e-bf99-c5262f8cc243" providerId="ADAL" clId="{FE92FA83-C5AF-5FC8-9F2D-EF9A07F1B805}" dt="2025-12-22T21:04:19.368" v="428" actId="207"/>
            <ac:spMkLst>
              <pc:docMk/>
              <pc:sldMasterMk cId="3582624231" sldId="2147484608"/>
              <pc:sldLayoutMk cId="2043683269" sldId="2147484652"/>
              <ac:spMk id="3" creationId="{D65C0CB8-EDF4-FB60-3B97-2D68FFBB90F4}"/>
            </ac:spMkLst>
          </pc:spChg>
          <pc:spChg chg="mod">
            <ac:chgData name="Sarah Rew" userId="f1a7a44c-7b29-425e-bf99-c5262f8cc243" providerId="ADAL" clId="{FE92FA83-C5AF-5FC8-9F2D-EF9A07F1B805}" dt="2025-12-22T20:54:32.387" v="245" actId="207"/>
            <ac:spMkLst>
              <pc:docMk/>
              <pc:sldMasterMk cId="3582624231" sldId="2147484608"/>
              <pc:sldLayoutMk cId="2043683269" sldId="2147484652"/>
              <ac:spMk id="5" creationId="{65D9CE38-413D-201C-490C-56CA218BA5F9}"/>
            </ac:spMkLst>
          </pc:spChg>
          <pc:spChg chg="add del mod">
            <ac:chgData name="Sarah Rew" userId="f1a7a44c-7b29-425e-bf99-c5262f8cc243" providerId="ADAL" clId="{FE92FA83-C5AF-5FC8-9F2D-EF9A07F1B805}" dt="2025-12-22T21:19:47.364" v="1214"/>
            <ac:spMkLst>
              <pc:docMk/>
              <pc:sldMasterMk cId="3582624231" sldId="2147484608"/>
              <pc:sldLayoutMk cId="2043683269" sldId="2147484652"/>
              <ac:spMk id="11" creationId="{9B3C89F6-7345-EF67-A14C-1C634543C73F}"/>
            </ac:spMkLst>
          </pc:spChg>
          <pc:spChg chg="mod">
            <ac:chgData name="Sarah Rew" userId="f1a7a44c-7b29-425e-bf99-c5262f8cc243" providerId="ADAL" clId="{FE92FA83-C5AF-5FC8-9F2D-EF9A07F1B805}" dt="2025-12-22T20:54:28.740" v="244" actId="207"/>
            <ac:spMkLst>
              <pc:docMk/>
              <pc:sldMasterMk cId="3582624231" sldId="2147484608"/>
              <pc:sldLayoutMk cId="2043683269" sldId="2147484652"/>
              <ac:spMk id="16" creationId="{4B974F51-B2CC-BAE9-9E63-1D3415E197C2}"/>
            </ac:spMkLst>
          </pc:spChg>
          <pc:picChg chg="mod">
            <ac:chgData name="Sarah Rew" userId="f1a7a44c-7b29-425e-bf99-c5262f8cc243" providerId="ADAL" clId="{FE92FA83-C5AF-5FC8-9F2D-EF9A07F1B805}" dt="2025-12-22T21:19:42.586" v="1211" actId="207"/>
            <ac:picMkLst>
              <pc:docMk/>
              <pc:sldMasterMk cId="3582624231" sldId="2147484608"/>
              <pc:sldLayoutMk cId="2043683269" sldId="2147484652"/>
              <ac:picMk id="4" creationId="{1637F4BA-AC6E-6C76-6FA0-05F8437D03B6}"/>
            </ac:picMkLst>
          </pc:picChg>
          <pc:picChg chg="del">
            <ac:chgData name="Sarah Rew" userId="f1a7a44c-7b29-425e-bf99-c5262f8cc243" providerId="ADAL" clId="{FE92FA83-C5AF-5FC8-9F2D-EF9A07F1B805}" dt="2025-12-22T20:39:37.287" v="18" actId="478"/>
            <ac:picMkLst>
              <pc:docMk/>
              <pc:sldMasterMk cId="3582624231" sldId="2147484608"/>
              <pc:sldLayoutMk cId="2043683269" sldId="2147484652"/>
              <ac:picMk id="8" creationId="{DA6870B5-8CB2-0F38-C323-D6FC49524A2B}"/>
            </ac:picMkLst>
          </pc:picChg>
          <pc:picChg chg="add mod">
            <ac:chgData name="Sarah Rew" userId="f1a7a44c-7b29-425e-bf99-c5262f8cc243" providerId="ADAL" clId="{FE92FA83-C5AF-5FC8-9F2D-EF9A07F1B805}" dt="2025-12-22T20:39:40.612" v="19" actId="1076"/>
            <ac:picMkLst>
              <pc:docMk/>
              <pc:sldMasterMk cId="3582624231" sldId="2147484608"/>
              <pc:sldLayoutMk cId="2043683269" sldId="2147484652"/>
              <ac:picMk id="10" creationId="{61549E79-9D23-982C-B95E-45F562C96F8F}"/>
            </ac:picMkLst>
          </pc:picChg>
        </pc:sldLayoutChg>
        <pc:sldLayoutChg chg="modSp mod">
          <pc:chgData name="Sarah Rew" userId="f1a7a44c-7b29-425e-bf99-c5262f8cc243" providerId="ADAL" clId="{FE92FA83-C5AF-5FC8-9F2D-EF9A07F1B805}" dt="2025-12-22T21:07:37.797" v="940" actId="692"/>
          <pc:sldLayoutMkLst>
            <pc:docMk/>
            <pc:sldMasterMk cId="3582624231" sldId="2147484608"/>
            <pc:sldLayoutMk cId="2590214481" sldId="2147484654"/>
          </pc:sldLayoutMkLst>
          <pc:spChg chg="mod">
            <ac:chgData name="Sarah Rew" userId="f1a7a44c-7b29-425e-bf99-c5262f8cc243" providerId="ADAL" clId="{FE92FA83-C5AF-5FC8-9F2D-EF9A07F1B805}" dt="2025-12-22T20:57:07.883" v="274" actId="207"/>
            <ac:spMkLst>
              <pc:docMk/>
              <pc:sldMasterMk cId="3582624231" sldId="2147484608"/>
              <pc:sldLayoutMk cId="2590214481" sldId="2147484654"/>
              <ac:spMk id="2" creationId="{00000000-0000-0000-0000-000000000000}"/>
            </ac:spMkLst>
          </pc:spChg>
          <pc:spChg chg="mod">
            <ac:chgData name="Sarah Rew" userId="f1a7a44c-7b29-425e-bf99-c5262f8cc243" providerId="ADAL" clId="{FE92FA83-C5AF-5FC8-9F2D-EF9A07F1B805}" dt="2025-12-22T20:57:07.883" v="274" actId="207"/>
            <ac:spMkLst>
              <pc:docMk/>
              <pc:sldMasterMk cId="3582624231" sldId="2147484608"/>
              <pc:sldLayoutMk cId="2590214481" sldId="2147484654"/>
              <ac:spMk id="9" creationId="{A787EECC-F2E3-0946-9D2E-4318930B8737}"/>
            </ac:spMkLst>
          </pc:spChg>
          <pc:cxnChg chg="mod">
            <ac:chgData name="Sarah Rew" userId="f1a7a44c-7b29-425e-bf99-c5262f8cc243" providerId="ADAL" clId="{FE92FA83-C5AF-5FC8-9F2D-EF9A07F1B805}" dt="2025-12-22T21:07:37.797" v="940" actId="692"/>
            <ac:cxnSpMkLst>
              <pc:docMk/>
              <pc:sldMasterMk cId="3582624231" sldId="2147484608"/>
              <pc:sldLayoutMk cId="2590214481" sldId="2147484654"/>
              <ac:cxnSpMk id="4" creationId="{D8CEBDEC-247A-E700-EFA3-CD9A9F7662EE}"/>
            </ac:cxnSpMkLst>
          </pc:cxn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CCA1DD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3B-F646-8276-2AD6708ECD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71B4BE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3B-F646-8276-2AD6708ECD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12876703"/>
        <c:axId val="995249007"/>
      </c:barChart>
      <c:catAx>
        <c:axId val="1412876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5249007"/>
        <c:crosses val="autoZero"/>
        <c:auto val="1"/>
        <c:lblAlgn val="ctr"/>
        <c:lblOffset val="100"/>
        <c:noMultiLvlLbl val="0"/>
      </c:catAx>
      <c:valAx>
        <c:axId val="99524900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12876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2"/>
                </a:solidFill>
                <a:latin typeface="+mj-lt"/>
                <a:ea typeface="+mn-ea"/>
                <a:cs typeface="Arial" panose="020B0604020202020204" pitchFamily="34" charset="0"/>
              </a:defRPr>
            </a:pPr>
            <a:r>
              <a:rPr lang="en-US" dirty="0">
                <a:solidFill>
                  <a:srgbClr val="172852"/>
                </a:solidFill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2"/>
              </a:solidFill>
              <a:latin typeface="+mj-lt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DCEEF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D04-2B4D-9034-DE793789BEEA}"/>
              </c:ext>
            </c:extLst>
          </c:dPt>
          <c:dPt>
            <c:idx val="1"/>
            <c:bubble3D val="0"/>
            <c:spPr>
              <a:solidFill>
                <a:srgbClr val="CCA1D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CD04-2B4D-9034-DE793789BEEA}"/>
              </c:ext>
            </c:extLst>
          </c:dPt>
          <c:dPt>
            <c:idx val="2"/>
            <c:bubble3D val="0"/>
            <c:spPr>
              <a:solidFill>
                <a:srgbClr val="71B4B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D04-2B4D-9034-DE793789BEEA}"/>
              </c:ext>
            </c:extLst>
          </c:dPt>
          <c:dPt>
            <c:idx val="3"/>
            <c:bubble3D val="0"/>
            <c:spPr>
              <a:solidFill>
                <a:srgbClr val="00B2E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D04-2B4D-9034-DE793789BEEA}"/>
              </c:ext>
            </c:extLst>
          </c:dPt>
          <c:dPt>
            <c:idx val="4"/>
            <c:bubble3D val="0"/>
            <c:spPr>
              <a:solidFill>
                <a:srgbClr val="54575E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CD04-2B4D-9034-DE793789BEEA}"/>
              </c:ext>
            </c:extLst>
          </c:dPt>
          <c:dLbls>
            <c:dLbl>
              <c:idx val="0"/>
              <c:layout>
                <c:manualLayout>
                  <c:x val="-2.1950161235758027E-2"/>
                  <c:y val="0.1223971516095307"/>
                </c:manualLayout>
              </c:layout>
              <c:tx>
                <c:rich>
                  <a:bodyPr/>
                  <a:lstStyle/>
                  <a:p>
                    <a:fld id="{BD4873A6-2CEC-9B49-8772-EC492B482368}" type="PERCENTAGE">
                      <a:rPr lang="en-US" baseline="0" smtClean="0"/>
                      <a:pPr/>
                      <a:t>[PERCENTAGE]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CD04-2B4D-9034-DE793789BEEA}"/>
                </c:ext>
              </c:extLst>
            </c:dLbl>
            <c:dLbl>
              <c:idx val="1"/>
              <c:layout>
                <c:manualLayout>
                  <c:x val="-0.10353911712947589"/>
                  <c:y val="0"/>
                </c:manualLayout>
              </c:layout>
              <c:tx>
                <c:rich>
                  <a:bodyPr/>
                  <a:lstStyle/>
                  <a:p>
                    <a:fld id="{42FCC4E3-F250-EF40-AFBC-6412B84868D6}" type="PERCENTAGE">
                      <a:rPr lang="en-US" baseline="0" smtClean="0"/>
                      <a:pPr/>
                      <a:t>[PERCENTAGE]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CD04-2B4D-9034-DE793789BEEA}"/>
                </c:ext>
              </c:extLst>
            </c:dLbl>
            <c:dLbl>
              <c:idx val="2"/>
              <c:layout>
                <c:manualLayout>
                  <c:x val="4.8819642519064364E-2"/>
                  <c:y val="-0.19836436879930414"/>
                </c:manualLayout>
              </c:layout>
              <c:tx>
                <c:rich>
                  <a:bodyPr/>
                  <a:lstStyle/>
                  <a:p>
                    <a:fld id="{AD353DA6-C6B0-8248-8E58-2965721D0D4D}" type="PERCENTAGE">
                      <a:rPr lang="en-US" baseline="0" smtClean="0"/>
                      <a:pPr/>
                      <a:t>[PERCENTAGE]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CD04-2B4D-9034-DE793789BEEA}"/>
                </c:ext>
              </c:extLst>
            </c:dLbl>
            <c:dLbl>
              <c:idx val="3"/>
              <c:layout>
                <c:manualLayout>
                  <c:x val="8.0151831632003762E-2"/>
                  <c:y val="8.8259455033301834E-2"/>
                </c:manualLayout>
              </c:layout>
              <c:tx>
                <c:rich>
                  <a:bodyPr/>
                  <a:lstStyle/>
                  <a:p>
                    <a:fld id="{E0313EEC-ADE2-AB43-B623-605168F3A861}" type="PERCENTAGE">
                      <a:rPr lang="en-US" baseline="0" smtClean="0"/>
                      <a:pPr/>
                      <a:t>[PERCENTAGE]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CD04-2B4D-9034-DE793789BEEA}"/>
                </c:ext>
              </c:extLst>
            </c:dLbl>
            <c:dLbl>
              <c:idx val="4"/>
              <c:layout>
                <c:manualLayout>
                  <c:x val="1.8796830530200221E-2"/>
                  <c:y val="0.1223971516095307"/>
                </c:manualLayout>
              </c:layout>
              <c:tx>
                <c:rich>
                  <a:bodyPr/>
                  <a:lstStyle/>
                  <a:p>
                    <a:fld id="{42DEA93B-358A-5849-B8EA-7EED38D84D1C}" type="PERCENTAGE">
                      <a:rPr lang="en-US" b="1" baseline="0" smtClean="0">
                        <a:solidFill>
                          <a:schemeClr val="accent4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pPr/>
                      <a:t>[PERCENTAGE]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CD04-2B4D-9034-DE793789BEE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j-lt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04-2B4D-9034-DE793789BEEA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j-lt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2"/>
          </a:solidFill>
          <a:latin typeface="+mj-lt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rgbClr val="172852"/>
                </a:solidFill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6680162807824359E-2"/>
          <c:y val="0.16526484328734675"/>
          <c:w val="0.91265520252429144"/>
          <c:h val="0.6663566775601518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CCA1DD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CA1D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34D-EA42-A0AD-83CE4B4F1F9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4D-EA42-A0AD-83CE4B4F1F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71B4B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4D-EA42-A0AD-83CE4B4F1F9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00B2E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4D-EA42-A0AD-83CE4B4F1F9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rgbClr val="17285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4D-EA42-A0AD-83CE4B4F1F9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rgbClr val="E0E0E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9.602789901958634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34D-EA42-A0AD-83CE4B4F1F9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4D-EA42-A0AD-83CE4B4F1F9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2552880"/>
        <c:axId val="343822592"/>
      </c:barChart>
      <c:catAx>
        <c:axId val="43255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3822592"/>
        <c:crosses val="autoZero"/>
        <c:auto val="1"/>
        <c:lblAlgn val="ctr"/>
        <c:lblOffset val="100"/>
        <c:noMultiLvlLbl val="0"/>
      </c:catAx>
      <c:valAx>
        <c:axId val="3438225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2552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eaLnBrk="0" hangingPunct="0">
              <a:defRPr sz="1300">
                <a:latin typeface="Calibri" pitchFamily="34" charset="0"/>
                <a:ea typeface="ＭＳ Ｐゴシック" pitchFamily="-109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Calibri" pitchFamily="34" charset="0"/>
              </a:defRPr>
            </a:lvl1pPr>
          </a:lstStyle>
          <a:p>
            <a:fld id="{2503ED08-06E4-41ED-89E8-119D0EF02A48}" type="datetimeFigureOut">
              <a:rPr lang="en-US"/>
              <a:pPr/>
              <a:t>12/22/25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eaLnBrk="0" hangingPunct="0">
              <a:defRPr sz="1300">
                <a:latin typeface="Calibri" pitchFamily="34" charset="0"/>
                <a:ea typeface="ＭＳ Ｐゴシック" pitchFamily="-109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Calibri" pitchFamily="34" charset="0"/>
              </a:defRPr>
            </a:lvl1pPr>
          </a:lstStyle>
          <a:p>
            <a:fld id="{D6C45BBB-83DA-4AD0-BB77-0E8391E9F2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Calibri" pitchFamily="34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Calibri" pitchFamily="34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Calibri" pitchFamily="34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Calibri" pitchFamily="34" charset="0"/>
              </a:defRPr>
            </a:lvl1pPr>
          </a:lstStyle>
          <a:p>
            <a:fld id="{CEFA16CB-AEBE-4616-A0C2-923B64A8254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emf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7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7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8.wdp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9.wdp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0.wdp"/><Relationship Id="rId5" Type="http://schemas.openxmlformats.org/officeDocument/2006/relationships/image" Target="../media/image2.png"/><Relationship Id="rId4" Type="http://schemas.openxmlformats.org/officeDocument/2006/relationships/image" Target="../media/image18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1.wdp"/><Relationship Id="rId5" Type="http://schemas.openxmlformats.org/officeDocument/2006/relationships/image" Target="../media/image2.png"/><Relationship Id="rId4" Type="http://schemas.openxmlformats.org/officeDocument/2006/relationships/image" Target="../media/image20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9.wdp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2.wdp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3.wdp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4.wdp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5.wdp"/><Relationship Id="rId4" Type="http://schemas.openxmlformats.org/officeDocument/2006/relationships/image" Target="../media/image2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A7F12A-9008-581F-561B-8E6ECE40E3A2}"/>
              </a:ext>
            </a:extLst>
          </p:cNvPr>
          <p:cNvSpPr txBox="1"/>
          <p:nvPr userDrawn="1"/>
        </p:nvSpPr>
        <p:spPr>
          <a:xfrm>
            <a:off x="6894762" y="2342284"/>
            <a:ext cx="1284326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</a:pPr>
            <a:r>
              <a:rPr lang="en-US" sz="2800" b="1" dirty="0">
                <a:ln>
                  <a:noFill/>
                </a:ln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Section</a:t>
            </a:r>
          </a:p>
        </p:txBody>
      </p:sp>
      <p:pic>
        <p:nvPicPr>
          <p:cNvPr id="15" name="Picture 14" descr="A purple and blue logo&#10;&#10;AI-generated content may be incorrect.">
            <a:extLst>
              <a:ext uri="{FF2B5EF4-FFF2-40B4-BE49-F238E27FC236}">
                <a16:creationId xmlns:a16="http://schemas.microsoft.com/office/drawing/2014/main" id="{EA066021-6ABD-24DF-6960-FF43739835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  <p:sp>
        <p:nvSpPr>
          <p:cNvPr id="3" name="Chord 2">
            <a:extLst>
              <a:ext uri="{FF2B5EF4-FFF2-40B4-BE49-F238E27FC236}">
                <a16:creationId xmlns:a16="http://schemas.microsoft.com/office/drawing/2014/main" id="{D65C0CB8-EDF4-FB60-3B97-2D68FFBB90F4}"/>
              </a:ext>
            </a:extLst>
          </p:cNvPr>
          <p:cNvSpPr/>
          <p:nvPr userDrawn="1"/>
        </p:nvSpPr>
        <p:spPr>
          <a:xfrm rot="1361799">
            <a:off x="4705656" y="-601807"/>
            <a:ext cx="6718717" cy="6718717"/>
          </a:xfrm>
          <a:prstGeom prst="chord">
            <a:avLst/>
          </a:prstGeom>
          <a:solidFill>
            <a:srgbClr val="DCEE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37F4BA-AC6E-6C76-6FA0-05F8437D03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 flipV="1">
            <a:off x="-440" y="4650675"/>
            <a:ext cx="9144439" cy="508630"/>
          </a:xfrm>
          <a:prstGeom prst="rect">
            <a:avLst/>
          </a:prstGeom>
          <a:gradFill>
            <a:gsLst>
              <a:gs pos="0">
                <a:srgbClr val="E31D93"/>
              </a:gs>
              <a:gs pos="99000">
                <a:srgbClr val="00B2E3"/>
              </a:gs>
            </a:gsLst>
            <a:lin ang="0" scaled="1"/>
          </a:gradFill>
        </p:spPr>
      </p:pic>
      <p:pic>
        <p:nvPicPr>
          <p:cNvPr id="9" name="Picture 8" descr="A logo for a company&#10;&#10;Description automatically generated">
            <a:extLst>
              <a:ext uri="{FF2B5EF4-FFF2-40B4-BE49-F238E27FC236}">
                <a16:creationId xmlns:a16="http://schemas.microsoft.com/office/drawing/2014/main" id="{D519E1A6-BC19-A668-9326-4DA161C357E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04" y="935419"/>
            <a:ext cx="2568095" cy="885215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B974F51-B2CC-BAE9-9E63-1D3415E197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6701" y="2769989"/>
            <a:ext cx="4305300" cy="53259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spcBef>
                <a:spcPts val="1000"/>
              </a:spcBef>
              <a:buNone/>
              <a:defRPr sz="2000" b="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5D9CE38-413D-201C-490C-56CA218BA5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6701" y="2228650"/>
            <a:ext cx="4305300" cy="532591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B38F2FF-0772-3EF5-611A-8BC076515CA4}"/>
              </a:ext>
            </a:extLst>
          </p:cNvPr>
          <p:cNvSpPr txBox="1">
            <a:spLocks/>
          </p:cNvSpPr>
          <p:nvPr userDrawn="1"/>
        </p:nvSpPr>
        <p:spPr>
          <a:xfrm>
            <a:off x="1282" y="4730921"/>
            <a:ext cx="866751" cy="36873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</a:p>
        </p:txBody>
      </p:sp>
      <p:pic>
        <p:nvPicPr>
          <p:cNvPr id="12" name="Picture 11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D92043FC-5D46-27F4-08DE-D975C3840B9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46659" y="4802917"/>
            <a:ext cx="1113630" cy="213859"/>
          </a:xfrm>
          <a:prstGeom prst="rect">
            <a:avLst/>
          </a:prstGeom>
        </p:spPr>
      </p:pic>
      <p:pic>
        <p:nvPicPr>
          <p:cNvPr id="10" name="Picture 9" descr="A hand holding a white plastic container&#10;&#10;AI-generated content may be incorrect.">
            <a:extLst>
              <a:ext uri="{FF2B5EF4-FFF2-40B4-BE49-F238E27FC236}">
                <a16:creationId xmlns:a16="http://schemas.microsoft.com/office/drawing/2014/main" id="{61549E79-9D23-982C-B95E-45F562C96F8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244498" y="277087"/>
            <a:ext cx="3899502" cy="4883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683269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FEA2F39-F877-C0C8-7110-27B291A5F410}"/>
              </a:ext>
            </a:extLst>
          </p:cNvPr>
          <p:cNvSpPr/>
          <p:nvPr userDrawn="1"/>
        </p:nvSpPr>
        <p:spPr>
          <a:xfrm>
            <a:off x="0" y="-98324"/>
            <a:ext cx="9144000" cy="475641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E31D93"/>
              </a:gs>
              <a:gs pos="99000">
                <a:srgbClr val="00B2E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85B9CE7-769A-330F-26D2-3E1847DDB480}"/>
              </a:ext>
            </a:extLst>
          </p:cNvPr>
          <p:cNvSpPr/>
          <p:nvPr userDrawn="1"/>
        </p:nvSpPr>
        <p:spPr>
          <a:xfrm>
            <a:off x="176271" y="1037730"/>
            <a:ext cx="8791456" cy="2381840"/>
          </a:xfrm>
          <a:prstGeom prst="roundRect">
            <a:avLst>
              <a:gd name="adj" fmla="val 812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logo for a company&#10;&#10;Description automatically generated">
            <a:extLst>
              <a:ext uri="{FF2B5EF4-FFF2-40B4-BE49-F238E27FC236}">
                <a16:creationId xmlns:a16="http://schemas.microsoft.com/office/drawing/2014/main" id="{3B348357-6840-9499-BF5D-FC768525E6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76791" y="976935"/>
            <a:ext cx="3390418" cy="1168667"/>
          </a:xfrm>
          <a:prstGeom prst="rect">
            <a:avLst/>
          </a:prstGeom>
        </p:spPr>
      </p:pic>
      <p:pic>
        <p:nvPicPr>
          <p:cNvPr id="14" name="Picture 13" descr="A close-up of a logo&#10;&#10;AI-generated content may be incorrect.">
            <a:extLst>
              <a:ext uri="{FF2B5EF4-FFF2-40B4-BE49-F238E27FC236}">
                <a16:creationId xmlns:a16="http://schemas.microsoft.com/office/drawing/2014/main" id="{1EB024D9-F933-6912-FB22-17DC416952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1373"/>
          <a:stretch/>
        </p:blipFill>
        <p:spPr>
          <a:xfrm>
            <a:off x="7602933" y="4688852"/>
            <a:ext cx="1423184" cy="39996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975F001-7246-860C-C18B-3B5234170BDB}"/>
              </a:ext>
            </a:extLst>
          </p:cNvPr>
          <p:cNvSpPr txBox="1">
            <a:spLocks/>
          </p:cNvSpPr>
          <p:nvPr userDrawn="1"/>
        </p:nvSpPr>
        <p:spPr>
          <a:xfrm>
            <a:off x="0" y="4718764"/>
            <a:ext cx="866751" cy="36873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500" dirty="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B98F489-02D5-7963-0AC5-E49DFBE73C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474" y="2844713"/>
            <a:ext cx="7485052" cy="53259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spcBef>
                <a:spcPts val="1000"/>
              </a:spcBef>
              <a:buNone/>
              <a:defRPr sz="2000" b="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146EE9E-EA74-B353-B205-0030149E62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474" y="2206275"/>
            <a:ext cx="7485051" cy="532591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959749539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urple and blue logo&#10;&#10;AI-generated content may be incorrect.">
            <a:extLst>
              <a:ext uri="{FF2B5EF4-FFF2-40B4-BE49-F238E27FC236}">
                <a16:creationId xmlns:a16="http://schemas.microsoft.com/office/drawing/2014/main" id="{CBBB1ABA-B824-B386-FCDD-249234ED18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050BB89C-566A-48A6-3A8B-EB0BB3EB9D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F10B125-B1A6-9536-7482-8CB1A3C9AB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2023" y="2275426"/>
            <a:ext cx="6477529" cy="532591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sz="4000" b="1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/>
              <a:t>Title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BEBEEC8-4546-D6C7-CFF7-C904AF99376C}"/>
              </a:ext>
            </a:extLst>
          </p:cNvPr>
          <p:cNvGrpSpPr/>
          <p:nvPr userDrawn="1"/>
        </p:nvGrpSpPr>
        <p:grpSpPr>
          <a:xfrm>
            <a:off x="7335221" y="0"/>
            <a:ext cx="1808779" cy="656237"/>
            <a:chOff x="7335223" y="151372"/>
            <a:chExt cx="1808779" cy="656237"/>
          </a:xfrm>
        </p:grpSpPr>
        <p:sp>
          <p:nvSpPr>
            <p:cNvPr id="23" name="Trapezoid 5">
              <a:extLst>
                <a:ext uri="{FF2B5EF4-FFF2-40B4-BE49-F238E27FC236}">
                  <a16:creationId xmlns:a16="http://schemas.microsoft.com/office/drawing/2014/main" id="{FE373CA2-60BB-CD0B-E11C-BBC2F1EBF999}"/>
                </a:ext>
              </a:extLst>
            </p:cNvPr>
            <p:cNvSpPr/>
            <p:nvPr userDrawn="1"/>
          </p:nvSpPr>
          <p:spPr>
            <a:xfrm rot="16200000">
              <a:off x="7911494" y="-424899"/>
              <a:ext cx="656237" cy="1808779"/>
            </a:xfrm>
            <a:prstGeom prst="round2SameRect">
              <a:avLst/>
            </a:prstGeom>
            <a:solidFill>
              <a:schemeClr val="bg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rgbClr r="0" g="0" b="0"/>
            </a:effectRef>
            <a:fontRef idx="minor">
              <a:schemeClr val="lt1"/>
            </a:fontRef>
          </p:style>
          <p:txBody>
            <a:bodyPr lIns="91440" tIns="91440" bIns="91440" rtlCol="0" anchor="t"/>
            <a:lstStyle/>
            <a:p>
              <a:pPr lvl="0" algn="ctr"/>
              <a:endParaRPr lang="en-US" sz="1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2A56AE2-3011-21EC-6AAB-BC6A96C7A5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485022" y="277351"/>
              <a:ext cx="1383090" cy="404279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7B26E119-3FAB-62A9-B97E-2D1072123215}"/>
              </a:ext>
            </a:extLst>
          </p:cNvPr>
          <p:cNvSpPr/>
          <p:nvPr userDrawn="1"/>
        </p:nvSpPr>
        <p:spPr>
          <a:xfrm>
            <a:off x="0" y="4739338"/>
            <a:ext cx="9144000" cy="40416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E15BB07D-3688-C03B-632E-0609EA78407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016" y="4812749"/>
            <a:ext cx="1113630" cy="2138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29597C-BD99-CA68-B84B-364C0A41D2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 rot="10800000" flipV="1">
            <a:off x="695717" y="2047121"/>
            <a:ext cx="3581400" cy="77986"/>
          </a:xfrm>
          <a:prstGeom prst="rect">
            <a:avLst/>
          </a:prstGeom>
          <a:gradFill>
            <a:gsLst>
              <a:gs pos="0">
                <a:srgbClr val="E31D93"/>
              </a:gs>
              <a:gs pos="99000">
                <a:srgbClr val="00B2E3"/>
              </a:gs>
            </a:gsLst>
            <a:lin ang="0" scaled="1"/>
          </a:gradFill>
        </p:spPr>
      </p:pic>
    </p:spTree>
    <p:extLst>
      <p:ext uri="{BB962C8B-B14F-4D97-AF65-F5344CB8AC3E}">
        <p14:creationId xmlns:p14="http://schemas.microsoft.com/office/powerpoint/2010/main" val="330688781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C04D612-953F-BEAB-AE4F-646CEDD9046E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28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7" name="Picture 6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892A7632-D653-7AF9-5B80-28BA53B225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6084" y="4686071"/>
            <a:ext cx="1184502" cy="227469"/>
          </a:xfrm>
          <a:prstGeom prst="rect">
            <a:avLst/>
          </a:prstGeom>
        </p:spPr>
      </p:pic>
      <p:pic>
        <p:nvPicPr>
          <p:cNvPr id="8" name="Picture 7" descr="A logo for a hair salon&#10;&#10;Description automatically generated">
            <a:extLst>
              <a:ext uri="{FF2B5EF4-FFF2-40B4-BE49-F238E27FC236}">
                <a16:creationId xmlns:a16="http://schemas.microsoft.com/office/drawing/2014/main" id="{3E48924A-1D45-AF5C-77D8-3C24EF5733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1964" y="174402"/>
            <a:ext cx="1402216" cy="409701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F10B125-B1A6-9536-7482-8CB1A3C9AB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2023" y="2275426"/>
            <a:ext cx="6477529" cy="532591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sz="4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66118C6D-A503-18B5-1773-AEA12A6BCE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0D036D-E0B2-5956-4D79-E6D3E2AD2DA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0800000" flipV="1">
            <a:off x="695717" y="2047121"/>
            <a:ext cx="3581400" cy="77986"/>
          </a:xfrm>
          <a:prstGeom prst="rect">
            <a:avLst/>
          </a:prstGeom>
          <a:gradFill>
            <a:gsLst>
              <a:gs pos="0">
                <a:srgbClr val="E31D93"/>
              </a:gs>
              <a:gs pos="99000">
                <a:srgbClr val="00B2E3"/>
              </a:gs>
            </a:gsLst>
            <a:lin ang="0" scaled="1"/>
          </a:gradFill>
        </p:spPr>
      </p:pic>
    </p:spTree>
    <p:extLst>
      <p:ext uri="{BB962C8B-B14F-4D97-AF65-F5344CB8AC3E}">
        <p14:creationId xmlns:p14="http://schemas.microsoft.com/office/powerpoint/2010/main" val="4244773685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apezoid 5">
            <a:extLst>
              <a:ext uri="{FF2B5EF4-FFF2-40B4-BE49-F238E27FC236}">
                <a16:creationId xmlns:a16="http://schemas.microsoft.com/office/drawing/2014/main" id="{E04F0860-50B3-187D-66DD-E4CF887DACF4}"/>
              </a:ext>
            </a:extLst>
          </p:cNvPr>
          <p:cNvSpPr/>
          <p:nvPr userDrawn="1"/>
        </p:nvSpPr>
        <p:spPr>
          <a:xfrm rot="16200000">
            <a:off x="3193684" y="-1866901"/>
            <a:ext cx="3023333" cy="8877302"/>
          </a:xfrm>
          <a:prstGeom prst="round2SameRect">
            <a:avLst/>
          </a:prstGeom>
          <a:gradFill flip="none" rotWithShape="1">
            <a:gsLst>
              <a:gs pos="100000">
                <a:srgbClr val="00B2E3"/>
              </a:gs>
              <a:gs pos="0">
                <a:srgbClr val="E31D93"/>
              </a:gs>
            </a:gsLst>
            <a:lin ang="54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lvl="0" algn="ctr"/>
            <a:endParaRPr lang="en-US" sz="1200" dirty="0" err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23C1882-602E-D560-9DCB-F3FE826EEC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1377" y="2139742"/>
            <a:ext cx="1854048" cy="885215"/>
          </a:xfrm>
          <a:noFill/>
        </p:spPr>
        <p:txBody>
          <a:bodyPr anchor="ctr"/>
          <a:lstStyle>
            <a:lvl1pPr marL="0" indent="0" algn="r">
              <a:lnSpc>
                <a:spcPct val="90000"/>
              </a:lnSpc>
              <a:spcBef>
                <a:spcPts val="1000"/>
              </a:spcBef>
              <a:buFontTx/>
              <a:buNone/>
              <a:defRPr sz="12500" b="1">
                <a:ln>
                  <a:noFill/>
                </a:ln>
                <a:solidFill>
                  <a:schemeClr val="bg1">
                    <a:alpha val="2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None/>
              <a:defRPr sz="1800" b="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A7F12A-9008-581F-561B-8E6ECE40E3A2}"/>
              </a:ext>
            </a:extLst>
          </p:cNvPr>
          <p:cNvSpPr txBox="1"/>
          <p:nvPr userDrawn="1"/>
        </p:nvSpPr>
        <p:spPr>
          <a:xfrm>
            <a:off x="6894762" y="2342284"/>
            <a:ext cx="1284326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</a:pPr>
            <a:r>
              <a:rPr lang="en-US" sz="2800" b="1" dirty="0">
                <a:ln>
                  <a:noFill/>
                </a:ln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A81245-B620-42D5-47BE-96DB3059D4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3090" cy="404279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907B5CE-6F44-502C-F2B7-B1CC69A527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0317" y="2067255"/>
            <a:ext cx="4848835" cy="885215"/>
          </a:xfrm>
        </p:spPr>
        <p:txBody>
          <a:bodyPr anchor="ctr"/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sz="2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/>
              <a:t>Title</a:t>
            </a:r>
          </a:p>
          <a:p>
            <a:pPr lvl="1"/>
            <a:r>
              <a:rPr lang="en-US" dirty="0"/>
              <a:t>Subtitle</a:t>
            </a:r>
          </a:p>
        </p:txBody>
      </p:sp>
      <p:pic>
        <p:nvPicPr>
          <p:cNvPr id="15" name="Picture 14" descr="A purple and blue logo&#10;&#10;AI-generated content may be incorrect.">
            <a:extLst>
              <a:ext uri="{FF2B5EF4-FFF2-40B4-BE49-F238E27FC236}">
                <a16:creationId xmlns:a16="http://schemas.microsoft.com/office/drawing/2014/main" id="{EA066021-6ABD-24DF-6960-FF43739835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C30D33B8-EEBC-3727-6B60-3BDEA8FD3F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622238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apezoid 5">
            <a:extLst>
              <a:ext uri="{FF2B5EF4-FFF2-40B4-BE49-F238E27FC236}">
                <a16:creationId xmlns:a16="http://schemas.microsoft.com/office/drawing/2014/main" id="{2D74C9D5-25D7-8E53-1DC1-2CF329EF57E7}"/>
              </a:ext>
            </a:extLst>
          </p:cNvPr>
          <p:cNvSpPr/>
          <p:nvPr userDrawn="1"/>
        </p:nvSpPr>
        <p:spPr>
          <a:xfrm flipH="1">
            <a:off x="0" y="0"/>
            <a:ext cx="9144000" cy="5160917"/>
          </a:xfrm>
          <a:prstGeom prst="rect">
            <a:avLst/>
          </a:prstGeom>
          <a:gradFill flip="none" rotWithShape="1">
            <a:gsLst>
              <a:gs pos="100000">
                <a:srgbClr val="00B2E3"/>
              </a:gs>
              <a:gs pos="0">
                <a:srgbClr val="E31D93"/>
              </a:gs>
            </a:gsLst>
            <a:lin ang="108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lvl="0" algn="ctr"/>
            <a:endParaRPr lang="en-US" sz="1200" dirty="0" err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D17BFC8-7A4F-FE56-DA22-51651E0A3BE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38539" y="4884404"/>
            <a:ext cx="308845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eaLnBrk="0" hangingPunct="0">
              <a:defRPr sz="700" b="1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2C32FFB-F9AE-46F0-A233-A2E62825899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A purple and blue logo&#10;&#10;AI-generated content may be incorrect.">
            <a:extLst>
              <a:ext uri="{FF2B5EF4-FFF2-40B4-BE49-F238E27FC236}">
                <a16:creationId xmlns:a16="http://schemas.microsoft.com/office/drawing/2014/main" id="{DC697C2E-77D9-655E-BC92-5C0D2BB3DA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  <p:sp>
        <p:nvSpPr>
          <p:cNvPr id="21" name="Round Same Side Corner Rectangle 20">
            <a:extLst>
              <a:ext uri="{FF2B5EF4-FFF2-40B4-BE49-F238E27FC236}">
                <a16:creationId xmlns:a16="http://schemas.microsoft.com/office/drawing/2014/main" id="{A1F09468-AAF5-D848-8E23-68689C511FCA}"/>
              </a:ext>
            </a:extLst>
          </p:cNvPr>
          <p:cNvSpPr/>
          <p:nvPr userDrawn="1"/>
        </p:nvSpPr>
        <p:spPr>
          <a:xfrm rot="16200000" flipH="1">
            <a:off x="2995540" y="-1805204"/>
            <a:ext cx="3152922" cy="9144002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100EB4-5ADD-6811-9B29-DA7B572FBA1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93064" y="1426696"/>
            <a:ext cx="3157871" cy="923049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806BE56-870D-DF55-9968-4B30A7F9BB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38997" y="2844308"/>
            <a:ext cx="5058030" cy="532591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1000"/>
              </a:spcBef>
              <a:buNone/>
              <a:defRPr sz="2800" b="1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576968D-DF8D-B2CC-2DB2-EB8CA97380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38997" y="3338871"/>
            <a:ext cx="5058030" cy="53259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spcBef>
                <a:spcPts val="1000"/>
              </a:spcBef>
              <a:buNone/>
              <a:defRPr sz="2000" b="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 err="1"/>
              <a:t>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659071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apezoid 5">
            <a:extLst>
              <a:ext uri="{FF2B5EF4-FFF2-40B4-BE49-F238E27FC236}">
                <a16:creationId xmlns:a16="http://schemas.microsoft.com/office/drawing/2014/main" id="{2D74C9D5-25D7-8E53-1DC1-2CF329EF57E7}"/>
              </a:ext>
            </a:extLst>
          </p:cNvPr>
          <p:cNvSpPr/>
          <p:nvPr userDrawn="1"/>
        </p:nvSpPr>
        <p:spPr>
          <a:xfrm flipH="1">
            <a:off x="0" y="557939"/>
            <a:ext cx="9144000" cy="4083803"/>
          </a:xfrm>
          <a:prstGeom prst="rect">
            <a:avLst/>
          </a:prstGeom>
          <a:gradFill flip="none" rotWithShape="1">
            <a:gsLst>
              <a:gs pos="99000">
                <a:srgbClr val="00B2E3"/>
              </a:gs>
              <a:gs pos="0">
                <a:srgbClr val="E31D93"/>
              </a:gs>
            </a:gsLst>
            <a:lin ang="108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lvl="0" algn="ctr"/>
            <a:endParaRPr lang="en-US" sz="1200" dirty="0" err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C5C36E-E1C0-604A-5AF7-4838EEE0E393}"/>
              </a:ext>
            </a:extLst>
          </p:cNvPr>
          <p:cNvCxnSpPr/>
          <p:nvPr userDrawn="1"/>
        </p:nvCxnSpPr>
        <p:spPr>
          <a:xfrm>
            <a:off x="290335" y="2766798"/>
            <a:ext cx="6889217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BE6861D4-B5D0-BFE3-E5C9-A75A522F7D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60910" y="58760"/>
            <a:ext cx="1383090" cy="404279"/>
          </a:xfrm>
          <a:prstGeom prst="rect">
            <a:avLst/>
          </a:prstGeom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2A9F13-E465-1E1E-BAE8-61B78BC47F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2023" y="2275426"/>
            <a:ext cx="6477529" cy="532591"/>
          </a:xfrm>
        </p:spPr>
        <p:txBody>
          <a:bodyPr anchor="ctr"/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sz="2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B1FF954-B1E0-2208-60FE-1269B7DAE6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2022" y="2769989"/>
            <a:ext cx="6477529" cy="532591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 err="1"/>
              <a:t>SubTitle</a:t>
            </a:r>
            <a:endParaRPr lang="en-US" dirty="0"/>
          </a:p>
        </p:txBody>
      </p:sp>
      <p:pic>
        <p:nvPicPr>
          <p:cNvPr id="2" name="Picture 1" descr="A purple and blue logo&#10;&#10;AI-generated content may be incorrect.">
            <a:extLst>
              <a:ext uri="{FF2B5EF4-FFF2-40B4-BE49-F238E27FC236}">
                <a16:creationId xmlns:a16="http://schemas.microsoft.com/office/drawing/2014/main" id="{6315EB66-BAE2-023E-059D-32A3056D83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9BEEFE98-8907-A87F-7B6B-EC99E6B358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999513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apezoid 5">
            <a:extLst>
              <a:ext uri="{FF2B5EF4-FFF2-40B4-BE49-F238E27FC236}">
                <a16:creationId xmlns:a16="http://schemas.microsoft.com/office/drawing/2014/main" id="{3E891DDD-6452-3DDF-3060-C9E6D87F5D62}"/>
              </a:ext>
            </a:extLst>
          </p:cNvPr>
          <p:cNvSpPr/>
          <p:nvPr userDrawn="1"/>
        </p:nvSpPr>
        <p:spPr>
          <a:xfrm flipH="1">
            <a:off x="0" y="557939"/>
            <a:ext cx="9144000" cy="4083804"/>
          </a:xfrm>
          <a:prstGeom prst="rect">
            <a:avLst/>
          </a:prstGeom>
          <a:solidFill>
            <a:srgbClr val="1728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algn="ctr"/>
            <a:endParaRPr lang="en-US" sz="1200" dirty="0" err="1">
              <a:solidFill>
                <a:srgbClr val="17285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F10B125-B1A6-9536-7482-8CB1A3C9AB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2023" y="2275426"/>
            <a:ext cx="6477529" cy="532591"/>
          </a:xfrm>
        </p:spPr>
        <p:txBody>
          <a:bodyPr anchor="ctr"/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sz="2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0C8FD7-1857-F400-3D6A-4DBC43158637}"/>
              </a:ext>
            </a:extLst>
          </p:cNvPr>
          <p:cNvCxnSpPr/>
          <p:nvPr userDrawn="1"/>
        </p:nvCxnSpPr>
        <p:spPr>
          <a:xfrm>
            <a:off x="290335" y="2766798"/>
            <a:ext cx="6889217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6CED116-7B04-C1F9-A1A9-241770CF6C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2022" y="2769989"/>
            <a:ext cx="6477529" cy="532591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 err="1"/>
              <a:t>SubTitle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CC9C2E-2DA6-ACEA-D4DB-A93233FCE3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60910" y="58760"/>
            <a:ext cx="1383090" cy="404279"/>
          </a:xfrm>
          <a:prstGeom prst="rect">
            <a:avLst/>
          </a:prstGeom>
        </p:spPr>
      </p:pic>
      <p:pic>
        <p:nvPicPr>
          <p:cNvPr id="7" name="Picture 6" descr="A purple and blue logo&#10;&#10;AI-generated content may be incorrect.">
            <a:extLst>
              <a:ext uri="{FF2B5EF4-FFF2-40B4-BE49-F238E27FC236}">
                <a16:creationId xmlns:a16="http://schemas.microsoft.com/office/drawing/2014/main" id="{4C185FEB-1856-10C5-2F5A-C98B8D0993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81F309E-34C5-32F4-3F73-14533613F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591121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pezoid 5">
            <a:extLst>
              <a:ext uri="{FF2B5EF4-FFF2-40B4-BE49-F238E27FC236}">
                <a16:creationId xmlns:a16="http://schemas.microsoft.com/office/drawing/2014/main" id="{DA1C4DD8-B2AE-18E8-3E44-F62E9914534C}"/>
              </a:ext>
            </a:extLst>
          </p:cNvPr>
          <p:cNvSpPr/>
          <p:nvPr userDrawn="1"/>
        </p:nvSpPr>
        <p:spPr>
          <a:xfrm flipH="1">
            <a:off x="0" y="0"/>
            <a:ext cx="9144000" cy="5160917"/>
          </a:xfrm>
          <a:prstGeom prst="rect">
            <a:avLst/>
          </a:prstGeom>
          <a:solidFill>
            <a:srgbClr val="1728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algn="ctr"/>
            <a:endParaRPr lang="en-US" sz="1200" dirty="0" err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 purple and blue logo&#10;&#10;AI-generated content may be incorrect.">
            <a:extLst>
              <a:ext uri="{FF2B5EF4-FFF2-40B4-BE49-F238E27FC236}">
                <a16:creationId xmlns:a16="http://schemas.microsoft.com/office/drawing/2014/main" id="{DC697C2E-77D9-655E-BC92-5C0D2BB3DA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  <p:sp>
        <p:nvSpPr>
          <p:cNvPr id="5" name="Round Same Side Corner Rectangle 4">
            <a:extLst>
              <a:ext uri="{FF2B5EF4-FFF2-40B4-BE49-F238E27FC236}">
                <a16:creationId xmlns:a16="http://schemas.microsoft.com/office/drawing/2014/main" id="{6703E14C-CBF2-C8CD-CCC9-860059770D5B}"/>
              </a:ext>
            </a:extLst>
          </p:cNvPr>
          <p:cNvSpPr/>
          <p:nvPr userDrawn="1"/>
        </p:nvSpPr>
        <p:spPr>
          <a:xfrm rot="16200000" flipH="1">
            <a:off x="2995540" y="-1805204"/>
            <a:ext cx="3152922" cy="914400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55923D-6AD0-0738-18CF-0E07E527964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93064" y="1426696"/>
            <a:ext cx="3157871" cy="923049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7DDD425-A4B1-9E31-5B45-3838CE464A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2985" y="2832925"/>
            <a:ext cx="5058030" cy="532591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1000"/>
              </a:spcBef>
              <a:buNone/>
              <a:defRPr sz="2800" b="1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E4EC8C6-F3BF-D7C9-4EEC-E00275581C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42985" y="3327488"/>
            <a:ext cx="5058030" cy="53259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spcBef>
                <a:spcPts val="1000"/>
              </a:spcBef>
              <a:buNone/>
              <a:defRPr sz="2000" b="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dirty="0" err="1"/>
              <a:t>SubTitle</a:t>
            </a:r>
            <a:endParaRPr lang="en-US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5FD029D2-30F2-0777-1BEE-B65204129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506789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3074D64B-290E-9670-9544-D9D649B2BB0F}"/>
              </a:ext>
            </a:extLst>
          </p:cNvPr>
          <p:cNvSpPr/>
          <p:nvPr userDrawn="1"/>
        </p:nvSpPr>
        <p:spPr>
          <a:xfrm rot="5400000">
            <a:off x="2691928" y="-1675674"/>
            <a:ext cx="3315449" cy="8699305"/>
          </a:xfrm>
          <a:prstGeom prst="round2SameRect">
            <a:avLst>
              <a:gd name="adj1" fmla="val 12806"/>
              <a:gd name="adj2" fmla="val 0"/>
            </a:avLst>
          </a:prstGeom>
          <a:gradFill flip="none" rotWithShape="1">
            <a:gsLst>
              <a:gs pos="100000">
                <a:srgbClr val="00B2E3"/>
              </a:gs>
              <a:gs pos="25000">
                <a:srgbClr val="E31D93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lvl="0" algn="ctr"/>
            <a:endParaRPr lang="en-US" sz="12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4C2F0AAB-4930-F3BA-7E37-CD1E1102B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901916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rgbClr val="0D7AB5"/>
                </a:solidFill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6700" y="2302818"/>
            <a:ext cx="5253257" cy="27764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Quote goes here</a:t>
            </a:r>
          </a:p>
        </p:txBody>
      </p:sp>
      <p:pic>
        <p:nvPicPr>
          <p:cNvPr id="13" name="Picture 12" descr="A purple and blue logo&#10;&#10;AI-generated content may be incorrect.">
            <a:extLst>
              <a:ext uri="{FF2B5EF4-FFF2-40B4-BE49-F238E27FC236}">
                <a16:creationId xmlns:a16="http://schemas.microsoft.com/office/drawing/2014/main" id="{4728540C-7481-69EF-23DF-B65CC89A4C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687" y="4549468"/>
            <a:ext cx="1097280" cy="210719"/>
          </a:xfrm>
          <a:prstGeom prst="rect">
            <a:avLst/>
          </a:prstGeom>
        </p:spPr>
      </p:pic>
      <p:pic>
        <p:nvPicPr>
          <p:cNvPr id="15" name="Graphic 14" descr="Open quotation mark with solid fill">
            <a:extLst>
              <a:ext uri="{FF2B5EF4-FFF2-40B4-BE49-F238E27FC236}">
                <a16:creationId xmlns:a16="http://schemas.microsoft.com/office/drawing/2014/main" id="{8B8A2D5F-EDC8-5ECD-EA5E-D1EA4F3847B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15240" y="10850"/>
            <a:ext cx="1626398" cy="162639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45D5A3-241C-E1DD-EA6B-993D98DFE61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3090" cy="404279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0D303333-1AD7-B776-76F4-1A881A24565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pic>
        <p:nvPicPr>
          <p:cNvPr id="8" name="Picture 7" descr="A purple and blue logo&#10;&#10;AI-generated content may be incorrect.">
            <a:extLst>
              <a:ext uri="{FF2B5EF4-FFF2-40B4-BE49-F238E27FC236}">
                <a16:creationId xmlns:a16="http://schemas.microsoft.com/office/drawing/2014/main" id="{87F48874-DA81-5DE9-9B6D-4C543735168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4827810"/>
            <a:ext cx="1287206" cy="24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475264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3074D64B-290E-9670-9544-D9D649B2BB0F}"/>
              </a:ext>
            </a:extLst>
          </p:cNvPr>
          <p:cNvSpPr/>
          <p:nvPr userDrawn="1"/>
        </p:nvSpPr>
        <p:spPr>
          <a:xfrm rot="5400000">
            <a:off x="2680129" y="-1682024"/>
            <a:ext cx="3315449" cy="8699305"/>
          </a:xfrm>
          <a:prstGeom prst="round2SameRect">
            <a:avLst>
              <a:gd name="adj1" fmla="val 12806"/>
              <a:gd name="adj2" fmla="val 0"/>
            </a:avLst>
          </a:prstGeom>
          <a:gradFill flip="none" rotWithShape="1">
            <a:gsLst>
              <a:gs pos="99000">
                <a:srgbClr val="00B2E3"/>
              </a:gs>
              <a:gs pos="25000">
                <a:srgbClr val="E31D93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lvl="0" algn="ctr"/>
            <a:endParaRPr lang="en-US" sz="1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4C2F0AAB-4930-F3BA-7E37-CD1E1102B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901916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rgbClr val="0D7AB5"/>
                </a:solidFill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26086" y="1960202"/>
            <a:ext cx="5423534" cy="1414852"/>
          </a:xfrm>
        </p:spPr>
        <p:txBody>
          <a:bodyPr>
            <a:noAutofit/>
          </a:bodyPr>
          <a:lstStyle>
            <a:lvl1pPr>
              <a:defRPr sz="6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Quote goes here</a:t>
            </a:r>
          </a:p>
        </p:txBody>
      </p:sp>
      <p:pic>
        <p:nvPicPr>
          <p:cNvPr id="13" name="Picture 12" descr="A purple and blue logo&#10;&#10;AI-generated content may be incorrect.">
            <a:extLst>
              <a:ext uri="{FF2B5EF4-FFF2-40B4-BE49-F238E27FC236}">
                <a16:creationId xmlns:a16="http://schemas.microsoft.com/office/drawing/2014/main" id="{4728540C-7481-69EF-23DF-B65CC89A4C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687" y="4549468"/>
            <a:ext cx="1097280" cy="2107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45D5A3-241C-E1DD-EA6B-993D98DFE61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3090" cy="404279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0D303333-1AD7-B776-76F4-1A881A24565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rgbClr val="0D7AB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Confidential. For Internal Use Only</a:t>
            </a:r>
            <a:endParaRPr lang="en-US" dirty="0">
              <a:solidFill>
                <a:srgbClr val="0D7AB5"/>
              </a:solidFill>
            </a:endParaRPr>
          </a:p>
        </p:txBody>
      </p:sp>
      <p:pic>
        <p:nvPicPr>
          <p:cNvPr id="8" name="Picture 7" descr="A purple and blue logo&#10;&#10;AI-generated content may be incorrect.">
            <a:extLst>
              <a:ext uri="{FF2B5EF4-FFF2-40B4-BE49-F238E27FC236}">
                <a16:creationId xmlns:a16="http://schemas.microsoft.com/office/drawing/2014/main" id="{87F48874-DA81-5DE9-9B6D-4C543735168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4827810"/>
            <a:ext cx="1287206" cy="24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924003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570DD33-478D-EE36-FB0D-37AF51DC8F81}"/>
              </a:ext>
            </a:extLst>
          </p:cNvPr>
          <p:cNvSpPr/>
          <p:nvPr userDrawn="1"/>
        </p:nvSpPr>
        <p:spPr>
          <a:xfrm rot="5400000">
            <a:off x="-285751" y="285752"/>
            <a:ext cx="5143501" cy="4572000"/>
          </a:xfrm>
          <a:prstGeom prst="rect">
            <a:avLst/>
          </a:prstGeom>
          <a:solidFill>
            <a:srgbClr val="1728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1220" y="966926"/>
            <a:ext cx="3773862" cy="277640"/>
          </a:xfrm>
        </p:spPr>
        <p:txBody>
          <a:bodyPr/>
          <a:lstStyle>
            <a:lvl1pPr>
              <a:defRPr sz="2200" b="1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8C54EE-4A04-1472-DC41-DF05A6D50B3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81220" y="1448040"/>
            <a:ext cx="3773862" cy="2958250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502920" marR="0" indent="-2286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21BECE"/>
              </a:buClr>
              <a:buSzTx/>
              <a:buFont typeface="Arial" charset="0"/>
              <a:buChar char="•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marR="0" indent="-2286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21BECE"/>
              </a:buClr>
              <a:buSzPct val="150000"/>
              <a:buFont typeface="AppleSymbols"/>
              <a:buChar char="⎼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25880" marR="0" indent="-2286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21BECE"/>
              </a:buClr>
              <a:buSzTx/>
              <a:buFont typeface="LucidaGrande"/>
              <a:buChar char="◦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680210" marR="0" indent="-17145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336198"/>
              </a:buClr>
              <a:buSzTx/>
              <a:buFont typeface="Helvetica" pitchFamily="2" charset="0"/>
              <a:buChar char="⁃"/>
              <a:tabLst/>
              <a:def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27274"/>
                </a:solidFill>
                <a:effectLst/>
                <a:uLnTx/>
                <a:uFillTx/>
                <a:ea typeface="ＭＳ Ｐゴシック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3DFC08-B3DB-B33C-8A51-745F241FAD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3090" cy="404279"/>
          </a:xfrm>
          <a:prstGeom prst="rect">
            <a:avLst/>
          </a:prstGeom>
        </p:spPr>
      </p:pic>
      <p:sp>
        <p:nvSpPr>
          <p:cNvPr id="11" name="Rectangle 5">
            <a:extLst>
              <a:ext uri="{FF2B5EF4-FFF2-40B4-BE49-F238E27FC236}">
                <a16:creationId xmlns:a16="http://schemas.microsoft.com/office/drawing/2014/main" id="{7FC67445-E1F5-C33C-1FF7-C5B2B23346B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BA06A44F-F947-EC60-00E7-80D48B66F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rgbClr val="0D7AB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3" name="Picture 22" descr="A purple and blue logo&#10;&#10;AI-generated content may be incorrect.">
            <a:extLst>
              <a:ext uri="{FF2B5EF4-FFF2-40B4-BE49-F238E27FC236}">
                <a16:creationId xmlns:a16="http://schemas.microsoft.com/office/drawing/2014/main" id="{D3CF7422-6831-4322-0B9B-F2F61E97F8F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473230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E4F55A0-69C0-6EC0-F2D2-7A6C65D5D363}"/>
              </a:ext>
            </a:extLst>
          </p:cNvPr>
          <p:cNvSpPr/>
          <p:nvPr userDrawn="1"/>
        </p:nvSpPr>
        <p:spPr>
          <a:xfrm rot="5400000">
            <a:off x="-285751" y="285752"/>
            <a:ext cx="5143501" cy="4572000"/>
          </a:xfrm>
          <a:prstGeom prst="rect">
            <a:avLst/>
          </a:prstGeom>
          <a:solidFill>
            <a:srgbClr val="1728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1904" y="918038"/>
            <a:ext cx="3773862" cy="277640"/>
          </a:xfrm>
        </p:spPr>
        <p:txBody>
          <a:bodyPr/>
          <a:lstStyle>
            <a:lvl1pPr>
              <a:defRPr sz="2200" b="1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8C54EE-4A04-1472-DC41-DF05A6D50B3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21904" y="1416336"/>
            <a:ext cx="3773862" cy="2958250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502920" marR="0" indent="-2286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21BECE"/>
              </a:buClr>
              <a:buSzTx/>
              <a:buFont typeface="Arial" charset="0"/>
              <a:buChar char="•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marR="0" indent="-2286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21BECE"/>
              </a:buClr>
              <a:buSzPct val="150000"/>
              <a:buFont typeface="AppleSymbols"/>
              <a:buChar char="⎼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25880" marR="0" indent="-2286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21BECE"/>
              </a:buClr>
              <a:buSzTx/>
              <a:buFont typeface="LucidaGrande"/>
              <a:buChar char="◦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680210" marR="0" indent="-17145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336198"/>
              </a:buClr>
              <a:buSzTx/>
              <a:buFont typeface="Helvetica" pitchFamily="2" charset="0"/>
              <a:buChar char="⁃"/>
              <a:tabLst/>
              <a:def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27274"/>
                </a:solidFill>
                <a:effectLst/>
                <a:uLnTx/>
                <a:uFillTx/>
                <a:ea typeface="ＭＳ Ｐゴシック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AEC8ABC-AD8F-6BC7-A609-CA4766DD83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700" y="900341"/>
            <a:ext cx="4116521" cy="288925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601F4B-3309-4C39-6D35-A1C1F86D7E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3090" cy="404279"/>
          </a:xfrm>
          <a:prstGeom prst="rect">
            <a:avLst/>
          </a:prstGeom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C3CD92BC-91A7-9C3D-0A0C-259F34C85F5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BD2324D5-7169-B467-B6AA-4B1EC6E28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rgbClr val="0D7AB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4" name="Picture 23" descr="A purple and blue logo&#10;&#10;AI-generated content may be incorrect.">
            <a:extLst>
              <a:ext uri="{FF2B5EF4-FFF2-40B4-BE49-F238E27FC236}">
                <a16:creationId xmlns:a16="http://schemas.microsoft.com/office/drawing/2014/main" id="{A8D4C81F-DF60-EE53-CEB3-3465372E87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523853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756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2309CC6-3DCE-C35D-8B07-C0339AEC409F}"/>
              </a:ext>
            </a:extLst>
          </p:cNvPr>
          <p:cNvSpPr/>
          <p:nvPr userDrawn="1"/>
        </p:nvSpPr>
        <p:spPr>
          <a:xfrm rot="5400000">
            <a:off x="-285751" y="285752"/>
            <a:ext cx="5143501" cy="4572000"/>
          </a:xfrm>
          <a:prstGeom prst="rect">
            <a:avLst/>
          </a:prstGeom>
          <a:solidFill>
            <a:srgbClr val="1728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484015-CF6E-3AD6-7810-C961303A88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3090" cy="4042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68D96D-D377-1AB8-247E-FBA2DB52E0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288" t="10673" r="7647" b="19735"/>
          <a:stretch/>
        </p:blipFill>
        <p:spPr>
          <a:xfrm>
            <a:off x="108237" y="1321192"/>
            <a:ext cx="4337271" cy="260463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72CD405-35FA-A7D9-D048-1637F09D9814}"/>
              </a:ext>
            </a:extLst>
          </p:cNvPr>
          <p:cNvSpPr/>
          <p:nvPr userDrawn="1"/>
        </p:nvSpPr>
        <p:spPr>
          <a:xfrm>
            <a:off x="727523" y="1504839"/>
            <a:ext cx="3225045" cy="198758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C59DF5CE-836E-9BF4-FCC4-C9F3DDFA5C6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27523" y="1525961"/>
            <a:ext cx="3225044" cy="1987580"/>
          </a:xfrm>
          <a:solidFill>
            <a:srgbClr val="172852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12C4A80-5C8D-494E-9B1B-EB259DB1E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55" y="723891"/>
            <a:ext cx="4467865" cy="277640"/>
          </a:xfrm>
        </p:spPr>
        <p:txBody>
          <a:bodyPr>
            <a:noAutofit/>
          </a:bodyPr>
          <a:lstStyle>
            <a:lvl1pPr algn="ctr">
              <a:defRPr sz="2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4" name="Picture 13" descr="A purple and blue logo&#10;&#10;AI-generated content may be incorrect.">
            <a:extLst>
              <a:ext uri="{FF2B5EF4-FFF2-40B4-BE49-F238E27FC236}">
                <a16:creationId xmlns:a16="http://schemas.microsoft.com/office/drawing/2014/main" id="{253D1C4E-5E21-30A2-869A-8938A05A015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  <p:sp>
        <p:nvSpPr>
          <p:cNvPr id="15" name="Rectangle 5">
            <a:extLst>
              <a:ext uri="{FF2B5EF4-FFF2-40B4-BE49-F238E27FC236}">
                <a16:creationId xmlns:a16="http://schemas.microsoft.com/office/drawing/2014/main" id="{F154EFBD-7379-D5A3-7A2E-5363920CB28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F89C11F8-A392-8226-7FE9-0FFDBAF30F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rgbClr val="0D7AB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>
              <a:solidFill>
                <a:srgbClr val="0D7AB5"/>
              </a:solidFill>
            </a:endParaRP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37D69D85-8854-869E-5D89-E80F6FACB24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4741" y="992188"/>
            <a:ext cx="3753034" cy="3605212"/>
          </a:xfrm>
        </p:spPr>
        <p:txBody>
          <a:bodyPr/>
          <a:lstStyle>
            <a:lvl1pPr>
              <a:defRPr>
                <a:solidFill>
                  <a:srgbClr val="172852"/>
                </a:solidFill>
              </a:defRPr>
            </a:lvl1pPr>
            <a:lvl2pPr>
              <a:defRPr>
                <a:solidFill>
                  <a:srgbClr val="172852"/>
                </a:solidFill>
              </a:defRPr>
            </a:lvl2pPr>
            <a:lvl3pPr>
              <a:defRPr>
                <a:solidFill>
                  <a:srgbClr val="172852"/>
                </a:solidFill>
              </a:defRPr>
            </a:lvl3pPr>
            <a:lvl4pPr>
              <a:defRPr>
                <a:solidFill>
                  <a:srgbClr val="172852"/>
                </a:solidFill>
              </a:defRPr>
            </a:lvl4pPr>
            <a:lvl5pPr>
              <a:defRPr>
                <a:solidFill>
                  <a:srgbClr val="1728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9250753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DBFE2E90-E999-344A-5944-59B1BDA9DB04}"/>
              </a:ext>
            </a:extLst>
          </p:cNvPr>
          <p:cNvSpPr/>
          <p:nvPr userDrawn="1"/>
        </p:nvSpPr>
        <p:spPr>
          <a:xfrm rot="5400000">
            <a:off x="-285751" y="285752"/>
            <a:ext cx="5143501" cy="4572000"/>
          </a:xfrm>
          <a:prstGeom prst="rect">
            <a:avLst/>
          </a:prstGeom>
          <a:solidFill>
            <a:srgbClr val="1728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484015-CF6E-3AD6-7810-C961303A88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3090" cy="404279"/>
          </a:xfrm>
          <a:prstGeom prst="rect">
            <a:avLst/>
          </a:prstGeom>
        </p:spPr>
      </p:pic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3E3146F3-BBEA-B4D9-3625-DED653DAE89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6616" y="1394178"/>
            <a:ext cx="3740191" cy="2842369"/>
          </a:xfrm>
          <a:prstGeom prst="roundRect">
            <a:avLst>
              <a:gd name="adj" fmla="val 1723"/>
            </a:avLst>
          </a:prstGeom>
          <a:solidFill>
            <a:srgbClr val="172852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739205B-D74E-71DB-AE94-79F9BAE9AA0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731895" y="796779"/>
            <a:ext cx="3097232" cy="4008571"/>
          </a:xfrm>
          <a:prstGeom prst="rect">
            <a:avLst/>
          </a:prstGeom>
        </p:spPr>
      </p:pic>
      <p:pic>
        <p:nvPicPr>
          <p:cNvPr id="16" name="Picture 15" descr="A purple and blue logo&#10;&#10;AI-generated content may be incorrect.">
            <a:extLst>
              <a:ext uri="{FF2B5EF4-FFF2-40B4-BE49-F238E27FC236}">
                <a16:creationId xmlns:a16="http://schemas.microsoft.com/office/drawing/2014/main" id="{D5681C28-B570-368D-C708-8A4A263EE17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  <p:sp>
        <p:nvSpPr>
          <p:cNvPr id="17" name="Rectangle 5">
            <a:extLst>
              <a:ext uri="{FF2B5EF4-FFF2-40B4-BE49-F238E27FC236}">
                <a16:creationId xmlns:a16="http://schemas.microsoft.com/office/drawing/2014/main" id="{114C02AF-40F4-7645-788F-20E03C3DDFF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A72A0E89-7B5A-EA63-ECD4-1D26D54C8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rgbClr val="0D7AB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D64E046-DB61-4B20-8B91-3C11737A4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55" y="723891"/>
            <a:ext cx="4467865" cy="277640"/>
          </a:xfrm>
        </p:spPr>
        <p:txBody>
          <a:bodyPr>
            <a:noAutofit/>
          </a:bodyPr>
          <a:lstStyle>
            <a:lvl1pPr algn="ctr">
              <a:defRPr sz="2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889FC86F-46B8-A6DC-DC56-9714DEAEC7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4741" y="992188"/>
            <a:ext cx="3753034" cy="3605212"/>
          </a:xfrm>
        </p:spPr>
        <p:txBody>
          <a:bodyPr/>
          <a:lstStyle>
            <a:lvl1pPr>
              <a:defRPr>
                <a:solidFill>
                  <a:srgbClr val="172852"/>
                </a:solidFill>
              </a:defRPr>
            </a:lvl1pPr>
            <a:lvl2pPr>
              <a:defRPr>
                <a:solidFill>
                  <a:srgbClr val="172852"/>
                </a:solidFill>
              </a:defRPr>
            </a:lvl2pPr>
            <a:lvl3pPr>
              <a:defRPr>
                <a:solidFill>
                  <a:srgbClr val="172852"/>
                </a:solidFill>
              </a:defRPr>
            </a:lvl3pPr>
            <a:lvl4pPr>
              <a:defRPr>
                <a:solidFill>
                  <a:srgbClr val="172852"/>
                </a:solidFill>
              </a:defRPr>
            </a:lvl4pPr>
            <a:lvl5pPr>
              <a:defRPr>
                <a:solidFill>
                  <a:srgbClr val="1728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1312603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B04E442F-EFE7-A53F-F2A6-3A2DF9273F29}"/>
              </a:ext>
            </a:extLst>
          </p:cNvPr>
          <p:cNvSpPr/>
          <p:nvPr userDrawn="1"/>
        </p:nvSpPr>
        <p:spPr>
          <a:xfrm rot="5400000">
            <a:off x="-285751" y="285752"/>
            <a:ext cx="5143501" cy="4572000"/>
          </a:xfrm>
          <a:prstGeom prst="rect">
            <a:avLst/>
          </a:prstGeom>
          <a:solidFill>
            <a:srgbClr val="1728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1634696"/>
            <a:ext cx="1650311" cy="1479589"/>
          </a:xfrm>
        </p:spPr>
        <p:txBody>
          <a:bodyPr>
            <a:noAutofit/>
          </a:bodyPr>
          <a:lstStyle>
            <a:lvl1pPr algn="ctr">
              <a:defRPr sz="2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484015-CF6E-3AD6-7810-C961303A88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3090" cy="404279"/>
          </a:xfrm>
          <a:prstGeom prst="rect">
            <a:avLst/>
          </a:prstGeom>
        </p:spPr>
      </p:pic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3E3146F3-BBEA-B4D9-3625-DED653DAE89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86828" y="531234"/>
            <a:ext cx="1702666" cy="3738593"/>
          </a:xfrm>
          <a:prstGeom prst="roundRect">
            <a:avLst>
              <a:gd name="adj" fmla="val 10430"/>
            </a:avLst>
          </a:prstGeom>
          <a:solidFill>
            <a:srgbClr val="172852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2EC08C3-8757-D17E-D7C1-76263CA962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1920" y="456133"/>
            <a:ext cx="1872483" cy="3901006"/>
          </a:xfrm>
          <a:prstGeom prst="rect">
            <a:avLst/>
          </a:prstGeom>
        </p:spPr>
      </p:pic>
      <p:pic>
        <p:nvPicPr>
          <p:cNvPr id="16" name="Picture 15" descr="A purple and blue logo&#10;&#10;AI-generated content may be incorrect.">
            <a:extLst>
              <a:ext uri="{FF2B5EF4-FFF2-40B4-BE49-F238E27FC236}">
                <a16:creationId xmlns:a16="http://schemas.microsoft.com/office/drawing/2014/main" id="{8BDE3F52-7148-7D26-6333-9CA4677C775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  <p:sp>
        <p:nvSpPr>
          <p:cNvPr id="17" name="Rectangle 5">
            <a:extLst>
              <a:ext uri="{FF2B5EF4-FFF2-40B4-BE49-F238E27FC236}">
                <a16:creationId xmlns:a16="http://schemas.microsoft.com/office/drawing/2014/main" id="{C592EB9D-701A-50E1-FF8A-046F1BC6F6F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Confidential. For Internal Use Only</a:t>
            </a:r>
          </a:p>
        </p:txBody>
      </p: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55EC7BD2-623E-4F46-3CBE-8F8AD09F8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rgbClr val="0D7AB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C33D087E-52D1-8A25-A649-FD51BC3EC65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4741" y="992188"/>
            <a:ext cx="3753034" cy="3605212"/>
          </a:xfrm>
        </p:spPr>
        <p:txBody>
          <a:bodyPr/>
          <a:lstStyle>
            <a:lvl1pPr>
              <a:defRPr>
                <a:solidFill>
                  <a:srgbClr val="172852"/>
                </a:solidFill>
              </a:defRPr>
            </a:lvl1pPr>
            <a:lvl2pPr>
              <a:defRPr>
                <a:solidFill>
                  <a:srgbClr val="172852"/>
                </a:solidFill>
              </a:defRPr>
            </a:lvl2pPr>
            <a:lvl3pPr>
              <a:defRPr>
                <a:solidFill>
                  <a:srgbClr val="172852"/>
                </a:solidFill>
              </a:defRPr>
            </a:lvl3pPr>
            <a:lvl4pPr>
              <a:defRPr>
                <a:solidFill>
                  <a:srgbClr val="172852"/>
                </a:solidFill>
              </a:defRPr>
            </a:lvl4pPr>
            <a:lvl5pPr>
              <a:defRPr>
                <a:solidFill>
                  <a:srgbClr val="1728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1936494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DA415F6-4E85-3476-6875-7C7D451791F8}"/>
              </a:ext>
            </a:extLst>
          </p:cNvPr>
          <p:cNvSpPr/>
          <p:nvPr userDrawn="1"/>
        </p:nvSpPr>
        <p:spPr>
          <a:xfrm rot="5400000">
            <a:off x="-285751" y="285752"/>
            <a:ext cx="5143501" cy="4572000"/>
          </a:xfrm>
          <a:prstGeom prst="rect">
            <a:avLst/>
          </a:prstGeom>
          <a:solidFill>
            <a:srgbClr val="1728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484015-CF6E-3AD6-7810-C961303A88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3090" cy="404279"/>
          </a:xfrm>
          <a:prstGeom prst="rect">
            <a:avLst/>
          </a:prstGeom>
        </p:spPr>
      </p:pic>
      <p:pic>
        <p:nvPicPr>
          <p:cNvPr id="9" name="Picture 8" descr="A computer monitor with a black screen&#10;&#10;AI-generated content may be incorrect.">
            <a:extLst>
              <a:ext uri="{FF2B5EF4-FFF2-40B4-BE49-F238E27FC236}">
                <a16:creationId xmlns:a16="http://schemas.microsoft.com/office/drawing/2014/main" id="{55D0AB14-04D7-DB4F-1840-8F76143C94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4337" y="1377047"/>
            <a:ext cx="3842620" cy="3082863"/>
          </a:xfrm>
          <a:prstGeom prst="rect">
            <a:avLst/>
          </a:prstGeom>
        </p:spPr>
      </p:pic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3E3146F3-BBEA-B4D9-3625-DED653DAE89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8352" y="1516133"/>
            <a:ext cx="3589926" cy="2176862"/>
          </a:xfrm>
          <a:solidFill>
            <a:srgbClr val="172852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710ED36F-7A16-C749-E3F5-447BDAE17BB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7A5E4D59-59BF-FC70-655A-F9D459B17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rgbClr val="0D7AB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BCB9162-B6DC-6622-99D6-BBACD1302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55" y="723891"/>
            <a:ext cx="4467865" cy="277640"/>
          </a:xfrm>
        </p:spPr>
        <p:txBody>
          <a:bodyPr>
            <a:noAutofit/>
          </a:bodyPr>
          <a:lstStyle>
            <a:lvl1pPr algn="ctr">
              <a:defRPr sz="2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BBC7CF57-8982-F831-738E-8CC0602BB86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4741" y="992188"/>
            <a:ext cx="3753034" cy="3605212"/>
          </a:xfrm>
        </p:spPr>
        <p:txBody>
          <a:bodyPr/>
          <a:lstStyle>
            <a:lvl1pPr>
              <a:defRPr>
                <a:solidFill>
                  <a:srgbClr val="172852"/>
                </a:solidFill>
              </a:defRPr>
            </a:lvl1pPr>
            <a:lvl2pPr>
              <a:defRPr>
                <a:solidFill>
                  <a:srgbClr val="172852"/>
                </a:solidFill>
              </a:defRPr>
            </a:lvl2pPr>
            <a:lvl3pPr>
              <a:defRPr>
                <a:solidFill>
                  <a:srgbClr val="172852"/>
                </a:solidFill>
              </a:defRPr>
            </a:lvl3pPr>
            <a:lvl4pPr>
              <a:defRPr>
                <a:solidFill>
                  <a:srgbClr val="172852"/>
                </a:solidFill>
              </a:defRPr>
            </a:lvl4pPr>
            <a:lvl5pPr>
              <a:defRPr>
                <a:solidFill>
                  <a:srgbClr val="1728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0" name="Picture 29" descr="A purple and blue logo&#10;&#10;AI-generated content may be incorrect.">
            <a:extLst>
              <a:ext uri="{FF2B5EF4-FFF2-40B4-BE49-F238E27FC236}">
                <a16:creationId xmlns:a16="http://schemas.microsoft.com/office/drawing/2014/main" id="{165C8094-D88C-B553-796B-BC65ECAF68D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027573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5DF7DDB-6328-5333-0C87-E9A9BDE6CA86}"/>
              </a:ext>
            </a:extLst>
          </p:cNvPr>
          <p:cNvSpPr/>
          <p:nvPr userDrawn="1"/>
        </p:nvSpPr>
        <p:spPr>
          <a:xfrm rot="5400000">
            <a:off x="-285751" y="285752"/>
            <a:ext cx="5143501" cy="4572000"/>
          </a:xfrm>
          <a:prstGeom prst="rect">
            <a:avLst/>
          </a:prstGeom>
          <a:solidFill>
            <a:srgbClr val="1728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484015-CF6E-3AD6-7810-C961303A88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3090" cy="404279"/>
          </a:xfrm>
          <a:prstGeom prst="rect">
            <a:avLst/>
          </a:prstGeom>
        </p:spPr>
      </p:pic>
      <p:sp>
        <p:nvSpPr>
          <p:cNvPr id="14" name="Rectangle 5">
            <a:extLst>
              <a:ext uri="{FF2B5EF4-FFF2-40B4-BE49-F238E27FC236}">
                <a16:creationId xmlns:a16="http://schemas.microsoft.com/office/drawing/2014/main" id="{28F6E406-A551-C916-3A66-0A68F923AB3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C0B45189-F081-AFE4-4811-FBE3A9112C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rgbClr val="0D7AB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35520F4-FB76-21FC-45A4-376247240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55" y="723891"/>
            <a:ext cx="4467865" cy="277640"/>
          </a:xfrm>
        </p:spPr>
        <p:txBody>
          <a:bodyPr>
            <a:noAutofit/>
          </a:bodyPr>
          <a:lstStyle>
            <a:lvl1pPr algn="ctr">
              <a:defRPr sz="2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5F4EEF1D-6AE6-8BBC-A026-44F5BC9728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4741" y="992188"/>
            <a:ext cx="3753034" cy="3605212"/>
          </a:xfrm>
        </p:spPr>
        <p:txBody>
          <a:bodyPr/>
          <a:lstStyle>
            <a:lvl1pPr>
              <a:defRPr>
                <a:solidFill>
                  <a:srgbClr val="172852"/>
                </a:solidFill>
              </a:defRPr>
            </a:lvl1pPr>
            <a:lvl2pPr>
              <a:defRPr>
                <a:solidFill>
                  <a:srgbClr val="172852"/>
                </a:solidFill>
              </a:defRPr>
            </a:lvl2pPr>
            <a:lvl3pPr>
              <a:defRPr>
                <a:solidFill>
                  <a:srgbClr val="172852"/>
                </a:solidFill>
              </a:defRPr>
            </a:lvl3pPr>
            <a:lvl4pPr>
              <a:defRPr>
                <a:solidFill>
                  <a:srgbClr val="172852"/>
                </a:solidFill>
              </a:defRPr>
            </a:lvl4pPr>
            <a:lvl5pPr>
              <a:defRPr>
                <a:solidFill>
                  <a:srgbClr val="1728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0" name="Picture 29" descr="A purple and blue logo&#10;&#10;AI-generated content may be incorrect.">
            <a:extLst>
              <a:ext uri="{FF2B5EF4-FFF2-40B4-BE49-F238E27FC236}">
                <a16:creationId xmlns:a16="http://schemas.microsoft.com/office/drawing/2014/main" id="{009A8AEE-2A87-3713-0B57-6690E43338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159158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apezoid 5">
            <a:extLst>
              <a:ext uri="{FF2B5EF4-FFF2-40B4-BE49-F238E27FC236}">
                <a16:creationId xmlns:a16="http://schemas.microsoft.com/office/drawing/2014/main" id="{2D74C9D5-25D7-8E53-1DC1-2CF329EF57E7}"/>
              </a:ext>
            </a:extLst>
          </p:cNvPr>
          <p:cNvSpPr/>
          <p:nvPr userDrawn="1"/>
        </p:nvSpPr>
        <p:spPr>
          <a:xfrm flipH="1">
            <a:off x="0" y="0"/>
            <a:ext cx="9144000" cy="5160917"/>
          </a:xfrm>
          <a:prstGeom prst="rect">
            <a:avLst/>
          </a:prstGeom>
          <a:gradFill flip="none" rotWithShape="1">
            <a:gsLst>
              <a:gs pos="98000">
                <a:srgbClr val="00B2E3"/>
              </a:gs>
              <a:gs pos="0">
                <a:srgbClr val="E31D93"/>
              </a:gs>
            </a:gsLst>
            <a:lin ang="108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lvl="0" algn="ctr"/>
            <a:endParaRPr lang="en-US" sz="1200" dirty="0" err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888" y="241584"/>
            <a:ext cx="7108982" cy="277640"/>
          </a:xfrm>
        </p:spPr>
        <p:txBody>
          <a:bodyPr/>
          <a:lstStyle>
            <a:lvl1pPr>
              <a:defRPr sz="22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1DC3B3D-CAC6-0FBB-3477-D6901604995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4CA63E0A-DCAF-CB1A-482C-5CB88FA80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A727CAD-FBB5-0BBC-4689-65CA06962F50}"/>
              </a:ext>
            </a:extLst>
          </p:cNvPr>
          <p:cNvCxnSpPr/>
          <p:nvPr userDrawn="1"/>
        </p:nvCxnSpPr>
        <p:spPr>
          <a:xfrm>
            <a:off x="266700" y="660728"/>
            <a:ext cx="6889217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13CD2485-626F-0C07-2908-BCFC6BC28D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3090" cy="404279"/>
          </a:xfrm>
          <a:prstGeom prst="rect">
            <a:avLst/>
          </a:prstGeom>
        </p:spPr>
      </p:pic>
      <p:pic>
        <p:nvPicPr>
          <p:cNvPr id="3" name="Picture 2" descr="A purple and blue logo&#10;&#10;AI-generated content may be incorrect.">
            <a:extLst>
              <a:ext uri="{FF2B5EF4-FFF2-40B4-BE49-F238E27FC236}">
                <a16:creationId xmlns:a16="http://schemas.microsoft.com/office/drawing/2014/main" id="{770442E9-661C-7CEA-8468-59CCD29109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526149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apezoid 5">
            <a:extLst>
              <a:ext uri="{FF2B5EF4-FFF2-40B4-BE49-F238E27FC236}">
                <a16:creationId xmlns:a16="http://schemas.microsoft.com/office/drawing/2014/main" id="{3E891DDD-6452-3DDF-3060-C9E6D87F5D62}"/>
              </a:ext>
            </a:extLst>
          </p:cNvPr>
          <p:cNvSpPr/>
          <p:nvPr userDrawn="1"/>
        </p:nvSpPr>
        <p:spPr>
          <a:xfrm flipH="1">
            <a:off x="0" y="0"/>
            <a:ext cx="9144000" cy="5160917"/>
          </a:xfrm>
          <a:prstGeom prst="rect">
            <a:avLst/>
          </a:prstGeom>
          <a:solidFill>
            <a:srgbClr val="1728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algn="ctr"/>
            <a:endParaRPr lang="en-US" sz="1200" dirty="0" err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411" y="241584"/>
            <a:ext cx="7108459" cy="277640"/>
          </a:xfrm>
        </p:spPr>
        <p:txBody>
          <a:bodyPr/>
          <a:lstStyle>
            <a:lvl1pPr>
              <a:defRPr sz="22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6700" y="4087756"/>
            <a:ext cx="7386732" cy="407767"/>
          </a:xfrm>
        </p:spPr>
        <p:txBody>
          <a:bodyPr anchor="b" anchorCtr="0"/>
          <a:lstStyle>
            <a:lvl1pPr marL="0" indent="0">
              <a:buNone/>
              <a:defRPr sz="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Source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4AD714-5FC6-A003-CE1E-1313F34F2F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2567" cy="404279"/>
          </a:xfrm>
          <a:prstGeom prst="rect">
            <a:avLst/>
          </a:prstGeom>
        </p:spPr>
      </p:pic>
      <p:pic>
        <p:nvPicPr>
          <p:cNvPr id="9" name="Picture 8" descr="A purple and blue logo&#10;&#10;AI-generated content may be incorrect.">
            <a:extLst>
              <a:ext uri="{FF2B5EF4-FFF2-40B4-BE49-F238E27FC236}">
                <a16:creationId xmlns:a16="http://schemas.microsoft.com/office/drawing/2014/main" id="{78CDB6C1-03AB-C5D2-08CD-4E020B3C2A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09930"/>
            <a:ext cx="1097280" cy="210719"/>
          </a:xfrm>
          <a:prstGeom prst="rect">
            <a:avLst/>
          </a:prstGeom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181A47D9-E859-E231-3F5E-7FE80EA87C5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6C2A088C-F544-F796-2BA1-492D64347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056858A-561A-5905-EEC4-95E817E6B124}"/>
              </a:ext>
            </a:extLst>
          </p:cNvPr>
          <p:cNvCxnSpPr/>
          <p:nvPr userDrawn="1"/>
        </p:nvCxnSpPr>
        <p:spPr>
          <a:xfrm>
            <a:off x="266700" y="660728"/>
            <a:ext cx="6889217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847969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72CC3BAE-14BB-D4A8-09FD-F7697BE2238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87391" y="747712"/>
            <a:ext cx="4626768" cy="3655219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575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charset="0"/>
              <a:buChar char="•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20700" marR="0" indent="-23495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150000"/>
              <a:buFont typeface="AppleSymbols"/>
              <a:buChar char="⎼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68580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LucidaGrande"/>
              <a:buChar char="◦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508760" marR="0" indent="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336198"/>
              </a:buClr>
              <a:buSzTx/>
              <a:buFont typeface="Helvetica" pitchFamily="2" charset="0"/>
              <a:buNone/>
              <a:tabLst/>
              <a:def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27274"/>
                </a:solidFill>
                <a:effectLst/>
                <a:uLnTx/>
                <a:uFillTx/>
                <a:latin typeface="Corbel" panose="020B0503020204020204" pitchFamily="34" charset="0"/>
                <a:ea typeface="ＭＳ Ｐゴシック"/>
              </a:defRPr>
            </a:lvl5pPr>
            <a:lvl6pPr marL="2286000" indent="0">
              <a:buNone/>
              <a:defRPr sz="1500"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C65453-D897-BB97-8788-A23EA1619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42900"/>
            <a:ext cx="3312319" cy="1200150"/>
          </a:xfrm>
        </p:spPr>
        <p:txBody>
          <a:bodyPr anchor="b"/>
          <a:lstStyle>
            <a:lvl1pPr>
              <a:defRPr sz="2400">
                <a:solidFill>
                  <a:srgbClr val="17285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8CB987-252B-84A6-16FD-427F45F19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6700" y="1543050"/>
            <a:ext cx="3312319" cy="2858691"/>
          </a:xfrm>
        </p:spPr>
        <p:txBody>
          <a:bodyPr/>
          <a:lstStyle>
            <a:lvl1pPr marL="0" indent="0">
              <a:buNone/>
              <a:defRPr sz="1200">
                <a:solidFill>
                  <a:srgbClr val="17285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08154544-BD9F-42DC-CC9E-D084F22E1B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901916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A4C55BA-F98C-404F-30CD-25F7430BFAC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434697895"/>
      </p:ext>
    </p:extLst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2C366-A205-96A4-262B-D2516C01E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42900"/>
            <a:ext cx="3312319" cy="1200150"/>
          </a:xfrm>
        </p:spPr>
        <p:txBody>
          <a:bodyPr anchor="b"/>
          <a:lstStyle>
            <a:lvl1pPr>
              <a:defRPr sz="2400">
                <a:solidFill>
                  <a:srgbClr val="17285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14BAF9-3E08-A447-6C38-E052C05ABE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8DC722-9070-1ADE-F2DC-5227F0791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6700" y="1543050"/>
            <a:ext cx="3312319" cy="2858691"/>
          </a:xfrm>
        </p:spPr>
        <p:txBody>
          <a:bodyPr/>
          <a:lstStyle>
            <a:lvl1pPr marL="0" indent="0">
              <a:buNone/>
              <a:defRPr sz="1200">
                <a:solidFill>
                  <a:srgbClr val="17285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A8458F9A-66E8-6DED-1C1F-E08D241B58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901916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3EF5D5A-688F-D94A-DC09-5AC7641618A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950776027"/>
      </p:ext>
    </p:extLst>
  </p:cSld>
  <p:clrMapOvr>
    <a:masterClrMapping/>
  </p:clrMapOvr>
  <p:hf sldNum="0"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41584"/>
            <a:ext cx="7851690" cy="277640"/>
          </a:xfrm>
        </p:spPr>
        <p:txBody>
          <a:bodyPr/>
          <a:lstStyle>
            <a:lvl1pPr>
              <a:defRPr sz="2200" b="1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78410" y="4288055"/>
            <a:ext cx="8330342" cy="407767"/>
          </a:xfrm>
        </p:spPr>
        <p:txBody>
          <a:bodyPr anchor="b" anchorCtr="0"/>
          <a:lstStyle>
            <a:lvl1pPr marL="0" indent="0">
              <a:buNone/>
              <a:defRPr sz="80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787EECC-F2E3-0946-9D2E-4318930B8737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66701" y="858788"/>
            <a:ext cx="8336734" cy="3424454"/>
          </a:xfrm>
        </p:spPr>
        <p:txBody>
          <a:bodyPr>
            <a:normAutofit/>
          </a:bodyPr>
          <a:lstStyle>
            <a:lvl1pPr>
              <a:defRPr sz="180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8CEBDEC-247A-E700-EFA3-CD9A9F7662EE}"/>
              </a:ext>
            </a:extLst>
          </p:cNvPr>
          <p:cNvCxnSpPr/>
          <p:nvPr userDrawn="1"/>
        </p:nvCxnSpPr>
        <p:spPr>
          <a:xfrm>
            <a:off x="266700" y="660728"/>
            <a:ext cx="6889217" cy="0"/>
          </a:xfrm>
          <a:prstGeom prst="line">
            <a:avLst/>
          </a:prstGeom>
          <a:ln w="9525">
            <a:solidFill>
              <a:srgbClr val="00B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5">
            <a:extLst>
              <a:ext uri="{FF2B5EF4-FFF2-40B4-BE49-F238E27FC236}">
                <a16:creationId xmlns:a16="http://schemas.microsoft.com/office/drawing/2014/main" id="{877F25D4-8D7D-79FC-4D20-52F317D2C01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6E50E5-6181-343F-E3D5-CC75CDC4B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519987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branded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14B832E-C9CB-9C60-75B7-E282F08B7045}"/>
              </a:ext>
            </a:extLst>
          </p:cNvPr>
          <p:cNvSpPr/>
          <p:nvPr userDrawn="1"/>
        </p:nvSpPr>
        <p:spPr>
          <a:xfrm>
            <a:off x="7324578" y="0"/>
            <a:ext cx="1819422" cy="7080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41584"/>
            <a:ext cx="7851690" cy="277640"/>
          </a:xfrm>
        </p:spPr>
        <p:txBody>
          <a:bodyPr/>
          <a:lstStyle>
            <a:lvl1pPr>
              <a:defRPr sz="2200" b="1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78410" y="4288055"/>
            <a:ext cx="8330342" cy="407767"/>
          </a:xfrm>
        </p:spPr>
        <p:txBody>
          <a:bodyPr anchor="b" anchorCtr="0"/>
          <a:lstStyle>
            <a:lvl1pPr marL="0" indent="0">
              <a:buNone/>
              <a:defRPr sz="80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787EECC-F2E3-0946-9D2E-4318930B8737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66701" y="858788"/>
            <a:ext cx="8336734" cy="3424454"/>
          </a:xfrm>
        </p:spPr>
        <p:txBody>
          <a:bodyPr>
            <a:normAutofit/>
          </a:bodyPr>
          <a:lstStyle>
            <a:lvl1pPr>
              <a:defRPr sz="180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8CEBDEC-247A-E700-EFA3-CD9A9F7662EE}"/>
              </a:ext>
            </a:extLst>
          </p:cNvPr>
          <p:cNvCxnSpPr/>
          <p:nvPr userDrawn="1"/>
        </p:nvCxnSpPr>
        <p:spPr>
          <a:xfrm>
            <a:off x="266700" y="660728"/>
            <a:ext cx="6889217" cy="0"/>
          </a:xfrm>
          <a:prstGeom prst="line">
            <a:avLst/>
          </a:prstGeom>
          <a:ln w="9525">
            <a:solidFill>
              <a:srgbClr val="00B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5">
            <a:extLst>
              <a:ext uri="{FF2B5EF4-FFF2-40B4-BE49-F238E27FC236}">
                <a16:creationId xmlns:a16="http://schemas.microsoft.com/office/drawing/2014/main" id="{877F25D4-8D7D-79FC-4D20-52F317D2C01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6E50E5-6181-343F-E3D5-CC75CDC4B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214481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79" y="241584"/>
            <a:ext cx="7153025" cy="277640"/>
          </a:xfrm>
        </p:spPr>
        <p:txBody>
          <a:bodyPr/>
          <a:lstStyle>
            <a:lvl1pPr>
              <a:defRPr sz="2200" b="1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266700" y="863601"/>
            <a:ext cx="8336125" cy="3419641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575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charset="0"/>
              <a:buChar char="•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20700" marR="0" indent="-23495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150000"/>
              <a:buFont typeface="AppleSymbols"/>
              <a:buChar char="⎼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68580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LucidaGrande"/>
              <a:buChar char="◦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508760" marR="0" indent="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336198"/>
              </a:buClr>
              <a:buSzTx/>
              <a:buFont typeface="Helvetica" pitchFamily="2" charset="0"/>
              <a:buNone/>
              <a:tabLst/>
              <a:def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27274"/>
                </a:solidFill>
                <a:effectLst/>
                <a:uLnTx/>
                <a:uFillTx/>
                <a:latin typeface="Corbel" panose="020B0503020204020204" pitchFamily="34" charset="0"/>
                <a:ea typeface="ＭＳ Ｐゴシック"/>
              </a:defRPr>
            </a:lvl5pPr>
            <a:lvl6pPr marL="2286000" indent="0">
              <a:buNone/>
              <a:defRPr sz="15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6679" y="4288055"/>
            <a:ext cx="8336758" cy="407767"/>
          </a:xfrm>
        </p:spPr>
        <p:txBody>
          <a:bodyPr anchor="b" anchorCtr="0"/>
          <a:lstStyle>
            <a:lvl1pPr marL="0" indent="0">
              <a:buNone/>
              <a:defRPr sz="80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Source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40D7BF-8597-7044-A770-CC4E18A188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3090" cy="404279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809E9B-17B1-9418-76B3-36332D633991}"/>
              </a:ext>
            </a:extLst>
          </p:cNvPr>
          <p:cNvCxnSpPr/>
          <p:nvPr userDrawn="1"/>
        </p:nvCxnSpPr>
        <p:spPr>
          <a:xfrm>
            <a:off x="266700" y="660728"/>
            <a:ext cx="6889217" cy="0"/>
          </a:xfrm>
          <a:prstGeom prst="line">
            <a:avLst/>
          </a:prstGeom>
          <a:ln w="9525">
            <a:solidFill>
              <a:srgbClr val="00B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5">
            <a:extLst>
              <a:ext uri="{FF2B5EF4-FFF2-40B4-BE49-F238E27FC236}">
                <a16:creationId xmlns:a16="http://schemas.microsoft.com/office/drawing/2014/main" id="{3BA0BEEB-9F21-A6B5-C819-A87AC9DB453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Confidential. For Internal Use Only</a:t>
            </a:r>
          </a:p>
        </p:txBody>
      </p:sp>
      <p:pic>
        <p:nvPicPr>
          <p:cNvPr id="14" name="Picture 13" descr="A purple and blue logo&#10;&#10;AI-generated content may be incorrect.">
            <a:extLst>
              <a:ext uri="{FF2B5EF4-FFF2-40B4-BE49-F238E27FC236}">
                <a16:creationId xmlns:a16="http://schemas.microsoft.com/office/drawing/2014/main" id="{B5A8BEE0-BA0D-F582-964C-ABF32CCDA0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4827810"/>
            <a:ext cx="1287206" cy="247192"/>
          </a:xfrm>
          <a:prstGeom prst="rect">
            <a:avLst/>
          </a:prstGeom>
        </p:spPr>
      </p:pic>
      <p:sp>
        <p:nvSpPr>
          <p:cNvPr id="15" name="Trapezoid 5">
            <a:extLst>
              <a:ext uri="{FF2B5EF4-FFF2-40B4-BE49-F238E27FC236}">
                <a16:creationId xmlns:a16="http://schemas.microsoft.com/office/drawing/2014/main" id="{8A67D744-520E-121E-BB89-394B6FD35AA3}"/>
              </a:ext>
            </a:extLst>
          </p:cNvPr>
          <p:cNvSpPr/>
          <p:nvPr userDrawn="1"/>
        </p:nvSpPr>
        <p:spPr>
          <a:xfrm flipH="1">
            <a:off x="-4132" y="4699462"/>
            <a:ext cx="9148131" cy="455828"/>
          </a:xfrm>
          <a:prstGeom prst="rect">
            <a:avLst/>
          </a:prstGeom>
          <a:solidFill>
            <a:srgbClr val="1728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lvl="0" algn="ctr"/>
            <a:endParaRPr lang="en-US" sz="1200" err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 descr="A purple and blue logo&#10;&#10;AI-generated content may be incorrect.">
            <a:extLst>
              <a:ext uri="{FF2B5EF4-FFF2-40B4-BE49-F238E27FC236}">
                <a16:creationId xmlns:a16="http://schemas.microsoft.com/office/drawing/2014/main" id="{953F6C36-12BB-CDEE-7EEC-76E0DCDF58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46047"/>
            <a:ext cx="1097280" cy="210719"/>
          </a:xfrm>
          <a:prstGeom prst="rect">
            <a:avLst/>
          </a:prstGeom>
        </p:spPr>
      </p:pic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7424D8EE-B390-55FD-93DD-AB6F1E6877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382211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7944C0CB-3FC1-E6E1-F6FA-8396D5DAA77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66701" y="873276"/>
            <a:ext cx="4252136" cy="3419641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575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charset="0"/>
              <a:buChar char="•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20700" marR="0" indent="-23495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150000"/>
              <a:buFont typeface="AppleSymbols"/>
              <a:buChar char="⎼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68580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LucidaGrande"/>
              <a:buChar char="◦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508760" marR="0" indent="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336198"/>
              </a:buClr>
              <a:buSzTx/>
              <a:buFont typeface="Helvetica" pitchFamily="2" charset="0"/>
              <a:buNone/>
              <a:tabLst/>
              <a:def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27274"/>
                </a:solidFill>
                <a:effectLst/>
                <a:uLnTx/>
                <a:uFillTx/>
                <a:latin typeface="Corbel" panose="020B0503020204020204" pitchFamily="34" charset="0"/>
                <a:ea typeface="ＭＳ Ｐゴシック"/>
              </a:defRPr>
            </a:lvl5pPr>
            <a:lvl6pPr marL="2286000" indent="0">
              <a:buNone/>
              <a:defRPr sz="1500"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241584"/>
            <a:ext cx="7870225" cy="277640"/>
          </a:xfrm>
        </p:spPr>
        <p:txBody>
          <a:bodyPr/>
          <a:lstStyle>
            <a:lvl1pPr>
              <a:defRPr sz="2200" b="1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6700" y="4288055"/>
            <a:ext cx="8337347" cy="407767"/>
          </a:xfrm>
        </p:spPr>
        <p:txBody>
          <a:bodyPr anchor="b" anchorCtr="0"/>
          <a:lstStyle>
            <a:lvl1pPr marL="0" indent="0">
              <a:buNone/>
              <a:defRPr sz="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FE96440-9B84-CF03-EC07-D90B3DC5A3E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93919" y="863601"/>
            <a:ext cx="3908905" cy="3419641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575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charset="0"/>
              <a:buChar char="•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20700" marR="0" indent="-23495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150000"/>
              <a:buFont typeface="AppleSymbols"/>
              <a:buChar char="⎼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68580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LucidaGrande"/>
              <a:buChar char="◦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508760" marR="0" indent="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336198"/>
              </a:buClr>
              <a:buSzTx/>
              <a:buFont typeface="Helvetica" pitchFamily="2" charset="0"/>
              <a:buNone/>
              <a:tabLst/>
              <a:def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27274"/>
                </a:solidFill>
                <a:effectLst/>
                <a:uLnTx/>
                <a:uFillTx/>
                <a:latin typeface="Corbel" panose="020B0503020204020204" pitchFamily="34" charset="0"/>
                <a:ea typeface="ＭＳ Ｐゴシック"/>
              </a:defRPr>
            </a:lvl5pPr>
            <a:lvl6pPr marL="2286000" indent="0">
              <a:buNone/>
              <a:defRPr sz="1500"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5CC5A18-1765-951C-2614-D869FFB6EE24}"/>
              </a:ext>
            </a:extLst>
          </p:cNvPr>
          <p:cNvCxnSpPr/>
          <p:nvPr userDrawn="1"/>
        </p:nvCxnSpPr>
        <p:spPr>
          <a:xfrm>
            <a:off x="266700" y="660728"/>
            <a:ext cx="6889217" cy="0"/>
          </a:xfrm>
          <a:prstGeom prst="line">
            <a:avLst/>
          </a:prstGeom>
          <a:ln w="9525">
            <a:solidFill>
              <a:srgbClr val="00B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A4A5A-C70D-B30D-0AFF-E5A097996D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3BAE1B2-C124-E683-4818-D96E911AF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708969"/>
      </p:ext>
    </p:extLst>
  </p:cSld>
  <p:clrMapOvr>
    <a:masterClrMapping/>
  </p:clrMapOvr>
  <p:hf sldNum="0"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67417A34-E86C-FCE0-387D-4BEDF1A0728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77106" y="863601"/>
            <a:ext cx="2620747" cy="3419641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575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charset="0"/>
              <a:buChar char="•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20700" marR="0" indent="-23495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150000"/>
              <a:buFont typeface="AppleSymbols"/>
              <a:buChar char="⎼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68580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LucidaGrande"/>
              <a:buChar char="◦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508760" marR="0" indent="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336198"/>
              </a:buClr>
              <a:buSzTx/>
              <a:buFont typeface="Helvetica" pitchFamily="2" charset="0"/>
              <a:buNone/>
              <a:tabLst/>
              <a:def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27274"/>
                </a:solidFill>
                <a:effectLst/>
                <a:uLnTx/>
                <a:uFillTx/>
                <a:latin typeface="Corbel" panose="020B0503020204020204" pitchFamily="34" charset="0"/>
                <a:ea typeface="ＭＳ Ｐゴシック"/>
              </a:defRPr>
            </a:lvl5pPr>
            <a:lvl6pPr marL="2286000" indent="0">
              <a:buNone/>
              <a:defRPr sz="1500"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1" y="241584"/>
            <a:ext cx="7870224" cy="277640"/>
          </a:xfrm>
        </p:spPr>
        <p:txBody>
          <a:bodyPr/>
          <a:lstStyle>
            <a:lvl1pPr>
              <a:defRPr sz="2200" b="1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6700" y="4288055"/>
            <a:ext cx="8337348" cy="407767"/>
          </a:xfrm>
        </p:spPr>
        <p:txBody>
          <a:bodyPr anchor="b" anchorCtr="0"/>
          <a:lstStyle>
            <a:lvl1pPr marL="0" indent="0">
              <a:buNone/>
              <a:defRPr sz="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3575473A-8CB7-9DB4-2AAD-6155CE19FA7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991350" y="869408"/>
            <a:ext cx="2620747" cy="3419641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575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charset="0"/>
              <a:buChar char="•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20700" marR="0" indent="-23495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150000"/>
              <a:buFont typeface="AppleSymbols"/>
              <a:buChar char="⎼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68580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LucidaGrande"/>
              <a:buChar char="◦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508760" marR="0" indent="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336198"/>
              </a:buClr>
              <a:buSzTx/>
              <a:buFont typeface="Helvetica" pitchFamily="2" charset="0"/>
              <a:buNone/>
              <a:tabLst/>
              <a:def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27274"/>
                </a:solidFill>
                <a:effectLst/>
                <a:uLnTx/>
                <a:uFillTx/>
                <a:latin typeface="Corbel" panose="020B0503020204020204" pitchFamily="34" charset="0"/>
                <a:ea typeface="ＭＳ Ｐゴシック"/>
              </a:defRPr>
            </a:lvl5pPr>
            <a:lvl6pPr marL="2286000" indent="0">
              <a:buNone/>
              <a:defRPr sz="1500"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DEAA9742-CE76-48C0-B6E3-45D50C3796F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705594" y="869407"/>
            <a:ext cx="2620747" cy="3419641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575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charset="0"/>
              <a:buChar char="•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20700" marR="0" indent="-23495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150000"/>
              <a:buFont typeface="AppleSymbols"/>
              <a:buChar char="⎼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685800" marR="0" indent="-1651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Tx/>
              <a:buFont typeface="LucidaGrande"/>
              <a:buChar char="◦"/>
              <a:tabLst/>
              <a:defRPr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508760" marR="0" indent="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336198"/>
              </a:buClr>
              <a:buSzTx/>
              <a:buFont typeface="Helvetica" pitchFamily="2" charset="0"/>
              <a:buNone/>
              <a:tabLst/>
              <a:def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27274"/>
                </a:solidFill>
                <a:effectLst/>
                <a:uLnTx/>
                <a:uFillTx/>
                <a:latin typeface="Corbel" panose="020B0503020204020204" pitchFamily="34" charset="0"/>
                <a:ea typeface="ＭＳ Ｐゴシック"/>
              </a:defRPr>
            </a:lvl5pPr>
            <a:lvl6pPr marL="2286000" indent="0">
              <a:buNone/>
              <a:defRPr sz="1500"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C044274-C6C6-D13D-578B-D3F86DD9193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CFA889D-9683-16E4-1682-3862B82142A1}"/>
              </a:ext>
            </a:extLst>
          </p:cNvPr>
          <p:cNvCxnSpPr/>
          <p:nvPr userDrawn="1"/>
        </p:nvCxnSpPr>
        <p:spPr>
          <a:xfrm>
            <a:off x="266700" y="660728"/>
            <a:ext cx="6889217" cy="0"/>
          </a:xfrm>
          <a:prstGeom prst="line">
            <a:avLst/>
          </a:prstGeom>
          <a:ln w="9525">
            <a:solidFill>
              <a:srgbClr val="00B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43D67A02-67BE-F161-B78E-613E23648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203059"/>
      </p:ext>
    </p:extLst>
  </p:cSld>
  <p:clrMapOvr>
    <a:masterClrMapping/>
  </p:clrMapOvr>
  <p:hf sldNum="0"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1" y="241584"/>
            <a:ext cx="7857868" cy="277640"/>
          </a:xfrm>
        </p:spPr>
        <p:txBody>
          <a:bodyPr/>
          <a:lstStyle>
            <a:lvl1pPr>
              <a:defRPr sz="2200" b="1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6700" y="4288055"/>
            <a:ext cx="8342052" cy="407767"/>
          </a:xfrm>
        </p:spPr>
        <p:txBody>
          <a:bodyPr anchor="b" anchorCtr="0"/>
          <a:lstStyle>
            <a:lvl1pPr marL="0" indent="0">
              <a:buNone/>
              <a:defRPr sz="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9C8566B-1EA8-37AA-EA8F-E8F3C691669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F051DE-D995-4BB2-52FF-75FB2FB9FCF8}"/>
              </a:ext>
            </a:extLst>
          </p:cNvPr>
          <p:cNvCxnSpPr/>
          <p:nvPr userDrawn="1"/>
        </p:nvCxnSpPr>
        <p:spPr>
          <a:xfrm>
            <a:off x="266700" y="660728"/>
            <a:ext cx="6889217" cy="0"/>
          </a:xfrm>
          <a:prstGeom prst="line">
            <a:avLst/>
          </a:prstGeom>
          <a:ln w="9525">
            <a:solidFill>
              <a:srgbClr val="00B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7782808-C173-4ABC-2E1D-7A83506AF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193423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6700" y="4288055"/>
            <a:ext cx="8342052" cy="407767"/>
          </a:xfrm>
        </p:spPr>
        <p:txBody>
          <a:bodyPr anchor="b" anchorCtr="0"/>
          <a:lstStyle>
            <a:lvl1pPr marL="0" indent="0">
              <a:buNone/>
              <a:defRPr sz="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92FBEC6-00FF-D034-C402-46513368AC1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C75DF783-F05A-1981-5444-3CEDEC2262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233778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rapezoid 5">
            <a:extLst>
              <a:ext uri="{FF2B5EF4-FFF2-40B4-BE49-F238E27FC236}">
                <a16:creationId xmlns:a16="http://schemas.microsoft.com/office/drawing/2014/main" id="{CBCE3CBA-2D4D-3C31-3D22-19249E03BAC6}"/>
              </a:ext>
            </a:extLst>
          </p:cNvPr>
          <p:cNvSpPr/>
          <p:nvPr userDrawn="1"/>
        </p:nvSpPr>
        <p:spPr>
          <a:xfrm flipH="1">
            <a:off x="-4132" y="4699462"/>
            <a:ext cx="9148131" cy="455828"/>
          </a:xfrm>
          <a:prstGeom prst="rect">
            <a:avLst/>
          </a:prstGeom>
          <a:solidFill>
            <a:srgbClr val="1728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lvl="0" algn="ctr"/>
            <a:endParaRPr lang="en-US" sz="1200" dirty="0" err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0AA39C-BEC1-906A-1692-D2E229039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888" y="273844"/>
            <a:ext cx="7744706" cy="327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58461-4AC5-3ADB-373D-1B6C07A64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5888" y="756855"/>
            <a:ext cx="7744706" cy="38758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133D4B4-327A-7ACC-681B-1FA2517B79D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1669517" y="4882163"/>
            <a:ext cx="5088334" cy="13848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7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Confidential. For Internal Use Only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140ED8B-EF50-8CAA-61FA-B36E19D110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881" y="4882163"/>
            <a:ext cx="527090" cy="138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A830079-8D83-FA4D-8F69-D5C99ECB18F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46AAD1-AE58-8CEB-FA98-2086D4C17580}"/>
              </a:ext>
            </a:extLst>
          </p:cNvPr>
          <p:cNvPicPr>
            <a:picLocks noChangeAspect="1"/>
          </p:cNvPicPr>
          <p:nvPr userDrawn="1"/>
        </p:nvPicPr>
        <p:blipFill>
          <a:blip r:embed="rId3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85022" y="196857"/>
            <a:ext cx="1383090" cy="404279"/>
          </a:xfrm>
          <a:prstGeom prst="rect">
            <a:avLst/>
          </a:prstGeom>
        </p:spPr>
      </p:pic>
      <p:pic>
        <p:nvPicPr>
          <p:cNvPr id="8" name="Picture 7" descr="A purple and blue logo&#10;&#10;AI-generated content may be incorrect.">
            <a:extLst>
              <a:ext uri="{FF2B5EF4-FFF2-40B4-BE49-F238E27FC236}">
                <a16:creationId xmlns:a16="http://schemas.microsoft.com/office/drawing/2014/main" id="{F4A8C51F-5526-4B82-0A60-0FD0AFE96DAE}"/>
              </a:ext>
            </a:extLst>
          </p:cNvPr>
          <p:cNvPicPr>
            <a:picLocks noChangeAspect="1"/>
          </p:cNvPicPr>
          <p:nvPr userDrawn="1"/>
        </p:nvPicPr>
        <p:blipFill>
          <a:blip r:embed="rId32" cstate="screen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18" y="4846047"/>
            <a:ext cx="1097280" cy="21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624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05" r:id="rId2"/>
    <p:sldLayoutId id="2147484634" r:id="rId3"/>
    <p:sldLayoutId id="2147484650" r:id="rId4"/>
    <p:sldLayoutId id="2147484648" r:id="rId5"/>
    <p:sldLayoutId id="2147484633" r:id="rId6"/>
    <p:sldLayoutId id="2147484643" r:id="rId7"/>
    <p:sldLayoutId id="2147484649" r:id="rId8"/>
    <p:sldLayoutId id="2147484645" r:id="rId9"/>
    <p:sldLayoutId id="2147484606" r:id="rId10"/>
    <p:sldLayoutId id="2147484642" r:id="rId11"/>
    <p:sldLayoutId id="2147484631" r:id="rId12"/>
    <p:sldLayoutId id="2147484632" r:id="rId13"/>
    <p:sldLayoutId id="2147484630" r:id="rId14"/>
    <p:sldLayoutId id="2147484635" r:id="rId15"/>
    <p:sldLayoutId id="2147484636" r:id="rId16"/>
    <p:sldLayoutId id="2147484637" r:id="rId17"/>
    <p:sldLayoutId id="2147484639" r:id="rId18"/>
    <p:sldLayoutId id="2147484640" r:id="rId19"/>
    <p:sldLayoutId id="2147484641" r:id="rId20"/>
    <p:sldLayoutId id="2147484616" r:id="rId21"/>
    <p:sldLayoutId id="2147484617" r:id="rId22"/>
    <p:sldLayoutId id="2147484622" r:id="rId23"/>
    <p:sldLayoutId id="2147484654" r:id="rId24"/>
    <p:sldLayoutId id="2147484623" r:id="rId25"/>
    <p:sldLayoutId id="2147484625" r:id="rId26"/>
    <p:sldLayoutId id="2147484626" r:id="rId27"/>
    <p:sldLayoutId id="2147484628" r:id="rId28"/>
    <p:sldLayoutId id="2147484629" r:id="rId29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2200" b="1" kern="1200" dirty="0">
          <a:solidFill>
            <a:srgbClr val="172852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marR="0" indent="-171450" algn="l" defTabSz="914400" rtl="0" eaLnBrk="1" fontAlgn="base" latinLnBrk="0" hangingPunct="1">
        <a:lnSpc>
          <a:spcPct val="100000"/>
        </a:lnSpc>
        <a:spcBef>
          <a:spcPts val="4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tabLst/>
        <a:defRPr lang="en-US" sz="1600" kern="1200" dirty="0">
          <a:solidFill>
            <a:srgbClr val="17285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14350" marR="0" indent="-171450" algn="l" defTabSz="914400" rtl="0" eaLnBrk="1" fontAlgn="base" latinLnBrk="0" hangingPunct="1">
        <a:lnSpc>
          <a:spcPct val="100000"/>
        </a:lnSpc>
        <a:spcBef>
          <a:spcPts val="4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tabLst/>
        <a:defRPr lang="en-US" sz="1600" kern="1200" dirty="0">
          <a:solidFill>
            <a:srgbClr val="17285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57250" marR="0" indent="-171450" algn="l" defTabSz="914400" rtl="0" eaLnBrk="1" fontAlgn="base" latinLnBrk="0" hangingPunct="1">
        <a:lnSpc>
          <a:spcPct val="100000"/>
        </a:lnSpc>
        <a:spcBef>
          <a:spcPts val="4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tabLst/>
        <a:defRPr lang="en-US" sz="1600" kern="1200" dirty="0">
          <a:solidFill>
            <a:srgbClr val="17285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00150" marR="0" indent="-171450" algn="l" defTabSz="914400" rtl="0" eaLnBrk="1" fontAlgn="base" latinLnBrk="0" hangingPunct="1">
        <a:lnSpc>
          <a:spcPct val="100000"/>
        </a:lnSpc>
        <a:spcBef>
          <a:spcPts val="4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tabLst/>
        <a:defRPr lang="en-US" sz="1600" kern="1200" dirty="0">
          <a:solidFill>
            <a:srgbClr val="17285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43050" marR="0" indent="-171450" algn="l" defTabSz="914400" rtl="0" eaLnBrk="1" fontAlgn="base" latinLnBrk="0" hangingPunct="1">
        <a:lnSpc>
          <a:spcPct val="100000"/>
        </a:lnSpc>
        <a:spcBef>
          <a:spcPts val="4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tabLst/>
        <a:defRPr lang="en-US" sz="1600" kern="1200" dirty="0">
          <a:solidFill>
            <a:srgbClr val="17285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svg"/><Relationship Id="rId3" Type="http://schemas.openxmlformats.org/officeDocument/2006/relationships/image" Target="../media/image27.png"/><Relationship Id="rId7" Type="http://schemas.openxmlformats.org/officeDocument/2006/relationships/image" Target="../media/image31.svg"/><Relationship Id="rId12" Type="http://schemas.openxmlformats.org/officeDocument/2006/relationships/image" Target="../media/image36.png"/><Relationship Id="rId17" Type="http://schemas.openxmlformats.org/officeDocument/2006/relationships/image" Target="../media/image39.svg"/><Relationship Id="rId2" Type="http://schemas.openxmlformats.org/officeDocument/2006/relationships/image" Target="../media/image26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0.png"/><Relationship Id="rId11" Type="http://schemas.openxmlformats.org/officeDocument/2006/relationships/image" Target="../media/image35.svg"/><Relationship Id="rId5" Type="http://schemas.openxmlformats.org/officeDocument/2006/relationships/image" Target="../media/image29.svg"/><Relationship Id="rId15" Type="http://schemas.openxmlformats.org/officeDocument/2006/relationships/image" Target="../media/image24.sv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svg"/><Relationship Id="rId1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377846-4388-76C7-FE16-21251A5571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172852"/>
                </a:solidFill>
              </a:rPr>
              <a:t>Subhead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651F71-07F5-FF3D-52FF-9212D24005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172852"/>
                </a:solidFill>
              </a:rPr>
              <a:t>Title</a:t>
            </a: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3D2E1B8E-ED3E-7646-2F64-6344543CE2D3}"/>
              </a:ext>
            </a:extLst>
          </p:cNvPr>
          <p:cNvSpPr txBox="1">
            <a:spLocks/>
          </p:cNvSpPr>
          <p:nvPr/>
        </p:nvSpPr>
        <p:spPr>
          <a:xfrm>
            <a:off x="724354" y="4808168"/>
            <a:ext cx="5088334" cy="13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dirty="0">
                <a:solidFill>
                  <a:srgbClr val="FEFFFF"/>
                </a:solidFill>
                <a:latin typeface="Calibri"/>
                <a:ea typeface="Calibri"/>
                <a:cs typeface="Calibri"/>
              </a:rPr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616594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3B8F0E-45A3-95DA-25F1-927959F51B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172852"/>
                </a:solidFill>
              </a:rPr>
              <a:t>Subhead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160206-A66C-9CC5-2C8A-568F0FC18A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172852"/>
                </a:solidFill>
              </a:rPr>
              <a:t>Title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4CB22BF6-5F24-3BE5-97B3-D250C6C61113}"/>
              </a:ext>
            </a:extLst>
          </p:cNvPr>
          <p:cNvSpPr txBox="1">
            <a:spLocks/>
          </p:cNvSpPr>
          <p:nvPr/>
        </p:nvSpPr>
        <p:spPr>
          <a:xfrm>
            <a:off x="2027832" y="4801243"/>
            <a:ext cx="5088334" cy="13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dirty="0">
                <a:solidFill>
                  <a:srgbClr val="151F3B"/>
                </a:solidFill>
                <a:latin typeface="Calibri"/>
                <a:ea typeface="Calibri"/>
                <a:cs typeface="Calibri"/>
              </a:rPr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524529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603AFD-CFAA-9359-6E0E-5E9BFF8862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172852"/>
                </a:solidFill>
              </a:rPr>
              <a:t>Divider Slide 1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F37229EE-273E-AA02-D8C8-8C42ABA7930E}"/>
              </a:ext>
            </a:extLst>
          </p:cNvPr>
          <p:cNvSpPr txBox="1">
            <a:spLocks/>
          </p:cNvSpPr>
          <p:nvPr/>
        </p:nvSpPr>
        <p:spPr>
          <a:xfrm>
            <a:off x="2027833" y="4833611"/>
            <a:ext cx="5088334" cy="13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dirty="0">
                <a:solidFill>
                  <a:srgbClr val="FEFFFF"/>
                </a:solidFill>
                <a:latin typeface="Calibri"/>
                <a:ea typeface="Calibri"/>
                <a:cs typeface="Calibri"/>
              </a:rPr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215695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E239EA-D5CE-4729-E59B-C53DFB6CE8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Divider Slide 2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A4C463B5-1C91-8424-1D9F-44AAA504231D}"/>
              </a:ext>
            </a:extLst>
          </p:cNvPr>
          <p:cNvSpPr txBox="1">
            <a:spLocks/>
          </p:cNvSpPr>
          <p:nvPr/>
        </p:nvSpPr>
        <p:spPr>
          <a:xfrm>
            <a:off x="2027833" y="4833611"/>
            <a:ext cx="5088334" cy="13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dirty="0">
                <a:solidFill>
                  <a:srgbClr val="FEFFFF"/>
                </a:solidFill>
                <a:latin typeface="Calibri"/>
                <a:ea typeface="Calibri"/>
                <a:cs typeface="Calibri"/>
              </a:rPr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068264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E1FFA0-9C93-D9A7-028F-9F1C862959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03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80A6E-3FEA-78B1-A362-D1521A555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Divider Slide 3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23A08EE4-1939-2414-2EC0-DBE9B0F06F55}"/>
              </a:ext>
            </a:extLst>
          </p:cNvPr>
          <p:cNvSpPr txBox="1">
            <a:spLocks/>
          </p:cNvSpPr>
          <p:nvPr/>
        </p:nvSpPr>
        <p:spPr>
          <a:xfrm>
            <a:off x="2027833" y="4817427"/>
            <a:ext cx="5088334" cy="13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dirty="0">
                <a:latin typeface="Calibri"/>
                <a:ea typeface="Calibri"/>
                <a:cs typeface="Calibri"/>
              </a:rPr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410014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1FC704-E8DB-89AA-D0DE-72A9F203CF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Divider Slide 4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74E4D8-8529-D253-358B-347E6382C1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Subhead</a:t>
            </a: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5092F82C-063B-8531-3776-C754AFC7FCBA}"/>
              </a:ext>
            </a:extLst>
          </p:cNvPr>
          <p:cNvSpPr txBox="1">
            <a:spLocks/>
          </p:cNvSpPr>
          <p:nvPr/>
        </p:nvSpPr>
        <p:spPr>
          <a:xfrm>
            <a:off x="2027833" y="4817427"/>
            <a:ext cx="5088334" cy="13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dirty="0">
                <a:latin typeface="Calibri"/>
                <a:ea typeface="Calibri"/>
                <a:cs typeface="Calibri"/>
              </a:rPr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093058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51B29-3771-268F-0E18-CD13F60866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2023" y="2275426"/>
            <a:ext cx="6477529" cy="532591"/>
          </a:xfrm>
        </p:spPr>
        <p:txBody>
          <a:bodyPr/>
          <a:lstStyle/>
          <a:p>
            <a:r>
              <a:rPr lang="en-US" dirty="0"/>
              <a:t>Divider Slide 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5557B8-4F26-5EE4-7F1F-5C315CC32E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2022" y="2769989"/>
            <a:ext cx="6477529" cy="532591"/>
          </a:xfrm>
        </p:spPr>
        <p:txBody>
          <a:bodyPr/>
          <a:lstStyle/>
          <a:p>
            <a:r>
              <a:rPr lang="en-US" dirty="0"/>
              <a:t>Subhead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126A94A1-EDA7-A407-26EB-7D4DE20AD1F0}"/>
              </a:ext>
            </a:extLst>
          </p:cNvPr>
          <p:cNvSpPr txBox="1">
            <a:spLocks/>
          </p:cNvSpPr>
          <p:nvPr/>
        </p:nvSpPr>
        <p:spPr>
          <a:xfrm>
            <a:off x="2027833" y="4817427"/>
            <a:ext cx="5088334" cy="13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dirty="0">
                <a:latin typeface="Calibri"/>
                <a:ea typeface="Calibri"/>
                <a:cs typeface="Calibri"/>
              </a:rPr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635985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CB5B958-DC93-6397-C141-4E09AABC8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172852"/>
                </a:solidFill>
              </a:rPr>
              <a:t>Unbranded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7314C0-3C0C-DF34-A1B4-C9B6C3D7E7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6C3B820D-5DF8-E463-9E03-E4CFCE80C0C5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r>
              <a:rPr lang="en-US" dirty="0">
                <a:solidFill>
                  <a:srgbClr val="172852"/>
                </a:solidFill>
              </a:rPr>
              <a:t>TBD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8D645-DF28-A78F-C453-F0C2C33AA3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Confidential. For Internal Use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582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D70E9-AA94-AB50-3F3D-72FB9A04D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D88B564-7F32-4A47-333E-B6A3D2385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172852"/>
                </a:solidFill>
              </a:rPr>
              <a:t>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9ADBF83-28C7-AB68-2EF3-7C99615E922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r>
              <a:rPr lang="en-US" dirty="0">
                <a:solidFill>
                  <a:srgbClr val="172852"/>
                </a:solidFill>
              </a:rPr>
              <a:t>TBD</a:t>
            </a:r>
          </a:p>
        </p:txBody>
      </p:sp>
      <p:sp>
        <p:nvSpPr>
          <p:cNvPr id="4" name="Trapezoid 5">
            <a:extLst>
              <a:ext uri="{FF2B5EF4-FFF2-40B4-BE49-F238E27FC236}">
                <a16:creationId xmlns:a16="http://schemas.microsoft.com/office/drawing/2014/main" id="{D52CA1D7-0EF3-01A5-EAC0-D91E8E52DCB2}"/>
              </a:ext>
            </a:extLst>
          </p:cNvPr>
          <p:cNvSpPr/>
          <p:nvPr/>
        </p:nvSpPr>
        <p:spPr>
          <a:xfrm flipH="1">
            <a:off x="0" y="4079358"/>
            <a:ext cx="4431836" cy="407767"/>
          </a:xfrm>
          <a:custGeom>
            <a:avLst/>
            <a:gdLst>
              <a:gd name="connsiteX0" fmla="*/ 0 w 8326480"/>
              <a:gd name="connsiteY0" fmla="*/ 121058 h 407767"/>
              <a:gd name="connsiteX1" fmla="*/ 121058 w 8326480"/>
              <a:gd name="connsiteY1" fmla="*/ 0 h 407767"/>
              <a:gd name="connsiteX2" fmla="*/ 8205422 w 8326480"/>
              <a:gd name="connsiteY2" fmla="*/ 0 h 407767"/>
              <a:gd name="connsiteX3" fmla="*/ 8326480 w 8326480"/>
              <a:gd name="connsiteY3" fmla="*/ 121058 h 407767"/>
              <a:gd name="connsiteX4" fmla="*/ 8326480 w 8326480"/>
              <a:gd name="connsiteY4" fmla="*/ 286709 h 407767"/>
              <a:gd name="connsiteX5" fmla="*/ 8205422 w 8326480"/>
              <a:gd name="connsiteY5" fmla="*/ 407767 h 407767"/>
              <a:gd name="connsiteX6" fmla="*/ 121058 w 8326480"/>
              <a:gd name="connsiteY6" fmla="*/ 407767 h 407767"/>
              <a:gd name="connsiteX7" fmla="*/ 0 w 8326480"/>
              <a:gd name="connsiteY7" fmla="*/ 286709 h 407767"/>
              <a:gd name="connsiteX8" fmla="*/ 0 w 8326480"/>
              <a:gd name="connsiteY8" fmla="*/ 121058 h 407767"/>
              <a:gd name="connsiteX0" fmla="*/ 0 w 8846285"/>
              <a:gd name="connsiteY0" fmla="*/ 121058 h 407767"/>
              <a:gd name="connsiteX1" fmla="*/ 121058 w 8846285"/>
              <a:gd name="connsiteY1" fmla="*/ 0 h 407767"/>
              <a:gd name="connsiteX2" fmla="*/ 8205422 w 8846285"/>
              <a:gd name="connsiteY2" fmla="*/ 0 h 407767"/>
              <a:gd name="connsiteX3" fmla="*/ 8326480 w 8846285"/>
              <a:gd name="connsiteY3" fmla="*/ 286709 h 407767"/>
              <a:gd name="connsiteX4" fmla="*/ 8205422 w 8846285"/>
              <a:gd name="connsiteY4" fmla="*/ 407767 h 407767"/>
              <a:gd name="connsiteX5" fmla="*/ 121058 w 8846285"/>
              <a:gd name="connsiteY5" fmla="*/ 407767 h 407767"/>
              <a:gd name="connsiteX6" fmla="*/ 0 w 8846285"/>
              <a:gd name="connsiteY6" fmla="*/ 286709 h 407767"/>
              <a:gd name="connsiteX7" fmla="*/ 0 w 8846285"/>
              <a:gd name="connsiteY7" fmla="*/ 121058 h 407767"/>
              <a:gd name="connsiteX0" fmla="*/ 0 w 9215967"/>
              <a:gd name="connsiteY0" fmla="*/ 121058 h 407767"/>
              <a:gd name="connsiteX1" fmla="*/ 121058 w 9215967"/>
              <a:gd name="connsiteY1" fmla="*/ 0 h 407767"/>
              <a:gd name="connsiteX2" fmla="*/ 8205422 w 9215967"/>
              <a:gd name="connsiteY2" fmla="*/ 0 h 407767"/>
              <a:gd name="connsiteX3" fmla="*/ 8205422 w 9215967"/>
              <a:gd name="connsiteY3" fmla="*/ 407767 h 407767"/>
              <a:gd name="connsiteX4" fmla="*/ 121058 w 9215967"/>
              <a:gd name="connsiteY4" fmla="*/ 407767 h 407767"/>
              <a:gd name="connsiteX5" fmla="*/ 0 w 9215967"/>
              <a:gd name="connsiteY5" fmla="*/ 286709 h 407767"/>
              <a:gd name="connsiteX6" fmla="*/ 0 w 9215967"/>
              <a:gd name="connsiteY6" fmla="*/ 121058 h 407767"/>
              <a:gd name="connsiteX0" fmla="*/ 0 w 8804529"/>
              <a:gd name="connsiteY0" fmla="*/ 121058 h 407767"/>
              <a:gd name="connsiteX1" fmla="*/ 121058 w 8804529"/>
              <a:gd name="connsiteY1" fmla="*/ 0 h 407767"/>
              <a:gd name="connsiteX2" fmla="*/ 8205422 w 8804529"/>
              <a:gd name="connsiteY2" fmla="*/ 0 h 407767"/>
              <a:gd name="connsiteX3" fmla="*/ 8205422 w 8804529"/>
              <a:gd name="connsiteY3" fmla="*/ 407767 h 407767"/>
              <a:gd name="connsiteX4" fmla="*/ 121058 w 8804529"/>
              <a:gd name="connsiteY4" fmla="*/ 407767 h 407767"/>
              <a:gd name="connsiteX5" fmla="*/ 0 w 8804529"/>
              <a:gd name="connsiteY5" fmla="*/ 286709 h 407767"/>
              <a:gd name="connsiteX6" fmla="*/ 0 w 8804529"/>
              <a:gd name="connsiteY6" fmla="*/ 121058 h 407767"/>
              <a:gd name="connsiteX0" fmla="*/ 0 w 8207657"/>
              <a:gd name="connsiteY0" fmla="*/ 121058 h 407767"/>
              <a:gd name="connsiteX1" fmla="*/ 121058 w 8207657"/>
              <a:gd name="connsiteY1" fmla="*/ 0 h 407767"/>
              <a:gd name="connsiteX2" fmla="*/ 8205422 w 8207657"/>
              <a:gd name="connsiteY2" fmla="*/ 0 h 407767"/>
              <a:gd name="connsiteX3" fmla="*/ 8205422 w 8207657"/>
              <a:gd name="connsiteY3" fmla="*/ 407767 h 407767"/>
              <a:gd name="connsiteX4" fmla="*/ 121058 w 8207657"/>
              <a:gd name="connsiteY4" fmla="*/ 407767 h 407767"/>
              <a:gd name="connsiteX5" fmla="*/ 0 w 8207657"/>
              <a:gd name="connsiteY5" fmla="*/ 286709 h 407767"/>
              <a:gd name="connsiteX6" fmla="*/ 0 w 8207657"/>
              <a:gd name="connsiteY6" fmla="*/ 121058 h 407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207657" h="407767">
                <a:moveTo>
                  <a:pt x="0" y="121058"/>
                </a:moveTo>
                <a:cubicBezTo>
                  <a:pt x="0" y="54200"/>
                  <a:pt x="54200" y="0"/>
                  <a:pt x="121058" y="0"/>
                </a:cubicBezTo>
                <a:lnTo>
                  <a:pt x="8205422" y="0"/>
                </a:lnTo>
                <a:cubicBezTo>
                  <a:pt x="8206616" y="169561"/>
                  <a:pt x="8209791" y="209631"/>
                  <a:pt x="8205422" y="407767"/>
                </a:cubicBezTo>
                <a:lnTo>
                  <a:pt x="121058" y="407767"/>
                </a:lnTo>
                <a:cubicBezTo>
                  <a:pt x="54200" y="407767"/>
                  <a:pt x="0" y="353567"/>
                  <a:pt x="0" y="286709"/>
                </a:cubicBezTo>
                <a:lnTo>
                  <a:pt x="0" y="121058"/>
                </a:lnTo>
                <a:close/>
              </a:path>
            </a:pathLst>
          </a:custGeom>
          <a:solidFill>
            <a:srgbClr val="00B2E3">
              <a:alpha val="20000"/>
            </a:srgb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274320" tIns="91440" bIns="91440" rtlCol="0" anchor="t"/>
          <a:lstStyle/>
          <a:p>
            <a:r>
              <a:rPr lang="en-US" sz="1600" b="1" dirty="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Call Out</a:t>
            </a: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94CB70AB-1DB7-7790-1A76-75CDE61B4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27833" y="4871630"/>
            <a:ext cx="5088334" cy="138486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782006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198EEF6C-561F-4940-8303-D10E9A0C4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172852"/>
                </a:solidFill>
              </a:rPr>
              <a:t>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794EF33-5557-2D4D-A33E-CD45D64B918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7879" y="863601"/>
            <a:ext cx="8294946" cy="3419641"/>
          </a:xfrm>
        </p:spPr>
        <p:txBody>
          <a:bodyPr/>
          <a:lstStyle/>
          <a:p>
            <a:r>
              <a:rPr lang="en-US" dirty="0">
                <a:solidFill>
                  <a:srgbClr val="172852"/>
                </a:solidFill>
              </a:rPr>
              <a:t>Topic</a:t>
            </a:r>
          </a:p>
          <a:p>
            <a:pPr lvl="1"/>
            <a:r>
              <a:rPr lang="en-US" dirty="0">
                <a:solidFill>
                  <a:srgbClr val="172852"/>
                </a:solidFill>
              </a:rPr>
              <a:t>Bullet 1</a:t>
            </a:r>
          </a:p>
          <a:p>
            <a:pPr lvl="2"/>
            <a:r>
              <a:rPr lang="en-US" dirty="0">
                <a:solidFill>
                  <a:srgbClr val="172852"/>
                </a:solidFill>
              </a:rPr>
              <a:t>Bullet 2</a:t>
            </a:r>
          </a:p>
          <a:p>
            <a:pPr lvl="3"/>
            <a:r>
              <a:rPr lang="en-US" dirty="0">
                <a:solidFill>
                  <a:srgbClr val="172852"/>
                </a:solidFill>
              </a:rPr>
              <a:t>Bullet 3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0F2E423-5FC3-D841-881E-D430E59ED0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EA2B6FA-2351-810E-A036-D4381D05C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27833" y="4871630"/>
            <a:ext cx="5088334" cy="138486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845683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3D494F3-FE28-A24C-A079-0052AE21D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172852"/>
                </a:solidFill>
              </a:rPr>
              <a:t>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655B7CA-2F8F-3D4E-8E0D-E11C295EB973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547687" y="863601"/>
            <a:ext cx="3971149" cy="3419641"/>
          </a:xfrm>
        </p:spPr>
        <p:txBody>
          <a:bodyPr/>
          <a:lstStyle/>
          <a:p>
            <a:pPr lvl="0"/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lvl="1"/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lvl="2"/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lvl="3"/>
            <a:r>
              <a:rPr lang="en-US" dirty="0">
                <a:solidFill>
                  <a:srgbClr val="172852"/>
                </a:solidFill>
              </a:rPr>
              <a:t>TBD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473A5A5-E691-CC4A-8C7C-22EE07968A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D4732C5-B2FA-4D43-BB9C-13809B599CF5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4630480" y="863601"/>
            <a:ext cx="3972956" cy="341600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lvl="1"/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lvl="2"/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lvl="3"/>
            <a:r>
              <a:rPr lang="en-US" dirty="0">
                <a:solidFill>
                  <a:srgbClr val="172852"/>
                </a:solidFill>
              </a:rPr>
              <a:t>TBD</a:t>
            </a: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742FC885-28F5-C8D9-DE3F-6F4F1C5B72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27833" y="4871630"/>
            <a:ext cx="5088334" cy="138486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794073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84B60-D8AA-422D-BA92-93E520612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2C59A97-3F6D-810C-E6A1-14C6B3C83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172852"/>
                </a:solidFill>
              </a:rPr>
              <a:t>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0881255-084B-F33C-D0F9-37DA925E8854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266700" y="1507796"/>
            <a:ext cx="3641984" cy="2775446"/>
          </a:xfrm>
        </p:spPr>
        <p:txBody>
          <a:bodyPr/>
          <a:lstStyle/>
          <a:p>
            <a:pPr lvl="0"/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lvl="1"/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lvl="2"/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lvl="3"/>
            <a:r>
              <a:rPr lang="en-US" dirty="0">
                <a:solidFill>
                  <a:srgbClr val="172852"/>
                </a:solidFill>
              </a:rPr>
              <a:t>TBD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B9B4642-1F90-98CF-84D8-7CAA1A124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23846F6-3387-64F5-EEB2-A246096C618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5227377" y="1507795"/>
            <a:ext cx="3641983" cy="2775446"/>
          </a:xfrm>
        </p:spPr>
        <p:txBody>
          <a:bodyPr/>
          <a:lstStyle/>
          <a:p>
            <a:pPr lvl="0"/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lvl="1"/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lvl="2"/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lvl="3"/>
            <a:r>
              <a:rPr lang="en-US" dirty="0">
                <a:solidFill>
                  <a:srgbClr val="172852"/>
                </a:solidFill>
              </a:rPr>
              <a:t>TBD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FB09516-BF1C-315B-E773-76151CE278B4}"/>
              </a:ext>
            </a:extLst>
          </p:cNvPr>
          <p:cNvGrpSpPr/>
          <p:nvPr/>
        </p:nvGrpSpPr>
        <p:grpSpPr>
          <a:xfrm>
            <a:off x="266699" y="961595"/>
            <a:ext cx="8602664" cy="368309"/>
            <a:chOff x="266699" y="961595"/>
            <a:chExt cx="7466127" cy="3683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80C9E7E-3D2E-EFEB-EC35-C1B4380D86EB}"/>
                </a:ext>
              </a:extLst>
            </p:cNvPr>
            <p:cNvSpPr/>
            <p:nvPr/>
          </p:nvSpPr>
          <p:spPr>
            <a:xfrm>
              <a:off x="266699" y="961595"/>
              <a:ext cx="3160826" cy="359860"/>
            </a:xfrm>
            <a:prstGeom prst="rect">
              <a:avLst/>
            </a:prstGeom>
            <a:solidFill>
              <a:srgbClr val="00B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172852"/>
                  </a:solidFill>
                </a:rPr>
                <a:t>Title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6A2037-267E-746A-3095-CF3A1E02A0DB}"/>
                </a:ext>
              </a:extLst>
            </p:cNvPr>
            <p:cNvSpPr/>
            <p:nvPr/>
          </p:nvSpPr>
          <p:spPr>
            <a:xfrm>
              <a:off x="4572000" y="970044"/>
              <a:ext cx="3160826" cy="359860"/>
            </a:xfrm>
            <a:prstGeom prst="rect">
              <a:avLst/>
            </a:prstGeom>
            <a:solidFill>
              <a:srgbClr val="00B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172852"/>
                  </a:solidFill>
                </a:rPr>
                <a:t>Title</a:t>
              </a:r>
            </a:p>
          </p:txBody>
        </p:sp>
      </p:grp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CF50C9F3-437C-1C4A-3AF0-E32D934383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27833" y="4871630"/>
            <a:ext cx="5088334" cy="138486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177630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5DBE786-9CD8-8647-8ED7-08B835FD3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172852"/>
                </a:solidFill>
              </a:rPr>
              <a:t>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F4C7F2D-062E-3D40-BD20-797842A04CE2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547688" y="863601"/>
            <a:ext cx="2602992" cy="3419641"/>
          </a:xfrm>
        </p:spPr>
        <p:txBody>
          <a:bodyPr/>
          <a:lstStyle/>
          <a:p>
            <a:pPr lvl="0"/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lvl="1"/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lvl="2"/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lvl="3"/>
            <a:r>
              <a:rPr lang="en-US" dirty="0">
                <a:solidFill>
                  <a:srgbClr val="172852"/>
                </a:solidFill>
              </a:rPr>
              <a:t>TBD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3EABE1F-FA79-E940-8201-4E9DA4CEFE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77CC7D1-DD9C-E34A-8683-4D0CFBB44ED6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3284253" y="863601"/>
            <a:ext cx="2603094" cy="341600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lvl="1"/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lvl="2"/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lvl="3"/>
            <a:r>
              <a:rPr lang="en-US" dirty="0">
                <a:solidFill>
                  <a:srgbClr val="172852"/>
                </a:solidFill>
              </a:rPr>
              <a:t>TBD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B10961E-90AC-3C44-AF02-FD681DDB0A79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6003776" y="863601"/>
            <a:ext cx="2599660" cy="341600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lvl="1"/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lvl="2"/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lvl="3"/>
            <a:r>
              <a:rPr lang="en-US" dirty="0">
                <a:solidFill>
                  <a:srgbClr val="172852"/>
                </a:solidFill>
              </a:rPr>
              <a:t>TBD</a:t>
            </a: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FFDB292E-97A9-D927-7A49-01462EA64C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27833" y="4871630"/>
            <a:ext cx="5088334" cy="138486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97703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0A80D-B07D-C228-8F84-62D5BC957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92CF883-EC76-84BD-F739-276A0A193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172852"/>
                </a:solidFill>
              </a:rPr>
              <a:t>Title</a:t>
            </a:r>
            <a:endParaRPr lang="en-US" dirty="0">
              <a:solidFill>
                <a:srgbClr val="172852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99F0A64-49C6-4B81-C29E-B926F7BC5129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266700" y="1460779"/>
            <a:ext cx="2784418" cy="2822463"/>
          </a:xfrm>
        </p:spPr>
        <p:txBody>
          <a:bodyPr/>
          <a:lstStyle/>
          <a:p>
            <a:pPr lvl="0"/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lvl="1"/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lvl="2"/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lvl="3"/>
            <a:r>
              <a:rPr lang="en-US" dirty="0">
                <a:solidFill>
                  <a:srgbClr val="172852"/>
                </a:solidFill>
              </a:rPr>
              <a:t>TBD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28C24B6-A6FE-46AC-EE34-844AA4E08A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426DF9C-C9A4-6F6E-5F7E-2FBC5E1905FA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3175821" y="1457141"/>
            <a:ext cx="2784418" cy="2822464"/>
          </a:xfrm>
        </p:spPr>
        <p:txBody>
          <a:bodyPr/>
          <a:lstStyle/>
          <a:p>
            <a:pPr lvl="0"/>
            <a:r>
              <a:rPr lang="en-US">
                <a:solidFill>
                  <a:srgbClr val="172852"/>
                </a:solidFill>
              </a:rPr>
              <a:t>TBD</a:t>
            </a:r>
          </a:p>
          <a:p>
            <a:pPr lvl="1"/>
            <a:r>
              <a:rPr lang="en-US">
                <a:solidFill>
                  <a:srgbClr val="172852"/>
                </a:solidFill>
              </a:rPr>
              <a:t>TBD</a:t>
            </a:r>
          </a:p>
          <a:p>
            <a:pPr lvl="2"/>
            <a:r>
              <a:rPr lang="en-US">
                <a:solidFill>
                  <a:srgbClr val="172852"/>
                </a:solidFill>
              </a:rPr>
              <a:t>TBD</a:t>
            </a:r>
          </a:p>
          <a:p>
            <a:pPr lvl="3"/>
            <a:r>
              <a:rPr lang="en-US">
                <a:solidFill>
                  <a:srgbClr val="172852"/>
                </a:solidFill>
              </a:rPr>
              <a:t>TBD</a:t>
            </a:r>
            <a:endParaRPr lang="en-US" dirty="0">
              <a:solidFill>
                <a:srgbClr val="172852"/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970A439-3817-6287-154C-36DD035A7E97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6084941" y="1457141"/>
            <a:ext cx="2784417" cy="2822464"/>
          </a:xfrm>
        </p:spPr>
        <p:txBody>
          <a:bodyPr/>
          <a:lstStyle/>
          <a:p>
            <a:pPr lvl="0"/>
            <a:r>
              <a:rPr lang="en-US">
                <a:solidFill>
                  <a:srgbClr val="172852"/>
                </a:solidFill>
              </a:rPr>
              <a:t>TBD</a:t>
            </a:r>
          </a:p>
          <a:p>
            <a:pPr lvl="1"/>
            <a:r>
              <a:rPr lang="en-US">
                <a:solidFill>
                  <a:srgbClr val="172852"/>
                </a:solidFill>
              </a:rPr>
              <a:t>TBD</a:t>
            </a:r>
          </a:p>
          <a:p>
            <a:pPr lvl="2"/>
            <a:r>
              <a:rPr lang="en-US">
                <a:solidFill>
                  <a:srgbClr val="172852"/>
                </a:solidFill>
              </a:rPr>
              <a:t>TBD</a:t>
            </a:r>
          </a:p>
          <a:p>
            <a:pPr lvl="3"/>
            <a:r>
              <a:rPr lang="en-US">
                <a:solidFill>
                  <a:srgbClr val="172852"/>
                </a:solidFill>
              </a:rPr>
              <a:t>TBD</a:t>
            </a:r>
            <a:endParaRPr lang="en-US" dirty="0">
              <a:solidFill>
                <a:srgbClr val="17285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0CD70A-4ED1-5B2E-0A29-8F84EBC510DE}"/>
              </a:ext>
            </a:extLst>
          </p:cNvPr>
          <p:cNvSpPr/>
          <p:nvPr/>
        </p:nvSpPr>
        <p:spPr>
          <a:xfrm>
            <a:off x="3175822" y="961595"/>
            <a:ext cx="2784419" cy="359860"/>
          </a:xfrm>
          <a:prstGeom prst="rect">
            <a:avLst/>
          </a:prstGeom>
          <a:solidFill>
            <a:srgbClr val="00B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72852"/>
                </a:solidFill>
              </a:rPr>
              <a:t>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2C3F70-0769-12EE-943D-FC9E1502E08C}"/>
              </a:ext>
            </a:extLst>
          </p:cNvPr>
          <p:cNvSpPr/>
          <p:nvPr/>
        </p:nvSpPr>
        <p:spPr>
          <a:xfrm>
            <a:off x="6084944" y="961595"/>
            <a:ext cx="2784419" cy="359860"/>
          </a:xfrm>
          <a:prstGeom prst="rect">
            <a:avLst/>
          </a:prstGeom>
          <a:solidFill>
            <a:srgbClr val="00B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72852"/>
                </a:solidFill>
              </a:rPr>
              <a:t>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FDD4CA-4D5D-C2B3-635A-278BFE952BF8}"/>
              </a:ext>
            </a:extLst>
          </p:cNvPr>
          <p:cNvSpPr/>
          <p:nvPr/>
        </p:nvSpPr>
        <p:spPr>
          <a:xfrm>
            <a:off x="266699" y="961595"/>
            <a:ext cx="2784419" cy="359860"/>
          </a:xfrm>
          <a:prstGeom prst="rect">
            <a:avLst/>
          </a:prstGeom>
          <a:solidFill>
            <a:srgbClr val="00B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72852"/>
                </a:solidFill>
              </a:rPr>
              <a:t>Title</a:t>
            </a: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203E5F05-6F81-F3F4-9272-7FFE2B1E80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27833" y="4871630"/>
            <a:ext cx="5088334" cy="138486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413149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114AAD-FE6B-EF45-B4B1-C3D608296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172852"/>
                </a:solidFill>
              </a:rPr>
              <a:t>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18DAC4-AC8E-F241-929F-1C9D4A959C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rapezoid 5">
            <a:extLst>
              <a:ext uri="{FF2B5EF4-FFF2-40B4-BE49-F238E27FC236}">
                <a16:creationId xmlns:a16="http://schemas.microsoft.com/office/drawing/2014/main" id="{C64EC1BB-F42B-B346-07D4-C5B1BE7DD793}"/>
              </a:ext>
            </a:extLst>
          </p:cNvPr>
          <p:cNvSpPr/>
          <p:nvPr/>
        </p:nvSpPr>
        <p:spPr>
          <a:xfrm rot="5400000" flipH="1">
            <a:off x="98052" y="1689354"/>
            <a:ext cx="1883544" cy="2079648"/>
          </a:xfrm>
          <a:prstGeom prst="round2SameRect">
            <a:avLst/>
          </a:prstGeom>
          <a:solidFill>
            <a:srgbClr val="00B2E3">
              <a:alpha val="20000"/>
            </a:srgb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vert="vert270" lIns="274320" tIns="91440" bIns="274320" rtlCol="0" anchor="t"/>
          <a:lstStyle/>
          <a:p>
            <a:r>
              <a:rPr lang="en-US" sz="1600" b="1" dirty="0">
                <a:solidFill>
                  <a:srgbClr val="1728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Call Out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7A3BB321-280F-D56F-B441-F99A7CFF1E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27833" y="4871630"/>
            <a:ext cx="5088334" cy="138486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780769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2F884FF-0943-6245-A91F-03B4FF6B4D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10F4B15B-A73E-0711-792A-5FF37B28C3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27833" y="4871630"/>
            <a:ext cx="5088334" cy="138486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76590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CE7FA5-46DD-AA0F-C1CB-1A20E338E25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30779" y="852308"/>
            <a:ext cx="3404866" cy="44360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72852"/>
                </a:solidFill>
              </a:rPr>
              <a:t>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665E2F3-760C-4D1B-5F61-E0A9C7C71B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Text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639E21-F262-0CBB-FDA1-3C1BDF465A7B}"/>
              </a:ext>
            </a:extLst>
          </p:cNvPr>
          <p:cNvSpPr txBox="1"/>
          <p:nvPr/>
        </p:nvSpPr>
        <p:spPr>
          <a:xfrm>
            <a:off x="5130779" y="1894708"/>
            <a:ext cx="3404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172852"/>
                </a:solidFill>
              </a:rPr>
              <a:t>Text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BE5E7C-428C-CA87-E037-C00F30763707}"/>
              </a:ext>
            </a:extLst>
          </p:cNvPr>
          <p:cNvSpPr txBox="1"/>
          <p:nvPr/>
        </p:nvSpPr>
        <p:spPr>
          <a:xfrm>
            <a:off x="5130779" y="2938238"/>
            <a:ext cx="3404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172852"/>
                </a:solidFill>
              </a:rPr>
              <a:t>Text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A66CF5-A2E6-430B-F9DF-2EFEB5E82220}"/>
              </a:ext>
            </a:extLst>
          </p:cNvPr>
          <p:cNvSpPr txBox="1"/>
          <p:nvPr/>
        </p:nvSpPr>
        <p:spPr>
          <a:xfrm>
            <a:off x="5130779" y="3921860"/>
            <a:ext cx="3404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172852"/>
                </a:solidFill>
              </a:rPr>
              <a:t>Text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927CAF45-427B-9568-4925-F5175DE721B8}"/>
              </a:ext>
            </a:extLst>
          </p:cNvPr>
          <p:cNvSpPr txBox="1">
            <a:spLocks/>
          </p:cNvSpPr>
          <p:nvPr/>
        </p:nvSpPr>
        <p:spPr>
          <a:xfrm>
            <a:off x="549275" y="1482748"/>
            <a:ext cx="3204120" cy="2808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502920" marR="0" indent="-2286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21BECE"/>
              </a:buClr>
              <a:buSzTx/>
              <a:buFont typeface="Arial" charset="0"/>
              <a:buChar char="•"/>
              <a:tabLst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14400" marR="0" indent="-2286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21BECE"/>
              </a:buClr>
              <a:buSzPct val="150000"/>
              <a:buFont typeface="AppleSymbols"/>
              <a:buChar char="⎼"/>
              <a:tabLst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325880" marR="0" indent="-2286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21BECE"/>
              </a:buClr>
              <a:buSzTx/>
              <a:buFont typeface="LucidaGrande"/>
              <a:buChar char="◦"/>
              <a:tabLst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680210" marR="0" indent="-17145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336198"/>
              </a:buClr>
              <a:buSzTx/>
              <a:buFont typeface="Helvetica" pitchFamily="2" charset="0"/>
              <a:buChar char="⁃"/>
              <a:tabLst/>
              <a:def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27274"/>
                </a:solidFill>
                <a:effectLst/>
                <a:uLnTx/>
                <a:uFillTx/>
                <a:latin typeface="+mn-lt"/>
                <a:ea typeface="ＭＳ Ｐゴシック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TBD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TBD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TBD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TBD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TBD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B81FDD3-2D8E-9957-1F0C-013C5414B4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Confidential. For Internal Use Only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76DF554-4FBB-F0BC-CD42-9DD9BF8838C8}"/>
              </a:ext>
            </a:extLst>
          </p:cNvPr>
          <p:cNvGrpSpPr/>
          <p:nvPr/>
        </p:nvGrpSpPr>
        <p:grpSpPr>
          <a:xfrm>
            <a:off x="4222199" y="680707"/>
            <a:ext cx="698080" cy="699088"/>
            <a:chOff x="4229948" y="665209"/>
            <a:chExt cx="698080" cy="699088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064889F-92D3-09F8-8211-1B5909FC731A}"/>
                </a:ext>
              </a:extLst>
            </p:cNvPr>
            <p:cNvSpPr/>
            <p:nvPr/>
          </p:nvSpPr>
          <p:spPr>
            <a:xfrm>
              <a:off x="4260545" y="688456"/>
              <a:ext cx="630707" cy="63070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EEE34751-CA83-E067-953D-CC9DDFD24D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72" r="72"/>
            <a:stretch/>
          </p:blipFill>
          <p:spPr>
            <a:xfrm>
              <a:off x="4229948" y="665209"/>
              <a:ext cx="698080" cy="699088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49853EB-0CF6-3336-5232-41CC168ACD54}"/>
              </a:ext>
            </a:extLst>
          </p:cNvPr>
          <p:cNvGrpSpPr/>
          <p:nvPr/>
        </p:nvGrpSpPr>
        <p:grpSpPr>
          <a:xfrm>
            <a:off x="4222199" y="1719094"/>
            <a:ext cx="698080" cy="699088"/>
            <a:chOff x="4229948" y="665209"/>
            <a:chExt cx="698080" cy="699088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AA1ABE4-4A4D-79F1-0282-CB03E9F447FA}"/>
                </a:ext>
              </a:extLst>
            </p:cNvPr>
            <p:cNvSpPr/>
            <p:nvPr/>
          </p:nvSpPr>
          <p:spPr>
            <a:xfrm>
              <a:off x="4260545" y="688456"/>
              <a:ext cx="630707" cy="63070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ED0EF43F-D031-173D-2A30-476EC09986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72" r="72"/>
            <a:stretch/>
          </p:blipFill>
          <p:spPr>
            <a:xfrm>
              <a:off x="4229948" y="665209"/>
              <a:ext cx="698080" cy="699088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63E44C2-1C30-DC43-B41A-F80A314ABE5A}"/>
              </a:ext>
            </a:extLst>
          </p:cNvPr>
          <p:cNvGrpSpPr/>
          <p:nvPr/>
        </p:nvGrpSpPr>
        <p:grpSpPr>
          <a:xfrm>
            <a:off x="4222199" y="2757480"/>
            <a:ext cx="698080" cy="699088"/>
            <a:chOff x="4229948" y="665209"/>
            <a:chExt cx="698080" cy="699088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98F76B0-9498-B0F7-3D77-6E04BB2256A6}"/>
                </a:ext>
              </a:extLst>
            </p:cNvPr>
            <p:cNvSpPr/>
            <p:nvPr/>
          </p:nvSpPr>
          <p:spPr>
            <a:xfrm>
              <a:off x="4260545" y="688456"/>
              <a:ext cx="630707" cy="63070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8AE65B58-B982-3682-2ECA-A0DCEB7B1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72" r="72"/>
            <a:stretch/>
          </p:blipFill>
          <p:spPr>
            <a:xfrm>
              <a:off x="4229948" y="665209"/>
              <a:ext cx="698080" cy="699088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E4F20F3-B703-3295-CAB4-6D68CA344D0B}"/>
              </a:ext>
            </a:extLst>
          </p:cNvPr>
          <p:cNvGrpSpPr/>
          <p:nvPr/>
        </p:nvGrpSpPr>
        <p:grpSpPr>
          <a:xfrm>
            <a:off x="4222199" y="3764871"/>
            <a:ext cx="698080" cy="699088"/>
            <a:chOff x="4229948" y="665209"/>
            <a:chExt cx="698080" cy="699088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508408C-6A28-C640-D8DC-938E953F5B0C}"/>
                </a:ext>
              </a:extLst>
            </p:cNvPr>
            <p:cNvSpPr/>
            <p:nvPr/>
          </p:nvSpPr>
          <p:spPr>
            <a:xfrm>
              <a:off x="4260545" y="688456"/>
              <a:ext cx="630707" cy="63070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F30762DC-9464-2FE2-2FD3-405D1A56FF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72" r="72"/>
            <a:stretch/>
          </p:blipFill>
          <p:spPr>
            <a:xfrm>
              <a:off x="4229948" y="665209"/>
              <a:ext cx="698080" cy="6990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3517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C132D8B-F19C-A7DC-2D82-BE940424D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3438" y="911626"/>
            <a:ext cx="3773862" cy="27764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172852"/>
                </a:solidFill>
              </a:rPr>
              <a:t>Title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4294B338-5525-246A-41E0-52C28B2D2002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667733378"/>
              </p:ext>
            </p:extLst>
          </p:nvPr>
        </p:nvGraphicFramePr>
        <p:xfrm>
          <a:off x="5395730" y="1583052"/>
          <a:ext cx="3226209" cy="2959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20E5C97-4BE2-54E4-4130-AA794AE5ED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1787F85B-0BF5-9170-5706-0DE5EB90F276}"/>
              </a:ext>
            </a:extLst>
          </p:cNvPr>
          <p:cNvSpPr/>
          <p:nvPr/>
        </p:nvSpPr>
        <p:spPr>
          <a:xfrm>
            <a:off x="816066" y="1657350"/>
            <a:ext cx="914400" cy="914400"/>
          </a:xfrm>
          <a:prstGeom prst="arc">
            <a:avLst>
              <a:gd name="adj1" fmla="val 13477823"/>
              <a:gd name="adj2" fmla="val 8692886"/>
            </a:avLst>
          </a:prstGeom>
          <a:ln w="57150">
            <a:solidFill>
              <a:srgbClr val="00B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ED276E-2B82-C121-9B7D-834ABDFA9CD7}"/>
              </a:ext>
            </a:extLst>
          </p:cNvPr>
          <p:cNvSpPr txBox="1"/>
          <p:nvPr/>
        </p:nvSpPr>
        <p:spPr>
          <a:xfrm>
            <a:off x="659688" y="1883718"/>
            <a:ext cx="7697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80%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F02B07-4CAA-2FD3-7A92-551C3CF8EF23}"/>
              </a:ext>
            </a:extLst>
          </p:cNvPr>
          <p:cNvSpPr txBox="1"/>
          <p:nvPr/>
        </p:nvSpPr>
        <p:spPr>
          <a:xfrm>
            <a:off x="1886844" y="1883718"/>
            <a:ext cx="700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798896EF-48B7-5EF8-D9DC-F698173257A7}"/>
              </a:ext>
            </a:extLst>
          </p:cNvPr>
          <p:cNvSpPr/>
          <p:nvPr/>
        </p:nvSpPr>
        <p:spPr>
          <a:xfrm>
            <a:off x="856122" y="2854995"/>
            <a:ext cx="914400" cy="914400"/>
          </a:xfrm>
          <a:prstGeom prst="arc">
            <a:avLst>
              <a:gd name="adj1" fmla="val 15963953"/>
              <a:gd name="adj2" fmla="val 5961027"/>
            </a:avLst>
          </a:prstGeom>
          <a:ln w="57150">
            <a:solidFill>
              <a:srgbClr val="CCA1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4B86BF-C1A0-E2D0-49DD-4B3A50701633}"/>
              </a:ext>
            </a:extLst>
          </p:cNvPr>
          <p:cNvSpPr txBox="1"/>
          <p:nvPr/>
        </p:nvSpPr>
        <p:spPr>
          <a:xfrm>
            <a:off x="699744" y="3081363"/>
            <a:ext cx="7697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50%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5E0E0C-DF79-1FF2-1D11-FFDC0B7BFCA0}"/>
              </a:ext>
            </a:extLst>
          </p:cNvPr>
          <p:cNvSpPr txBox="1"/>
          <p:nvPr/>
        </p:nvSpPr>
        <p:spPr>
          <a:xfrm>
            <a:off x="1926900" y="3081363"/>
            <a:ext cx="700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2" name="Pentagon 1">
            <a:extLst>
              <a:ext uri="{FF2B5EF4-FFF2-40B4-BE49-F238E27FC236}">
                <a16:creationId xmlns:a16="http://schemas.microsoft.com/office/drawing/2014/main" id="{35F98E73-6AEA-D5CE-F5AF-8AFFF66B3E68}"/>
              </a:ext>
            </a:extLst>
          </p:cNvPr>
          <p:cNvSpPr/>
          <p:nvPr/>
        </p:nvSpPr>
        <p:spPr>
          <a:xfrm rot="5400000">
            <a:off x="6369386" y="1372265"/>
            <a:ext cx="457200" cy="655714"/>
          </a:xfrm>
          <a:prstGeom prst="homePlate">
            <a:avLst>
              <a:gd name="adj" fmla="val 25654"/>
            </a:avLst>
          </a:prstGeom>
          <a:solidFill>
            <a:srgbClr val="CCA1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100%</a:t>
            </a:r>
          </a:p>
        </p:txBody>
      </p:sp>
      <p:sp>
        <p:nvSpPr>
          <p:cNvPr id="5" name="Pentagon 4">
            <a:extLst>
              <a:ext uri="{FF2B5EF4-FFF2-40B4-BE49-F238E27FC236}">
                <a16:creationId xmlns:a16="http://schemas.microsoft.com/office/drawing/2014/main" id="{9EAB58C5-C6D2-6CBC-AFBE-ED97F4B09FDF}"/>
              </a:ext>
            </a:extLst>
          </p:cNvPr>
          <p:cNvSpPr/>
          <p:nvPr/>
        </p:nvSpPr>
        <p:spPr>
          <a:xfrm rot="5400000">
            <a:off x="7200212" y="2179495"/>
            <a:ext cx="457200" cy="655714"/>
          </a:xfrm>
          <a:prstGeom prst="homePlate">
            <a:avLst>
              <a:gd name="adj" fmla="val 25654"/>
            </a:avLst>
          </a:prstGeom>
          <a:solidFill>
            <a:srgbClr val="71B4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50%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43C330-DBA6-0F15-1D96-FA50FD9B23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202025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D4879A6-28A1-E354-55F0-054CB49A37D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263C9BD-7B42-026B-98E8-D2436734963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138338" y="992188"/>
            <a:ext cx="3729437" cy="360521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172852"/>
                </a:solidFill>
              </a:rPr>
              <a:t>Text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C171A5E-4418-619C-DD3F-81F4DB64B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Laptop Layout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CB14F2C-48CA-0665-959F-397B4BF56D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872973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5B6E5C-4F60-631A-FFB0-DA12766A877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6A43C332-7B23-F842-4C35-1720892B1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iPad Layout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44C2109F-0F65-B6DD-FD0D-E9D7FDC80081}"/>
              </a:ext>
            </a:extLst>
          </p:cNvPr>
          <p:cNvSpPr txBox="1">
            <a:spLocks/>
          </p:cNvSpPr>
          <p:nvPr/>
        </p:nvSpPr>
        <p:spPr>
          <a:xfrm>
            <a:off x="5138338" y="992188"/>
            <a:ext cx="3729437" cy="3605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marR="0" indent="-17145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21BECE"/>
              </a:buClr>
              <a:buFont typeface="Arial" panose="020B0604020202020204" pitchFamily="34" charset="0"/>
              <a:buChar char="•"/>
              <a:tabLst/>
              <a:defRPr lang="en-US" sz="1600" kern="1200" dirty="0">
                <a:solidFill>
                  <a:schemeClr val="accent5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514350" marR="0" indent="-17145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21BECE"/>
              </a:buClr>
              <a:buFont typeface="Arial" panose="020B0604020202020204" pitchFamily="34" charset="0"/>
              <a:buChar char="•"/>
              <a:tabLst/>
              <a:defRPr lang="en-US" sz="1600" kern="1200" dirty="0">
                <a:solidFill>
                  <a:schemeClr val="accent5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857250" marR="0" indent="-17145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21BECE"/>
              </a:buClr>
              <a:buFont typeface="Arial" panose="020B0604020202020204" pitchFamily="34" charset="0"/>
              <a:buChar char="•"/>
              <a:tabLst/>
              <a:defRPr lang="en-US" sz="1600" kern="1200" dirty="0">
                <a:solidFill>
                  <a:schemeClr val="accent5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00150" marR="0" indent="-17145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21BECE"/>
              </a:buClr>
              <a:buFont typeface="Arial" panose="020B0604020202020204" pitchFamily="34" charset="0"/>
              <a:buChar char="•"/>
              <a:tabLst/>
              <a:defRPr lang="en-US" sz="1600" kern="1200" dirty="0">
                <a:solidFill>
                  <a:schemeClr val="accent5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543050" marR="0" indent="-17145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21BECE"/>
              </a:buClr>
              <a:buFont typeface="Arial" panose="020B0604020202020204" pitchFamily="34" charset="0"/>
              <a:buChar char="•"/>
              <a:tabLst/>
              <a:defRPr lang="en-US" sz="1600" kern="1200" dirty="0">
                <a:solidFill>
                  <a:schemeClr val="accent5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172852"/>
                </a:solidFill>
              </a:rPr>
              <a:t>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D2B9BF-7673-AED1-5CD6-99F81B7E49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0665598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D41ABB9-E029-8DE0-B3E5-A83B9650D60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A29158-4BB1-63B9-C248-3F9B88DD9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iPhone Layout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95185488-16E9-EE9F-11BA-F5AF74D78689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138338" y="992188"/>
            <a:ext cx="3729437" cy="360521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172852"/>
                </a:solidFill>
              </a:rPr>
              <a:t>Text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933CFF1-6539-510A-D444-33FC4B7B4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2509574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54D9D6B-31DB-4805-C79C-050246103639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134229" y="992188"/>
            <a:ext cx="2965450" cy="360521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172852"/>
                </a:solidFill>
              </a:rPr>
              <a:t>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1C02DF1-88C1-CD58-FE98-F9280DC717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B53B7C-029C-98CE-252B-A5C146EBB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 Layout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835CA1F-632C-095B-F5A8-4635711D2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191381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0EC602-ECDD-97D1-F437-F8302E63840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143373" y="992188"/>
            <a:ext cx="2965450" cy="360521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172852"/>
                </a:solidFill>
              </a:rPr>
              <a:t>Text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8C286E-F292-7279-4E51-25D64EBF7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Layout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753638-9DDC-9225-0CC8-4F647541CB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Confidential. For Internal Use Only</a:t>
            </a:r>
          </a:p>
        </p:txBody>
      </p:sp>
      <p:pic>
        <p:nvPicPr>
          <p:cNvPr id="4" name="Picture 3" descr="A white medicine bottle and tubes&#10;&#10;AI-generated content may be incorrect.">
            <a:extLst>
              <a:ext uri="{FF2B5EF4-FFF2-40B4-BE49-F238E27FC236}">
                <a16:creationId xmlns:a16="http://schemas.microsoft.com/office/drawing/2014/main" id="{E46A1188-0AEF-E42D-31B5-467A917FD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15" y="1206509"/>
            <a:ext cx="3276600" cy="321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811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0C3A-61B0-6041-8E08-A5E098339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172852"/>
                </a:solidFill>
              </a:rPr>
              <a:t>Table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808F77-4F5A-4D44-8086-F1315F8A38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E064321D-848E-964F-813B-D824BE3E8F63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333654638"/>
              </p:ext>
            </p:extLst>
          </p:nvPr>
        </p:nvGraphicFramePr>
        <p:xfrm>
          <a:off x="552450" y="858838"/>
          <a:ext cx="6858002" cy="333756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417830">
                  <a:extLst>
                    <a:ext uri="{9D8B030D-6E8A-4147-A177-3AD203B41FA5}">
                      <a16:colId xmlns:a16="http://schemas.microsoft.com/office/drawing/2014/main" val="2113453904"/>
                    </a:ext>
                  </a:extLst>
                </a:gridCol>
                <a:gridCol w="1610043">
                  <a:extLst>
                    <a:ext uri="{9D8B030D-6E8A-4147-A177-3AD203B41FA5}">
                      <a16:colId xmlns:a16="http://schemas.microsoft.com/office/drawing/2014/main" val="2301377319"/>
                    </a:ext>
                  </a:extLst>
                </a:gridCol>
                <a:gridCol w="1610043">
                  <a:extLst>
                    <a:ext uri="{9D8B030D-6E8A-4147-A177-3AD203B41FA5}">
                      <a16:colId xmlns:a16="http://schemas.microsoft.com/office/drawing/2014/main" val="3333059976"/>
                    </a:ext>
                  </a:extLst>
                </a:gridCol>
                <a:gridCol w="1610043">
                  <a:extLst>
                    <a:ext uri="{9D8B030D-6E8A-4147-A177-3AD203B41FA5}">
                      <a16:colId xmlns:a16="http://schemas.microsoft.com/office/drawing/2014/main" val="92865954"/>
                    </a:ext>
                  </a:extLst>
                </a:gridCol>
                <a:gridCol w="1610043">
                  <a:extLst>
                    <a:ext uri="{9D8B030D-6E8A-4147-A177-3AD203B41FA5}">
                      <a16:colId xmlns:a16="http://schemas.microsoft.com/office/drawing/2014/main" val="12518317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XX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28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28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E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28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E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28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E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28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576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172852"/>
                          </a:solidFill>
                        </a:rPr>
                        <a:t>XX</a:t>
                      </a:r>
                      <a:endParaRPr lang="en-US" sz="1400" dirty="0">
                        <a:solidFill>
                          <a:srgbClr val="1728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176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811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172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6469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788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813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694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932921"/>
                  </a:ext>
                </a:extLst>
              </a:tr>
            </a:tbl>
          </a:graphicData>
        </a:graphic>
      </p:graphicFrame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083F7B49-A3BC-BEB0-376E-0B2BB8A0A0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27833" y="4871630"/>
            <a:ext cx="5088334" cy="138486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0555129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198EEF6C-561F-4940-8303-D10E9A0C4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79" y="241584"/>
            <a:ext cx="7153025" cy="27764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72852"/>
                </a:solidFill>
              </a:rPr>
              <a:t>Pie Chart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E0CBB04C-37C8-EA4F-8E4C-2A624BE2A116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114465673"/>
              </p:ext>
            </p:extLst>
          </p:nvPr>
        </p:nvGraphicFramePr>
        <p:xfrm>
          <a:off x="266700" y="863600"/>
          <a:ext cx="8335963" cy="3419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37447C-8AE2-4781-C4E7-8DB57D10C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109A79-E49C-8341-0259-E7F43BFE47B7}"/>
              </a:ext>
            </a:extLst>
          </p:cNvPr>
          <p:cNvSpPr txBox="1"/>
          <p:nvPr/>
        </p:nvSpPr>
        <p:spPr>
          <a:xfrm>
            <a:off x="266679" y="1688059"/>
            <a:ext cx="2293959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rgbClr val="172852"/>
                </a:solidFill>
              </a:rPr>
              <a:t>Text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72852"/>
                </a:solidFill>
              </a:rPr>
              <a:t>TBD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1B68ED24-5DC7-DEC1-72B2-283458E16B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27833" y="4871630"/>
            <a:ext cx="5088334" cy="138486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9956003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74936-1C87-B449-61FE-5C343D600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F4DABE0-6001-C0DC-2067-61FFF2A00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79" y="241584"/>
            <a:ext cx="7153025" cy="27764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72852"/>
                </a:solidFill>
              </a:rPr>
              <a:t>Bar Chart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BFA25BC-5146-ACD2-0D34-BDC295E71E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8F38BB3-97F5-B6C0-90A1-10BAD317E0C0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588906139"/>
              </p:ext>
            </p:extLst>
          </p:nvPr>
        </p:nvGraphicFramePr>
        <p:xfrm>
          <a:off x="2560638" y="863600"/>
          <a:ext cx="6042025" cy="3419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C5D5E03-96FB-36EF-D77B-94B7B1D1437A}"/>
              </a:ext>
            </a:extLst>
          </p:cNvPr>
          <p:cNvSpPr txBox="1"/>
          <p:nvPr/>
        </p:nvSpPr>
        <p:spPr>
          <a:xfrm>
            <a:off x="266679" y="1688059"/>
            <a:ext cx="2751908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rgbClr val="172852"/>
                </a:solidFill>
              </a:rPr>
              <a:t>Text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72852"/>
                </a:solidFill>
              </a:rPr>
              <a:t>TBD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72852"/>
                </a:solidFill>
              </a:rPr>
              <a:t>TBD</a:t>
            </a: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20C93671-629D-3268-B374-CAB779BA08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27833" y="4871630"/>
            <a:ext cx="5088334" cy="138486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0642767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26040-FC2E-F95E-347B-16E5EE311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4E6EE8B-63C3-C274-0C00-C06AAE636F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32C72998-3691-F1EF-2CA5-31BD8EAB4A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27833" y="4871630"/>
            <a:ext cx="5088334" cy="138486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9564915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295229F-16B9-5BFF-3241-6D971461F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Quote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253E502F-E96F-CC6E-9A7D-8E4451EEF24A}"/>
              </a:ext>
            </a:extLst>
          </p:cNvPr>
          <p:cNvSpPr txBox="1">
            <a:spLocks/>
          </p:cNvSpPr>
          <p:nvPr/>
        </p:nvSpPr>
        <p:spPr>
          <a:xfrm>
            <a:off x="2027833" y="4817427"/>
            <a:ext cx="5088334" cy="13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dirty="0">
                <a:solidFill>
                  <a:srgbClr val="172852"/>
                </a:solidFill>
                <a:latin typeface="Calibri"/>
                <a:ea typeface="Calibri"/>
                <a:cs typeface="Calibri"/>
              </a:rPr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9196236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8115A6B6-A346-7C40-87F6-93D8B624F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Cut and paste content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B694CED-721E-DE4C-ABAE-D6906D959A6B}"/>
              </a:ext>
            </a:extLst>
          </p:cNvPr>
          <p:cNvSpPr/>
          <p:nvPr/>
        </p:nvSpPr>
        <p:spPr>
          <a:xfrm>
            <a:off x="535249" y="863600"/>
            <a:ext cx="1376034" cy="414317"/>
          </a:xfrm>
          <a:prstGeom prst="roundRect">
            <a:avLst/>
          </a:prstGeom>
          <a:solidFill>
            <a:srgbClr val="112855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+mj-lt"/>
                <a:cs typeface="Arial" panose="020B0604020202020204" pitchFamily="34" charset="0"/>
              </a:rPr>
              <a:t>Content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CC9A397-B8B4-EF4D-A2FC-CDA66027D76B}"/>
              </a:ext>
            </a:extLst>
          </p:cNvPr>
          <p:cNvSpPr/>
          <p:nvPr/>
        </p:nvSpPr>
        <p:spPr>
          <a:xfrm>
            <a:off x="535249" y="2355909"/>
            <a:ext cx="1376034" cy="414317"/>
          </a:xfrm>
          <a:prstGeom prst="roundRect">
            <a:avLst/>
          </a:prstGeom>
          <a:solidFill>
            <a:srgbClr val="CCA1DD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+mj-lt"/>
                <a:cs typeface="Arial" panose="020B0604020202020204" pitchFamily="34" charset="0"/>
              </a:rPr>
              <a:t>Content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C0A9F81-DE81-C34C-984F-B913839FA1DF}"/>
              </a:ext>
            </a:extLst>
          </p:cNvPr>
          <p:cNvSpPr/>
          <p:nvPr/>
        </p:nvSpPr>
        <p:spPr>
          <a:xfrm>
            <a:off x="535249" y="3102063"/>
            <a:ext cx="1376034" cy="414317"/>
          </a:xfrm>
          <a:prstGeom prst="roundRect">
            <a:avLst/>
          </a:prstGeom>
          <a:solidFill>
            <a:srgbClr val="00B2E3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+mj-lt"/>
                <a:cs typeface="Arial" panose="020B0604020202020204" pitchFamily="34" charset="0"/>
              </a:rPr>
              <a:t>Content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6566353-363C-084A-B61C-77721873F504}"/>
              </a:ext>
            </a:extLst>
          </p:cNvPr>
          <p:cNvSpPr/>
          <p:nvPr/>
        </p:nvSpPr>
        <p:spPr>
          <a:xfrm>
            <a:off x="528482" y="1609755"/>
            <a:ext cx="1376034" cy="414317"/>
          </a:xfrm>
          <a:prstGeom prst="roundRect">
            <a:avLst/>
          </a:prstGeom>
          <a:solidFill>
            <a:srgbClr val="E31D93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+mj-lt"/>
                <a:cs typeface="Arial" panose="020B0604020202020204" pitchFamily="34" charset="0"/>
              </a:rPr>
              <a:t>Content</a:t>
            </a:r>
          </a:p>
        </p:txBody>
      </p:sp>
      <p:pic>
        <p:nvPicPr>
          <p:cNvPr id="4" name="Picture 3" descr="A logo for a company&#10;&#10;AI-generated content may be incorrect.">
            <a:extLst>
              <a:ext uri="{FF2B5EF4-FFF2-40B4-BE49-F238E27FC236}">
                <a16:creationId xmlns:a16="http://schemas.microsoft.com/office/drawing/2014/main" id="{A1CE7B27-E65C-B051-9C79-3F96B87E9A5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1056" y="779446"/>
            <a:ext cx="2059577" cy="709930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6421390-5EBA-EC60-424B-BBFC7D232CD3}"/>
              </a:ext>
            </a:extLst>
          </p:cNvPr>
          <p:cNvSpPr/>
          <p:nvPr/>
        </p:nvSpPr>
        <p:spPr>
          <a:xfrm>
            <a:off x="2029044" y="1639331"/>
            <a:ext cx="2603603" cy="764445"/>
          </a:xfrm>
          <a:prstGeom prst="roundRect">
            <a:avLst/>
          </a:prstGeom>
          <a:solidFill>
            <a:srgbClr val="112855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ctr"/>
          <a:lstStyle/>
          <a:p>
            <a:pPr algn="ctr"/>
            <a:endParaRPr lang="en-US" sz="1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logo for a hair salon&#10;&#10;AI-generated content may be incorrect.">
            <a:extLst>
              <a:ext uri="{FF2B5EF4-FFF2-40B4-BE49-F238E27FC236}">
                <a16:creationId xmlns:a16="http://schemas.microsoft.com/office/drawing/2014/main" id="{30A1E08B-4000-9B1E-08BA-716294CB4B9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1400" y="1720986"/>
            <a:ext cx="2057400" cy="601133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5DDA14A3-06A2-9C5C-9D32-01224C80BC25}"/>
              </a:ext>
            </a:extLst>
          </p:cNvPr>
          <p:cNvGrpSpPr/>
          <p:nvPr/>
        </p:nvGrpSpPr>
        <p:grpSpPr>
          <a:xfrm>
            <a:off x="2875107" y="3516189"/>
            <a:ext cx="731520" cy="731520"/>
            <a:chOff x="2905593" y="3516189"/>
            <a:chExt cx="731520" cy="731520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B1F1F7B2-BBC3-5894-3B24-100BE307B44D}"/>
                </a:ext>
              </a:extLst>
            </p:cNvPr>
            <p:cNvSpPr/>
            <p:nvPr/>
          </p:nvSpPr>
          <p:spPr>
            <a:xfrm>
              <a:off x="2905593" y="3516189"/>
              <a:ext cx="731520" cy="731520"/>
            </a:xfrm>
            <a:custGeom>
              <a:avLst/>
              <a:gdLst>
                <a:gd name="connsiteX0" fmla="*/ 731520 w 731520"/>
                <a:gd name="connsiteY0" fmla="*/ 365760 h 731520"/>
                <a:gd name="connsiteX1" fmla="*/ 365760 w 731520"/>
                <a:gd name="connsiteY1" fmla="*/ 731520 h 731520"/>
                <a:gd name="connsiteX2" fmla="*/ 0 w 731520"/>
                <a:gd name="connsiteY2" fmla="*/ 365760 h 731520"/>
                <a:gd name="connsiteX3" fmla="*/ 365760 w 731520"/>
                <a:gd name="connsiteY3" fmla="*/ 0 h 731520"/>
                <a:gd name="connsiteX4" fmla="*/ 731520 w 731520"/>
                <a:gd name="connsiteY4" fmla="*/ 365760 h 73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1520" h="731520">
                  <a:moveTo>
                    <a:pt x="731520" y="365760"/>
                  </a:moveTo>
                  <a:cubicBezTo>
                    <a:pt x="731520" y="567764"/>
                    <a:pt x="567764" y="731520"/>
                    <a:pt x="365760" y="731520"/>
                  </a:cubicBezTo>
                  <a:cubicBezTo>
                    <a:pt x="163756" y="731520"/>
                    <a:pt x="0" y="567764"/>
                    <a:pt x="0" y="365760"/>
                  </a:cubicBezTo>
                  <a:cubicBezTo>
                    <a:pt x="0" y="163756"/>
                    <a:pt x="163756" y="0"/>
                    <a:pt x="365760" y="0"/>
                  </a:cubicBezTo>
                  <a:cubicBezTo>
                    <a:pt x="567764" y="0"/>
                    <a:pt x="731520" y="163756"/>
                    <a:pt x="731520" y="365760"/>
                  </a:cubicBezTo>
                  <a:close/>
                </a:path>
              </a:pathLst>
            </a:custGeom>
            <a:gradFill flip="none" rotWithShape="1">
              <a:gsLst>
                <a:gs pos="99000">
                  <a:srgbClr val="00B2E3"/>
                </a:gs>
                <a:gs pos="0">
                  <a:srgbClr val="E31D93"/>
                </a:gs>
              </a:gsLst>
              <a:lin ang="2700000" scaled="1"/>
              <a:tileRect/>
            </a:gra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rgbClr r="0" g="0" b="0"/>
            </a:effectRef>
            <a:fontRef idx="minor">
              <a:schemeClr val="lt1"/>
            </a:fontRef>
          </p:style>
          <p:txBody>
            <a:bodyPr lIns="91440" tIns="91440" bIns="91440" rtlCol="0" anchor="t"/>
            <a:lstStyle/>
            <a:p>
              <a:pPr algn="ctr"/>
              <a:endParaRPr lang="en-US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8F06658-0872-F1FB-CA53-896084E34A70}"/>
                </a:ext>
              </a:extLst>
            </p:cNvPr>
            <p:cNvSpPr/>
            <p:nvPr/>
          </p:nvSpPr>
          <p:spPr>
            <a:xfrm>
              <a:off x="3054773" y="3694306"/>
              <a:ext cx="438425" cy="375287"/>
            </a:xfrm>
            <a:custGeom>
              <a:avLst/>
              <a:gdLst>
                <a:gd name="connsiteX0" fmla="*/ 209830 w 438425"/>
                <a:gd name="connsiteY0" fmla="*/ 343490 h 375287"/>
                <a:gd name="connsiteX1" fmla="*/ 209830 w 438425"/>
                <a:gd name="connsiteY1" fmla="*/ 286289 h 375287"/>
                <a:gd name="connsiteX2" fmla="*/ 84306 w 438425"/>
                <a:gd name="connsiteY2" fmla="*/ 286289 h 375287"/>
                <a:gd name="connsiteX3" fmla="*/ 0 w 438425"/>
                <a:gd name="connsiteY3" fmla="*/ 202398 h 375287"/>
                <a:gd name="connsiteX4" fmla="*/ 61610 w 438425"/>
                <a:gd name="connsiteY4" fmla="*/ 121563 h 375287"/>
                <a:gd name="connsiteX5" fmla="*/ 203785 w 438425"/>
                <a:gd name="connsiteY5" fmla="*/ 0 h 375287"/>
                <a:gd name="connsiteX6" fmla="*/ 332956 w 438425"/>
                <a:gd name="connsiteY6" fmla="*/ 80119 h 375287"/>
                <a:gd name="connsiteX7" fmla="*/ 334827 w 438425"/>
                <a:gd name="connsiteY7" fmla="*/ 80119 h 375287"/>
                <a:gd name="connsiteX8" fmla="*/ 438425 w 438425"/>
                <a:gd name="connsiteY8" fmla="*/ 183204 h 375287"/>
                <a:gd name="connsiteX9" fmla="*/ 334827 w 438425"/>
                <a:gd name="connsiteY9" fmla="*/ 286289 h 375287"/>
                <a:gd name="connsiteX10" fmla="*/ 228544 w 438425"/>
                <a:gd name="connsiteY10" fmla="*/ 286289 h 375287"/>
                <a:gd name="connsiteX11" fmla="*/ 228544 w 438425"/>
                <a:gd name="connsiteY11" fmla="*/ 343490 h 375287"/>
                <a:gd name="connsiteX12" fmla="*/ 249081 w 438425"/>
                <a:gd name="connsiteY12" fmla="*/ 323053 h 375287"/>
                <a:gd name="connsiteX13" fmla="*/ 262324 w 438425"/>
                <a:gd name="connsiteY13" fmla="*/ 323053 h 375287"/>
                <a:gd name="connsiteX14" fmla="*/ 262324 w 438425"/>
                <a:gd name="connsiteY14" fmla="*/ 336231 h 375287"/>
                <a:gd name="connsiteX15" fmla="*/ 225809 w 438425"/>
                <a:gd name="connsiteY15" fmla="*/ 372566 h 375287"/>
                <a:gd name="connsiteX16" fmla="*/ 221922 w 438425"/>
                <a:gd name="connsiteY16" fmla="*/ 374908 h 375287"/>
                <a:gd name="connsiteX17" fmla="*/ 219187 w 438425"/>
                <a:gd name="connsiteY17" fmla="*/ 375287 h 375287"/>
                <a:gd name="connsiteX18" fmla="*/ 216452 w 438425"/>
                <a:gd name="connsiteY18" fmla="*/ 374908 h 375287"/>
                <a:gd name="connsiteX19" fmla="*/ 212565 w 438425"/>
                <a:gd name="connsiteY19" fmla="*/ 372566 h 375287"/>
                <a:gd name="connsiteX20" fmla="*/ 176051 w 438425"/>
                <a:gd name="connsiteY20" fmla="*/ 336231 h 375287"/>
                <a:gd name="connsiteX21" fmla="*/ 176051 w 438425"/>
                <a:gd name="connsiteY21" fmla="*/ 323053 h 375287"/>
                <a:gd name="connsiteX22" fmla="*/ 189294 w 438425"/>
                <a:gd name="connsiteY22" fmla="*/ 323053 h 375287"/>
                <a:gd name="connsiteX23" fmla="*/ 209830 w 438425"/>
                <a:gd name="connsiteY23" fmla="*/ 343490 h 375287"/>
                <a:gd name="connsiteX24" fmla="*/ 228592 w 438425"/>
                <a:gd name="connsiteY24" fmla="*/ 267620 h 375287"/>
                <a:gd name="connsiteX25" fmla="*/ 334875 w 438425"/>
                <a:gd name="connsiteY25" fmla="*/ 267620 h 375287"/>
                <a:gd name="connsiteX26" fmla="*/ 419711 w 438425"/>
                <a:gd name="connsiteY26" fmla="*/ 183204 h 375287"/>
                <a:gd name="connsiteX27" fmla="*/ 334875 w 438425"/>
                <a:gd name="connsiteY27" fmla="*/ 98788 h 375287"/>
                <a:gd name="connsiteX28" fmla="*/ 327917 w 438425"/>
                <a:gd name="connsiteY28" fmla="*/ 99074 h 375287"/>
                <a:gd name="connsiteX29" fmla="*/ 318561 w 438425"/>
                <a:gd name="connsiteY29" fmla="*/ 93536 h 375287"/>
                <a:gd name="connsiteX30" fmla="*/ 203833 w 438425"/>
                <a:gd name="connsiteY30" fmla="*/ 18717 h 375287"/>
                <a:gd name="connsiteX31" fmla="*/ 79412 w 438425"/>
                <a:gd name="connsiteY31" fmla="*/ 130205 h 375287"/>
                <a:gd name="connsiteX32" fmla="*/ 71879 w 438425"/>
                <a:gd name="connsiteY32" fmla="*/ 138370 h 375287"/>
                <a:gd name="connsiteX33" fmla="*/ 18761 w 438425"/>
                <a:gd name="connsiteY33" fmla="*/ 202446 h 375287"/>
                <a:gd name="connsiteX34" fmla="*/ 84354 w 438425"/>
                <a:gd name="connsiteY34" fmla="*/ 267715 h 375287"/>
                <a:gd name="connsiteX35" fmla="*/ 209878 w 438425"/>
                <a:gd name="connsiteY35" fmla="*/ 267715 h 375287"/>
                <a:gd name="connsiteX36" fmla="*/ 209878 w 438425"/>
                <a:gd name="connsiteY36" fmla="*/ 147919 h 375287"/>
                <a:gd name="connsiteX37" fmla="*/ 219235 w 438425"/>
                <a:gd name="connsiteY37" fmla="*/ 138608 h 375287"/>
                <a:gd name="connsiteX38" fmla="*/ 228592 w 438425"/>
                <a:gd name="connsiteY38" fmla="*/ 147919 h 375287"/>
                <a:gd name="connsiteX39" fmla="*/ 228592 w 438425"/>
                <a:gd name="connsiteY39" fmla="*/ 267715 h 375287"/>
                <a:gd name="connsiteX40" fmla="*/ 228592 w 438425"/>
                <a:gd name="connsiteY40" fmla="*/ 267620 h 375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38425" h="375287">
                  <a:moveTo>
                    <a:pt x="209830" y="343490"/>
                  </a:moveTo>
                  <a:lnTo>
                    <a:pt x="209830" y="286289"/>
                  </a:lnTo>
                  <a:lnTo>
                    <a:pt x="84306" y="286289"/>
                  </a:lnTo>
                  <a:cubicBezTo>
                    <a:pt x="37763" y="286289"/>
                    <a:pt x="0" y="248712"/>
                    <a:pt x="0" y="202398"/>
                  </a:cubicBezTo>
                  <a:cubicBezTo>
                    <a:pt x="0" y="163914"/>
                    <a:pt x="26055" y="131494"/>
                    <a:pt x="61610" y="121563"/>
                  </a:cubicBezTo>
                  <a:cubicBezTo>
                    <a:pt x="72023" y="52760"/>
                    <a:pt x="131762" y="0"/>
                    <a:pt x="203785" y="0"/>
                  </a:cubicBezTo>
                  <a:cubicBezTo>
                    <a:pt x="260453" y="0"/>
                    <a:pt x="309540" y="32706"/>
                    <a:pt x="332956" y="80119"/>
                  </a:cubicBezTo>
                  <a:cubicBezTo>
                    <a:pt x="333579" y="80119"/>
                    <a:pt x="334203" y="80119"/>
                    <a:pt x="334827" y="80119"/>
                  </a:cubicBezTo>
                  <a:cubicBezTo>
                    <a:pt x="392024" y="80119"/>
                    <a:pt x="438425" y="126338"/>
                    <a:pt x="438425" y="183204"/>
                  </a:cubicBezTo>
                  <a:cubicBezTo>
                    <a:pt x="438425" y="240070"/>
                    <a:pt x="391976" y="286289"/>
                    <a:pt x="334827" y="286289"/>
                  </a:cubicBezTo>
                  <a:lnTo>
                    <a:pt x="228544" y="286289"/>
                  </a:lnTo>
                  <a:lnTo>
                    <a:pt x="228544" y="343490"/>
                  </a:lnTo>
                  <a:lnTo>
                    <a:pt x="249081" y="323053"/>
                  </a:lnTo>
                  <a:cubicBezTo>
                    <a:pt x="252728" y="319425"/>
                    <a:pt x="258678" y="319425"/>
                    <a:pt x="262324" y="323053"/>
                  </a:cubicBezTo>
                  <a:cubicBezTo>
                    <a:pt x="265971" y="326682"/>
                    <a:pt x="265971" y="332603"/>
                    <a:pt x="262324" y="336231"/>
                  </a:cubicBezTo>
                  <a:lnTo>
                    <a:pt x="225809" y="372566"/>
                  </a:lnTo>
                  <a:cubicBezTo>
                    <a:pt x="224706" y="373666"/>
                    <a:pt x="223314" y="374477"/>
                    <a:pt x="221922" y="374908"/>
                  </a:cubicBezTo>
                  <a:cubicBezTo>
                    <a:pt x="221058" y="375145"/>
                    <a:pt x="220147" y="375287"/>
                    <a:pt x="219187" y="375287"/>
                  </a:cubicBezTo>
                  <a:cubicBezTo>
                    <a:pt x="218228" y="375287"/>
                    <a:pt x="217316" y="375145"/>
                    <a:pt x="216452" y="374908"/>
                  </a:cubicBezTo>
                  <a:cubicBezTo>
                    <a:pt x="215013" y="374477"/>
                    <a:pt x="213669" y="373714"/>
                    <a:pt x="212565" y="372566"/>
                  </a:cubicBezTo>
                  <a:lnTo>
                    <a:pt x="176051" y="336231"/>
                  </a:lnTo>
                  <a:cubicBezTo>
                    <a:pt x="172403" y="332603"/>
                    <a:pt x="172403" y="326682"/>
                    <a:pt x="176051" y="323053"/>
                  </a:cubicBezTo>
                  <a:cubicBezTo>
                    <a:pt x="179697" y="319425"/>
                    <a:pt x="185647" y="319425"/>
                    <a:pt x="189294" y="323053"/>
                  </a:cubicBezTo>
                  <a:lnTo>
                    <a:pt x="209830" y="343490"/>
                  </a:lnTo>
                  <a:close/>
                  <a:moveTo>
                    <a:pt x="228592" y="267620"/>
                  </a:moveTo>
                  <a:lnTo>
                    <a:pt x="334875" y="267620"/>
                  </a:lnTo>
                  <a:cubicBezTo>
                    <a:pt x="381709" y="267620"/>
                    <a:pt x="419711" y="229757"/>
                    <a:pt x="419711" y="183204"/>
                  </a:cubicBezTo>
                  <a:cubicBezTo>
                    <a:pt x="419711" y="136651"/>
                    <a:pt x="381656" y="98788"/>
                    <a:pt x="334875" y="98788"/>
                  </a:cubicBezTo>
                  <a:cubicBezTo>
                    <a:pt x="332524" y="98788"/>
                    <a:pt x="330221" y="98883"/>
                    <a:pt x="327917" y="99074"/>
                  </a:cubicBezTo>
                  <a:cubicBezTo>
                    <a:pt x="323935" y="99408"/>
                    <a:pt x="320192" y="97164"/>
                    <a:pt x="318561" y="93536"/>
                  </a:cubicBezTo>
                  <a:cubicBezTo>
                    <a:pt x="299271" y="49513"/>
                    <a:pt x="255127" y="18717"/>
                    <a:pt x="203833" y="18717"/>
                  </a:cubicBezTo>
                  <a:cubicBezTo>
                    <a:pt x="139199" y="18717"/>
                    <a:pt x="85938" y="67561"/>
                    <a:pt x="79412" y="130205"/>
                  </a:cubicBezTo>
                  <a:cubicBezTo>
                    <a:pt x="78980" y="134311"/>
                    <a:pt x="75909" y="137606"/>
                    <a:pt x="71879" y="138370"/>
                  </a:cubicBezTo>
                  <a:cubicBezTo>
                    <a:pt x="41649" y="144147"/>
                    <a:pt x="18761" y="170694"/>
                    <a:pt x="18761" y="202446"/>
                  </a:cubicBezTo>
                  <a:cubicBezTo>
                    <a:pt x="18761" y="238447"/>
                    <a:pt x="48127" y="267715"/>
                    <a:pt x="84354" y="267715"/>
                  </a:cubicBezTo>
                  <a:lnTo>
                    <a:pt x="209878" y="267715"/>
                  </a:lnTo>
                  <a:lnTo>
                    <a:pt x="209878" y="147919"/>
                  </a:lnTo>
                  <a:cubicBezTo>
                    <a:pt x="209878" y="142762"/>
                    <a:pt x="214101" y="138608"/>
                    <a:pt x="219235" y="138608"/>
                  </a:cubicBezTo>
                  <a:cubicBezTo>
                    <a:pt x="224369" y="138608"/>
                    <a:pt x="228592" y="142810"/>
                    <a:pt x="228592" y="147919"/>
                  </a:cubicBezTo>
                  <a:lnTo>
                    <a:pt x="228592" y="267715"/>
                  </a:lnTo>
                  <a:lnTo>
                    <a:pt x="228592" y="267620"/>
                  </a:lnTo>
                  <a:close/>
                </a:path>
              </a:pathLst>
            </a:custGeom>
            <a:solidFill>
              <a:schemeClr val="bg1"/>
            </a:solidFill>
            <a:ln w="3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4" name="Freeform 83">
            <a:extLst>
              <a:ext uri="{FF2B5EF4-FFF2-40B4-BE49-F238E27FC236}">
                <a16:creationId xmlns:a16="http://schemas.microsoft.com/office/drawing/2014/main" id="{D617D0BB-CAF6-1BAB-1CF2-C38A95453AED}"/>
              </a:ext>
            </a:extLst>
          </p:cNvPr>
          <p:cNvSpPr/>
          <p:nvPr/>
        </p:nvSpPr>
        <p:spPr>
          <a:xfrm>
            <a:off x="3721170" y="3516189"/>
            <a:ext cx="731520" cy="731520"/>
          </a:xfrm>
          <a:custGeom>
            <a:avLst/>
            <a:gdLst>
              <a:gd name="connsiteX0" fmla="*/ 731520 w 731520"/>
              <a:gd name="connsiteY0" fmla="*/ 365760 h 731520"/>
              <a:gd name="connsiteX1" fmla="*/ 365760 w 731520"/>
              <a:gd name="connsiteY1" fmla="*/ 731520 h 731520"/>
              <a:gd name="connsiteX2" fmla="*/ 0 w 731520"/>
              <a:gd name="connsiteY2" fmla="*/ 365760 h 731520"/>
              <a:gd name="connsiteX3" fmla="*/ 365760 w 731520"/>
              <a:gd name="connsiteY3" fmla="*/ 0 h 731520"/>
              <a:gd name="connsiteX4" fmla="*/ 731520 w 731520"/>
              <a:gd name="connsiteY4" fmla="*/ 36576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520" h="731520">
                <a:moveTo>
                  <a:pt x="731520" y="365760"/>
                </a:moveTo>
                <a:cubicBezTo>
                  <a:pt x="731520" y="567764"/>
                  <a:pt x="567764" y="731520"/>
                  <a:pt x="365760" y="731520"/>
                </a:cubicBezTo>
                <a:cubicBezTo>
                  <a:pt x="163756" y="731520"/>
                  <a:pt x="0" y="567764"/>
                  <a:pt x="0" y="365760"/>
                </a:cubicBezTo>
                <a:cubicBezTo>
                  <a:pt x="0" y="163756"/>
                  <a:pt x="163756" y="0"/>
                  <a:pt x="365760" y="0"/>
                </a:cubicBezTo>
                <a:cubicBezTo>
                  <a:pt x="567764" y="0"/>
                  <a:pt x="731520" y="163756"/>
                  <a:pt x="731520" y="365760"/>
                </a:cubicBezTo>
                <a:close/>
              </a:path>
            </a:pathLst>
          </a:custGeom>
          <a:gradFill flip="none" rotWithShape="1">
            <a:gsLst>
              <a:gs pos="98000">
                <a:srgbClr val="00B2E3"/>
              </a:gs>
              <a:gs pos="0">
                <a:srgbClr val="E31D93"/>
              </a:gs>
            </a:gsLst>
            <a:lin ang="27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algn="ctr"/>
            <a:endParaRPr lang="en-US" sz="12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Freeform 84">
            <a:extLst>
              <a:ext uri="{FF2B5EF4-FFF2-40B4-BE49-F238E27FC236}">
                <a16:creationId xmlns:a16="http://schemas.microsoft.com/office/drawing/2014/main" id="{A0951A81-F856-9ACD-344C-75597AA92EA2}"/>
              </a:ext>
            </a:extLst>
          </p:cNvPr>
          <p:cNvSpPr/>
          <p:nvPr/>
        </p:nvSpPr>
        <p:spPr>
          <a:xfrm>
            <a:off x="3880869" y="3696838"/>
            <a:ext cx="433263" cy="338644"/>
          </a:xfrm>
          <a:custGeom>
            <a:avLst/>
            <a:gdLst>
              <a:gd name="connsiteX0" fmla="*/ 371484 w 433263"/>
              <a:gd name="connsiteY0" fmla="*/ 136525 h 338644"/>
              <a:gd name="connsiteX1" fmla="*/ 371484 w 433263"/>
              <a:gd name="connsiteY1" fmla="*/ 310764 h 338644"/>
              <a:gd name="connsiteX2" fmla="*/ 363237 w 433263"/>
              <a:gd name="connsiteY2" fmla="*/ 330434 h 338644"/>
              <a:gd name="connsiteX3" fmla="*/ 343482 w 433263"/>
              <a:gd name="connsiteY3" fmla="*/ 338645 h 338644"/>
              <a:gd name="connsiteX4" fmla="*/ 63925 w 433263"/>
              <a:gd name="connsiteY4" fmla="*/ 338645 h 338644"/>
              <a:gd name="connsiteX5" fmla="*/ 56936 w 433263"/>
              <a:gd name="connsiteY5" fmla="*/ 331686 h 338644"/>
              <a:gd name="connsiteX6" fmla="*/ 63925 w 433263"/>
              <a:gd name="connsiteY6" fmla="*/ 324728 h 338644"/>
              <a:gd name="connsiteX7" fmla="*/ 344413 w 433263"/>
              <a:gd name="connsiteY7" fmla="*/ 324728 h 338644"/>
              <a:gd name="connsiteX8" fmla="*/ 229516 w 433263"/>
              <a:gd name="connsiteY8" fmla="*/ 210285 h 338644"/>
              <a:gd name="connsiteX9" fmla="*/ 205101 w 433263"/>
              <a:gd name="connsiteY9" fmla="*/ 234593 h 338644"/>
              <a:gd name="connsiteX10" fmla="*/ 185765 w 433263"/>
              <a:gd name="connsiteY10" fmla="*/ 242293 h 338644"/>
              <a:gd name="connsiteX11" fmla="*/ 165963 w 433263"/>
              <a:gd name="connsiteY11" fmla="*/ 234175 h 338644"/>
              <a:gd name="connsiteX12" fmla="*/ 141968 w 433263"/>
              <a:gd name="connsiteY12" fmla="*/ 210285 h 338644"/>
              <a:gd name="connsiteX13" fmla="*/ 27070 w 433263"/>
              <a:gd name="connsiteY13" fmla="*/ 324681 h 338644"/>
              <a:gd name="connsiteX14" fmla="*/ 28002 w 433263"/>
              <a:gd name="connsiteY14" fmla="*/ 324681 h 338644"/>
              <a:gd name="connsiteX15" fmla="*/ 78183 w 433263"/>
              <a:gd name="connsiteY15" fmla="*/ 324681 h 338644"/>
              <a:gd name="connsiteX16" fmla="*/ 85172 w 433263"/>
              <a:gd name="connsiteY16" fmla="*/ 331640 h 338644"/>
              <a:gd name="connsiteX17" fmla="*/ 78183 w 433263"/>
              <a:gd name="connsiteY17" fmla="*/ 338599 h 338644"/>
              <a:gd name="connsiteX18" fmla="*/ 27956 w 433263"/>
              <a:gd name="connsiteY18" fmla="*/ 338599 h 338644"/>
              <a:gd name="connsiteX19" fmla="*/ 8200 w 433263"/>
              <a:gd name="connsiteY19" fmla="*/ 330387 h 338644"/>
              <a:gd name="connsiteX20" fmla="*/ 0 w 433263"/>
              <a:gd name="connsiteY20" fmla="*/ 310672 h 338644"/>
              <a:gd name="connsiteX21" fmla="*/ 0 w 433263"/>
              <a:gd name="connsiteY21" fmla="*/ 89393 h 338644"/>
              <a:gd name="connsiteX22" fmla="*/ 8247 w 433263"/>
              <a:gd name="connsiteY22" fmla="*/ 69631 h 338644"/>
              <a:gd name="connsiteX23" fmla="*/ 28049 w 433263"/>
              <a:gd name="connsiteY23" fmla="*/ 61373 h 338644"/>
              <a:gd name="connsiteX24" fmla="*/ 272241 w 433263"/>
              <a:gd name="connsiteY24" fmla="*/ 61373 h 338644"/>
              <a:gd name="connsiteX25" fmla="*/ 279230 w 433263"/>
              <a:gd name="connsiteY25" fmla="*/ 68332 h 338644"/>
              <a:gd name="connsiteX26" fmla="*/ 272241 w 433263"/>
              <a:gd name="connsiteY26" fmla="*/ 75290 h 338644"/>
              <a:gd name="connsiteX27" fmla="*/ 27956 w 433263"/>
              <a:gd name="connsiteY27" fmla="*/ 75290 h 338644"/>
              <a:gd name="connsiteX28" fmla="*/ 26185 w 433263"/>
              <a:gd name="connsiteY28" fmla="*/ 75383 h 338644"/>
              <a:gd name="connsiteX29" fmla="*/ 175794 w 433263"/>
              <a:gd name="connsiteY29" fmla="*/ 224340 h 338644"/>
              <a:gd name="connsiteX30" fmla="*/ 185719 w 433263"/>
              <a:gd name="connsiteY30" fmla="*/ 228423 h 338644"/>
              <a:gd name="connsiteX31" fmla="*/ 195363 w 433263"/>
              <a:gd name="connsiteY31" fmla="*/ 224665 h 338644"/>
              <a:gd name="connsiteX32" fmla="*/ 310214 w 433263"/>
              <a:gd name="connsiteY32" fmla="*/ 110268 h 338644"/>
              <a:gd name="connsiteX33" fmla="*/ 295817 w 433263"/>
              <a:gd name="connsiteY33" fmla="*/ 68424 h 338644"/>
              <a:gd name="connsiteX34" fmla="*/ 315945 w 433263"/>
              <a:gd name="connsiteY34" fmla="*/ 20040 h 338644"/>
              <a:gd name="connsiteX35" fmla="*/ 316364 w 433263"/>
              <a:gd name="connsiteY35" fmla="*/ 19669 h 338644"/>
              <a:gd name="connsiteX36" fmla="*/ 364542 w 433263"/>
              <a:gd name="connsiteY36" fmla="*/ 0 h 338644"/>
              <a:gd name="connsiteX37" fmla="*/ 413139 w 433263"/>
              <a:gd name="connsiteY37" fmla="*/ 20040 h 338644"/>
              <a:gd name="connsiteX38" fmla="*/ 433264 w 433263"/>
              <a:gd name="connsiteY38" fmla="*/ 68424 h 338644"/>
              <a:gd name="connsiteX39" fmla="*/ 413139 w 433263"/>
              <a:gd name="connsiteY39" fmla="*/ 116763 h 338644"/>
              <a:gd name="connsiteX40" fmla="*/ 371579 w 433263"/>
              <a:gd name="connsiteY40" fmla="*/ 136478 h 338644"/>
              <a:gd name="connsiteX41" fmla="*/ 371532 w 433263"/>
              <a:gd name="connsiteY41" fmla="*/ 136478 h 338644"/>
              <a:gd name="connsiteX42" fmla="*/ 371484 w 433263"/>
              <a:gd name="connsiteY42" fmla="*/ 136525 h 338644"/>
              <a:gd name="connsiteX43" fmla="*/ 326289 w 433263"/>
              <a:gd name="connsiteY43" fmla="*/ 73806 h 338644"/>
              <a:gd name="connsiteX44" fmla="*/ 326289 w 433263"/>
              <a:gd name="connsiteY44" fmla="*/ 63971 h 338644"/>
              <a:gd name="connsiteX45" fmla="*/ 336167 w 433263"/>
              <a:gd name="connsiteY45" fmla="*/ 63971 h 338644"/>
              <a:gd name="connsiteX46" fmla="*/ 353079 w 433263"/>
              <a:gd name="connsiteY46" fmla="*/ 80811 h 338644"/>
              <a:gd name="connsiteX47" fmla="*/ 392825 w 433263"/>
              <a:gd name="connsiteY47" fmla="*/ 41287 h 338644"/>
              <a:gd name="connsiteX48" fmla="*/ 402703 w 433263"/>
              <a:gd name="connsiteY48" fmla="*/ 41287 h 338644"/>
              <a:gd name="connsiteX49" fmla="*/ 402703 w 433263"/>
              <a:gd name="connsiteY49" fmla="*/ 51121 h 338644"/>
              <a:gd name="connsiteX50" fmla="*/ 358019 w 433263"/>
              <a:gd name="connsiteY50" fmla="*/ 95563 h 338644"/>
              <a:gd name="connsiteX51" fmla="*/ 348141 w 433263"/>
              <a:gd name="connsiteY51" fmla="*/ 95563 h 338644"/>
              <a:gd name="connsiteX52" fmla="*/ 326242 w 433263"/>
              <a:gd name="connsiteY52" fmla="*/ 73759 h 338644"/>
              <a:gd name="connsiteX53" fmla="*/ 326289 w 433263"/>
              <a:gd name="connsiteY53" fmla="*/ 73806 h 338644"/>
              <a:gd name="connsiteX54" fmla="*/ 319813 w 433263"/>
              <a:gd name="connsiteY54" fmla="*/ 120381 h 338644"/>
              <a:gd name="connsiteX55" fmla="*/ 239346 w 433263"/>
              <a:gd name="connsiteY55" fmla="*/ 200450 h 338644"/>
              <a:gd name="connsiteX56" fmla="*/ 356155 w 433263"/>
              <a:gd name="connsiteY56" fmla="*/ 316749 h 338644"/>
              <a:gd name="connsiteX57" fmla="*/ 357506 w 433263"/>
              <a:gd name="connsiteY57" fmla="*/ 310764 h 338644"/>
              <a:gd name="connsiteX58" fmla="*/ 357506 w 433263"/>
              <a:gd name="connsiteY58" fmla="*/ 136525 h 338644"/>
              <a:gd name="connsiteX59" fmla="*/ 319813 w 433263"/>
              <a:gd name="connsiteY59" fmla="*/ 120381 h 338644"/>
              <a:gd name="connsiteX60" fmla="*/ 403213 w 433263"/>
              <a:gd name="connsiteY60" fmla="*/ 29921 h 338644"/>
              <a:gd name="connsiteX61" fmla="*/ 364542 w 433263"/>
              <a:gd name="connsiteY61" fmla="*/ 13963 h 338644"/>
              <a:gd name="connsiteX62" fmla="*/ 326196 w 433263"/>
              <a:gd name="connsiteY62" fmla="*/ 29550 h 338644"/>
              <a:gd name="connsiteX63" fmla="*/ 325870 w 433263"/>
              <a:gd name="connsiteY63" fmla="*/ 29875 h 338644"/>
              <a:gd name="connsiteX64" fmla="*/ 309841 w 433263"/>
              <a:gd name="connsiteY64" fmla="*/ 68378 h 338644"/>
              <a:gd name="connsiteX65" fmla="*/ 325823 w 433263"/>
              <a:gd name="connsiteY65" fmla="*/ 106882 h 338644"/>
              <a:gd name="connsiteX66" fmla="*/ 364542 w 433263"/>
              <a:gd name="connsiteY66" fmla="*/ 122840 h 338644"/>
              <a:gd name="connsiteX67" fmla="*/ 403213 w 433263"/>
              <a:gd name="connsiteY67" fmla="*/ 106882 h 338644"/>
              <a:gd name="connsiteX68" fmla="*/ 419244 w 433263"/>
              <a:gd name="connsiteY68" fmla="*/ 68378 h 338644"/>
              <a:gd name="connsiteX69" fmla="*/ 403213 w 433263"/>
              <a:gd name="connsiteY69" fmla="*/ 29875 h 338644"/>
              <a:gd name="connsiteX70" fmla="*/ 403213 w 433263"/>
              <a:gd name="connsiteY70" fmla="*/ 29921 h 338644"/>
              <a:gd name="connsiteX71" fmla="*/ 15236 w 433263"/>
              <a:gd name="connsiteY71" fmla="*/ 316749 h 338644"/>
              <a:gd name="connsiteX72" fmla="*/ 131997 w 433263"/>
              <a:gd name="connsiteY72" fmla="*/ 200496 h 338644"/>
              <a:gd name="connsiteX73" fmla="*/ 14956 w 433263"/>
              <a:gd name="connsiteY73" fmla="*/ 83965 h 338644"/>
              <a:gd name="connsiteX74" fmla="*/ 13885 w 433263"/>
              <a:gd name="connsiteY74" fmla="*/ 89439 h 338644"/>
              <a:gd name="connsiteX75" fmla="*/ 13885 w 433263"/>
              <a:gd name="connsiteY75" fmla="*/ 310764 h 338644"/>
              <a:gd name="connsiteX76" fmla="*/ 15236 w 433263"/>
              <a:gd name="connsiteY76" fmla="*/ 316749 h 338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433263" h="338644">
                <a:moveTo>
                  <a:pt x="371484" y="136525"/>
                </a:moveTo>
                <a:lnTo>
                  <a:pt x="371484" y="310764"/>
                </a:lnTo>
                <a:cubicBezTo>
                  <a:pt x="371484" y="318419"/>
                  <a:pt x="368316" y="325377"/>
                  <a:pt x="363237" y="330434"/>
                </a:cubicBezTo>
                <a:cubicBezTo>
                  <a:pt x="358158" y="335490"/>
                  <a:pt x="351170" y="338645"/>
                  <a:pt x="343482" y="338645"/>
                </a:cubicBezTo>
                <a:lnTo>
                  <a:pt x="63925" y="338645"/>
                </a:lnTo>
                <a:cubicBezTo>
                  <a:pt x="60058" y="338645"/>
                  <a:pt x="56936" y="335537"/>
                  <a:pt x="56936" y="331686"/>
                </a:cubicBezTo>
                <a:cubicBezTo>
                  <a:pt x="56936" y="327836"/>
                  <a:pt x="60058" y="324728"/>
                  <a:pt x="63925" y="324728"/>
                </a:cubicBezTo>
                <a:lnTo>
                  <a:pt x="344413" y="324728"/>
                </a:lnTo>
                <a:lnTo>
                  <a:pt x="229516" y="210285"/>
                </a:lnTo>
                <a:lnTo>
                  <a:pt x="205101" y="234593"/>
                </a:lnTo>
                <a:cubicBezTo>
                  <a:pt x="199697" y="239742"/>
                  <a:pt x="192708" y="242293"/>
                  <a:pt x="185765" y="242293"/>
                </a:cubicBezTo>
                <a:cubicBezTo>
                  <a:pt x="178823" y="242293"/>
                  <a:pt x="171415" y="239556"/>
                  <a:pt x="165963" y="234175"/>
                </a:cubicBezTo>
                <a:lnTo>
                  <a:pt x="141968" y="210285"/>
                </a:lnTo>
                <a:lnTo>
                  <a:pt x="27070" y="324681"/>
                </a:lnTo>
                <a:lnTo>
                  <a:pt x="28002" y="324681"/>
                </a:lnTo>
                <a:lnTo>
                  <a:pt x="78183" y="324681"/>
                </a:lnTo>
                <a:cubicBezTo>
                  <a:pt x="82050" y="324681"/>
                  <a:pt x="85172" y="327789"/>
                  <a:pt x="85172" y="331640"/>
                </a:cubicBezTo>
                <a:cubicBezTo>
                  <a:pt x="85172" y="335490"/>
                  <a:pt x="82050" y="338599"/>
                  <a:pt x="78183" y="338599"/>
                </a:cubicBezTo>
                <a:lnTo>
                  <a:pt x="27956" y="338599"/>
                </a:lnTo>
                <a:cubicBezTo>
                  <a:pt x="20268" y="338599"/>
                  <a:pt x="13279" y="335444"/>
                  <a:pt x="8200" y="330387"/>
                </a:cubicBezTo>
                <a:cubicBezTo>
                  <a:pt x="3121" y="325284"/>
                  <a:pt x="0" y="318326"/>
                  <a:pt x="0" y="310672"/>
                </a:cubicBezTo>
                <a:lnTo>
                  <a:pt x="0" y="89393"/>
                </a:lnTo>
                <a:cubicBezTo>
                  <a:pt x="0" y="81739"/>
                  <a:pt x="3168" y="74733"/>
                  <a:pt x="8247" y="69631"/>
                </a:cubicBezTo>
                <a:cubicBezTo>
                  <a:pt x="13325" y="64574"/>
                  <a:pt x="20314" y="61373"/>
                  <a:pt x="28049" y="61373"/>
                </a:cubicBezTo>
                <a:lnTo>
                  <a:pt x="272241" y="61373"/>
                </a:lnTo>
                <a:cubicBezTo>
                  <a:pt x="276108" y="61373"/>
                  <a:pt x="279230" y="64482"/>
                  <a:pt x="279230" y="68332"/>
                </a:cubicBezTo>
                <a:cubicBezTo>
                  <a:pt x="279230" y="72182"/>
                  <a:pt x="276108" y="75290"/>
                  <a:pt x="272241" y="75290"/>
                </a:cubicBezTo>
                <a:lnTo>
                  <a:pt x="27956" y="75290"/>
                </a:lnTo>
                <a:cubicBezTo>
                  <a:pt x="27350" y="75290"/>
                  <a:pt x="26790" y="75290"/>
                  <a:pt x="26185" y="75383"/>
                </a:cubicBezTo>
                <a:lnTo>
                  <a:pt x="175794" y="224340"/>
                </a:lnTo>
                <a:cubicBezTo>
                  <a:pt x="178544" y="227078"/>
                  <a:pt x="182131" y="228423"/>
                  <a:pt x="185719" y="228423"/>
                </a:cubicBezTo>
                <a:cubicBezTo>
                  <a:pt x="189306" y="228423"/>
                  <a:pt x="192661" y="227170"/>
                  <a:pt x="195363" y="224665"/>
                </a:cubicBezTo>
                <a:lnTo>
                  <a:pt x="310214" y="110268"/>
                </a:lnTo>
                <a:cubicBezTo>
                  <a:pt x="301222" y="98671"/>
                  <a:pt x="295817" y="84197"/>
                  <a:pt x="295817" y="68424"/>
                </a:cubicBezTo>
                <a:cubicBezTo>
                  <a:pt x="295817" y="49544"/>
                  <a:pt x="303505" y="32426"/>
                  <a:pt x="315945" y="20040"/>
                </a:cubicBezTo>
                <a:lnTo>
                  <a:pt x="316364" y="19669"/>
                </a:lnTo>
                <a:cubicBezTo>
                  <a:pt x="328758" y="7515"/>
                  <a:pt x="345811" y="0"/>
                  <a:pt x="364542" y="0"/>
                </a:cubicBezTo>
                <a:cubicBezTo>
                  <a:pt x="383273" y="0"/>
                  <a:pt x="400698" y="7654"/>
                  <a:pt x="413139" y="20040"/>
                </a:cubicBezTo>
                <a:cubicBezTo>
                  <a:pt x="425580" y="32426"/>
                  <a:pt x="433264" y="49544"/>
                  <a:pt x="433264" y="68424"/>
                </a:cubicBezTo>
                <a:cubicBezTo>
                  <a:pt x="433264" y="87305"/>
                  <a:pt x="425580" y="104377"/>
                  <a:pt x="413139" y="116763"/>
                </a:cubicBezTo>
                <a:cubicBezTo>
                  <a:pt x="402282" y="127618"/>
                  <a:pt x="387746" y="134855"/>
                  <a:pt x="371579" y="136478"/>
                </a:cubicBezTo>
                <a:lnTo>
                  <a:pt x="371532" y="136478"/>
                </a:lnTo>
                <a:lnTo>
                  <a:pt x="371484" y="136525"/>
                </a:lnTo>
                <a:close/>
                <a:moveTo>
                  <a:pt x="326289" y="73806"/>
                </a:moveTo>
                <a:cubicBezTo>
                  <a:pt x="323587" y="71069"/>
                  <a:pt x="323587" y="66708"/>
                  <a:pt x="326289" y="63971"/>
                </a:cubicBezTo>
                <a:cubicBezTo>
                  <a:pt x="329038" y="61281"/>
                  <a:pt x="333417" y="61281"/>
                  <a:pt x="336167" y="63971"/>
                </a:cubicBezTo>
                <a:lnTo>
                  <a:pt x="353079" y="80811"/>
                </a:lnTo>
                <a:lnTo>
                  <a:pt x="392825" y="41287"/>
                </a:lnTo>
                <a:cubicBezTo>
                  <a:pt x="395572" y="38550"/>
                  <a:pt x="399998" y="38550"/>
                  <a:pt x="402703" y="41287"/>
                </a:cubicBezTo>
                <a:cubicBezTo>
                  <a:pt x="405450" y="44024"/>
                  <a:pt x="405450" y="48431"/>
                  <a:pt x="402703" y="51121"/>
                </a:cubicBezTo>
                <a:lnTo>
                  <a:pt x="358019" y="95563"/>
                </a:lnTo>
                <a:cubicBezTo>
                  <a:pt x="355270" y="98253"/>
                  <a:pt x="350843" y="98253"/>
                  <a:pt x="348141" y="95563"/>
                </a:cubicBezTo>
                <a:lnTo>
                  <a:pt x="326242" y="73759"/>
                </a:lnTo>
                <a:lnTo>
                  <a:pt x="326289" y="73806"/>
                </a:lnTo>
                <a:close/>
                <a:moveTo>
                  <a:pt x="319813" y="120381"/>
                </a:moveTo>
                <a:lnTo>
                  <a:pt x="239346" y="200450"/>
                </a:lnTo>
                <a:lnTo>
                  <a:pt x="356155" y="316749"/>
                </a:lnTo>
                <a:cubicBezTo>
                  <a:pt x="357040" y="314939"/>
                  <a:pt x="357506" y="312898"/>
                  <a:pt x="357506" y="310764"/>
                </a:cubicBezTo>
                <a:lnTo>
                  <a:pt x="357506" y="136525"/>
                </a:lnTo>
                <a:cubicBezTo>
                  <a:pt x="343202" y="135087"/>
                  <a:pt x="330156" y="129242"/>
                  <a:pt x="319813" y="120381"/>
                </a:cubicBezTo>
                <a:close/>
                <a:moveTo>
                  <a:pt x="403213" y="29921"/>
                </a:moveTo>
                <a:cubicBezTo>
                  <a:pt x="393335" y="20087"/>
                  <a:pt x="379636" y="13963"/>
                  <a:pt x="364542" y="13963"/>
                </a:cubicBezTo>
                <a:cubicBezTo>
                  <a:pt x="349446" y="13963"/>
                  <a:pt x="336027" y="19947"/>
                  <a:pt x="326196" y="29550"/>
                </a:cubicBezTo>
                <a:lnTo>
                  <a:pt x="325870" y="29875"/>
                </a:lnTo>
                <a:cubicBezTo>
                  <a:pt x="315992" y="39709"/>
                  <a:pt x="309841" y="53348"/>
                  <a:pt x="309841" y="68378"/>
                </a:cubicBezTo>
                <a:cubicBezTo>
                  <a:pt x="309841" y="83409"/>
                  <a:pt x="315945" y="97047"/>
                  <a:pt x="325823" y="106882"/>
                </a:cubicBezTo>
                <a:cubicBezTo>
                  <a:pt x="335700" y="116763"/>
                  <a:pt x="349446" y="122840"/>
                  <a:pt x="364542" y="122840"/>
                </a:cubicBezTo>
                <a:cubicBezTo>
                  <a:pt x="379636" y="122840"/>
                  <a:pt x="393335" y="116716"/>
                  <a:pt x="403213" y="106882"/>
                </a:cubicBezTo>
                <a:cubicBezTo>
                  <a:pt x="413139" y="97047"/>
                  <a:pt x="419244" y="83409"/>
                  <a:pt x="419244" y="68378"/>
                </a:cubicBezTo>
                <a:cubicBezTo>
                  <a:pt x="419244" y="53348"/>
                  <a:pt x="413091" y="39709"/>
                  <a:pt x="403213" y="29875"/>
                </a:cubicBezTo>
                <a:lnTo>
                  <a:pt x="403213" y="29921"/>
                </a:lnTo>
                <a:close/>
                <a:moveTo>
                  <a:pt x="15236" y="316749"/>
                </a:moveTo>
                <a:lnTo>
                  <a:pt x="131997" y="200496"/>
                </a:lnTo>
                <a:lnTo>
                  <a:pt x="14956" y="83965"/>
                </a:lnTo>
                <a:cubicBezTo>
                  <a:pt x="14257" y="85635"/>
                  <a:pt x="13885" y="87491"/>
                  <a:pt x="13885" y="89439"/>
                </a:cubicBezTo>
                <a:lnTo>
                  <a:pt x="13885" y="310764"/>
                </a:lnTo>
                <a:cubicBezTo>
                  <a:pt x="13885" y="312898"/>
                  <a:pt x="14397" y="314939"/>
                  <a:pt x="15236" y="316749"/>
                </a:cubicBezTo>
                <a:close/>
              </a:path>
            </a:pathLst>
          </a:custGeom>
          <a:solidFill>
            <a:schemeClr val="bg1"/>
          </a:solidFill>
          <a:ln w="390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7" name="Freeform 86">
            <a:extLst>
              <a:ext uri="{FF2B5EF4-FFF2-40B4-BE49-F238E27FC236}">
                <a16:creationId xmlns:a16="http://schemas.microsoft.com/office/drawing/2014/main" id="{B17531B8-85B7-241B-2FF8-92938E894264}"/>
              </a:ext>
            </a:extLst>
          </p:cNvPr>
          <p:cNvSpPr/>
          <p:nvPr/>
        </p:nvSpPr>
        <p:spPr>
          <a:xfrm>
            <a:off x="4567233" y="3516189"/>
            <a:ext cx="731520" cy="731520"/>
          </a:xfrm>
          <a:custGeom>
            <a:avLst/>
            <a:gdLst>
              <a:gd name="connsiteX0" fmla="*/ 731520 w 731520"/>
              <a:gd name="connsiteY0" fmla="*/ 365760 h 731520"/>
              <a:gd name="connsiteX1" fmla="*/ 365760 w 731520"/>
              <a:gd name="connsiteY1" fmla="*/ 731520 h 731520"/>
              <a:gd name="connsiteX2" fmla="*/ 0 w 731520"/>
              <a:gd name="connsiteY2" fmla="*/ 365760 h 731520"/>
              <a:gd name="connsiteX3" fmla="*/ 365760 w 731520"/>
              <a:gd name="connsiteY3" fmla="*/ 0 h 731520"/>
              <a:gd name="connsiteX4" fmla="*/ 731520 w 731520"/>
              <a:gd name="connsiteY4" fmla="*/ 36576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520" h="731520">
                <a:moveTo>
                  <a:pt x="731520" y="365760"/>
                </a:moveTo>
                <a:cubicBezTo>
                  <a:pt x="731520" y="567764"/>
                  <a:pt x="567764" y="731520"/>
                  <a:pt x="365760" y="731520"/>
                </a:cubicBezTo>
                <a:cubicBezTo>
                  <a:pt x="163756" y="731520"/>
                  <a:pt x="0" y="567764"/>
                  <a:pt x="0" y="365760"/>
                </a:cubicBezTo>
                <a:cubicBezTo>
                  <a:pt x="0" y="163756"/>
                  <a:pt x="163756" y="0"/>
                  <a:pt x="365760" y="0"/>
                </a:cubicBezTo>
                <a:cubicBezTo>
                  <a:pt x="567764" y="0"/>
                  <a:pt x="731520" y="163756"/>
                  <a:pt x="731520" y="365760"/>
                </a:cubicBezTo>
                <a:close/>
              </a:path>
            </a:pathLst>
          </a:custGeom>
          <a:gradFill flip="none" rotWithShape="1">
            <a:gsLst>
              <a:gs pos="99000">
                <a:srgbClr val="00B2E3"/>
              </a:gs>
              <a:gs pos="0">
                <a:srgbClr val="E31D93"/>
              </a:gs>
            </a:gsLst>
            <a:lin ang="27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algn="ctr"/>
            <a:endParaRPr lang="en-US" sz="12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Freeform 87">
            <a:extLst>
              <a:ext uri="{FF2B5EF4-FFF2-40B4-BE49-F238E27FC236}">
                <a16:creationId xmlns:a16="http://schemas.microsoft.com/office/drawing/2014/main" id="{06E7C722-7671-1464-1226-CCFDAF519D40}"/>
              </a:ext>
            </a:extLst>
          </p:cNvPr>
          <p:cNvSpPr/>
          <p:nvPr/>
        </p:nvSpPr>
        <p:spPr>
          <a:xfrm>
            <a:off x="4759406" y="3681965"/>
            <a:ext cx="337358" cy="421018"/>
          </a:xfrm>
          <a:custGeom>
            <a:avLst/>
            <a:gdLst>
              <a:gd name="connsiteX0" fmla="*/ 314997 w 337358"/>
              <a:gd name="connsiteY0" fmla="*/ 228350 h 421018"/>
              <a:gd name="connsiteX1" fmla="*/ 308734 w 337358"/>
              <a:gd name="connsiteY1" fmla="*/ 217930 h 421018"/>
              <a:gd name="connsiteX2" fmla="*/ 309050 w 337358"/>
              <a:gd name="connsiteY2" fmla="*/ 162250 h 421018"/>
              <a:gd name="connsiteX3" fmla="*/ 286104 w 337358"/>
              <a:gd name="connsiteY3" fmla="*/ 128411 h 421018"/>
              <a:gd name="connsiteX4" fmla="*/ 311418 w 337358"/>
              <a:gd name="connsiteY4" fmla="*/ 120306 h 421018"/>
              <a:gd name="connsiteX5" fmla="*/ 315312 w 337358"/>
              <a:gd name="connsiteY5" fmla="*/ 113149 h 421018"/>
              <a:gd name="connsiteX6" fmla="*/ 306576 w 337358"/>
              <a:gd name="connsiteY6" fmla="*/ 83414 h 421018"/>
              <a:gd name="connsiteX7" fmla="*/ 300050 w 337358"/>
              <a:gd name="connsiteY7" fmla="*/ 79362 h 421018"/>
              <a:gd name="connsiteX8" fmla="*/ 268474 w 337358"/>
              <a:gd name="connsiteY8" fmla="*/ 84730 h 421018"/>
              <a:gd name="connsiteX9" fmla="*/ 223425 w 337358"/>
              <a:gd name="connsiteY9" fmla="*/ 46891 h 421018"/>
              <a:gd name="connsiteX10" fmla="*/ 217057 w 337358"/>
              <a:gd name="connsiteY10" fmla="*/ 37260 h 421018"/>
              <a:gd name="connsiteX11" fmla="*/ 217057 w 337358"/>
              <a:gd name="connsiteY11" fmla="*/ 5736 h 421018"/>
              <a:gd name="connsiteX12" fmla="*/ 215373 w 337358"/>
              <a:gd name="connsiteY12" fmla="*/ 1684 h 421018"/>
              <a:gd name="connsiteX13" fmla="*/ 211321 w 337358"/>
              <a:gd name="connsiteY13" fmla="*/ 0 h 421018"/>
              <a:gd name="connsiteX14" fmla="*/ 180323 w 337358"/>
              <a:gd name="connsiteY14" fmla="*/ 0 h 421018"/>
              <a:gd name="connsiteX15" fmla="*/ 174587 w 337358"/>
              <a:gd name="connsiteY15" fmla="*/ 5736 h 421018"/>
              <a:gd name="connsiteX16" fmla="*/ 174587 w 337358"/>
              <a:gd name="connsiteY16" fmla="*/ 37208 h 421018"/>
              <a:gd name="connsiteX17" fmla="*/ 168219 w 337358"/>
              <a:gd name="connsiteY17" fmla="*/ 46838 h 421018"/>
              <a:gd name="connsiteX18" fmla="*/ 131433 w 337358"/>
              <a:gd name="connsiteY18" fmla="*/ 73415 h 421018"/>
              <a:gd name="connsiteX19" fmla="*/ 131433 w 337358"/>
              <a:gd name="connsiteY19" fmla="*/ 14894 h 421018"/>
              <a:gd name="connsiteX20" fmla="*/ 125696 w 337358"/>
              <a:gd name="connsiteY20" fmla="*/ 9157 h 421018"/>
              <a:gd name="connsiteX21" fmla="*/ 83805 w 337358"/>
              <a:gd name="connsiteY21" fmla="*/ 9157 h 421018"/>
              <a:gd name="connsiteX22" fmla="*/ 78068 w 337358"/>
              <a:gd name="connsiteY22" fmla="*/ 14894 h 421018"/>
              <a:gd name="connsiteX23" fmla="*/ 78068 w 337358"/>
              <a:gd name="connsiteY23" fmla="*/ 99729 h 421018"/>
              <a:gd name="connsiteX24" fmla="*/ 61701 w 337358"/>
              <a:gd name="connsiteY24" fmla="*/ 105202 h 421018"/>
              <a:gd name="connsiteX25" fmla="*/ 6390 w 337358"/>
              <a:gd name="connsiteY25" fmla="*/ 182406 h 421018"/>
              <a:gd name="connsiteX26" fmla="*/ 16652 w 337358"/>
              <a:gd name="connsiteY26" fmla="*/ 303765 h 421018"/>
              <a:gd name="connsiteX27" fmla="*/ 92804 w 337358"/>
              <a:gd name="connsiteY27" fmla="*/ 384864 h 421018"/>
              <a:gd name="connsiteX28" fmla="*/ 207321 w 337358"/>
              <a:gd name="connsiteY28" fmla="*/ 420808 h 421018"/>
              <a:gd name="connsiteX29" fmla="*/ 217005 w 337358"/>
              <a:gd name="connsiteY29" fmla="*/ 421019 h 421018"/>
              <a:gd name="connsiteX30" fmla="*/ 305945 w 337358"/>
              <a:gd name="connsiteY30" fmla="*/ 392284 h 421018"/>
              <a:gd name="connsiteX31" fmla="*/ 336890 w 337358"/>
              <a:gd name="connsiteY31" fmla="*/ 328289 h 421018"/>
              <a:gd name="connsiteX32" fmla="*/ 315102 w 337358"/>
              <a:gd name="connsiteY32" fmla="*/ 228297 h 421018"/>
              <a:gd name="connsiteX33" fmla="*/ 314997 w 337358"/>
              <a:gd name="connsiteY33" fmla="*/ 228350 h 421018"/>
              <a:gd name="connsiteX34" fmla="*/ 299419 w 337358"/>
              <a:gd name="connsiteY34" fmla="*/ 208878 h 421018"/>
              <a:gd name="connsiteX35" fmla="*/ 273211 w 337358"/>
              <a:gd name="connsiteY35" fmla="*/ 199668 h 421018"/>
              <a:gd name="connsiteX36" fmla="*/ 232266 w 337358"/>
              <a:gd name="connsiteY36" fmla="*/ 213562 h 421018"/>
              <a:gd name="connsiteX37" fmla="*/ 208689 w 337358"/>
              <a:gd name="connsiteY37" fmla="*/ 182038 h 421018"/>
              <a:gd name="connsiteX38" fmla="*/ 273158 w 337358"/>
              <a:gd name="connsiteY38" fmla="*/ 133200 h 421018"/>
              <a:gd name="connsiteX39" fmla="*/ 299419 w 337358"/>
              <a:gd name="connsiteY39" fmla="*/ 208878 h 421018"/>
              <a:gd name="connsiteX40" fmla="*/ 302682 w 337358"/>
              <a:gd name="connsiteY40" fmla="*/ 110886 h 421018"/>
              <a:gd name="connsiteX41" fmla="*/ 197796 w 337358"/>
              <a:gd name="connsiteY41" fmla="*/ 177880 h 421018"/>
              <a:gd name="connsiteX42" fmla="*/ 164167 w 337358"/>
              <a:gd name="connsiteY42" fmla="*/ 176828 h 421018"/>
              <a:gd name="connsiteX43" fmla="*/ 192059 w 337358"/>
              <a:gd name="connsiteY43" fmla="*/ 117675 h 421018"/>
              <a:gd name="connsiteX44" fmla="*/ 270316 w 337358"/>
              <a:gd name="connsiteY44" fmla="*/ 96098 h 421018"/>
              <a:gd name="connsiteX45" fmla="*/ 296998 w 337358"/>
              <a:gd name="connsiteY45" fmla="*/ 91624 h 421018"/>
              <a:gd name="connsiteX46" fmla="*/ 302682 w 337358"/>
              <a:gd name="connsiteY46" fmla="*/ 110886 h 421018"/>
              <a:gd name="connsiteX47" fmla="*/ 172692 w 337358"/>
              <a:gd name="connsiteY47" fmla="*/ 57469 h 421018"/>
              <a:gd name="connsiteX48" fmla="*/ 186060 w 337358"/>
              <a:gd name="connsiteY48" fmla="*/ 37260 h 421018"/>
              <a:gd name="connsiteX49" fmla="*/ 186060 w 337358"/>
              <a:gd name="connsiteY49" fmla="*/ 11525 h 421018"/>
              <a:gd name="connsiteX50" fmla="*/ 205532 w 337358"/>
              <a:gd name="connsiteY50" fmla="*/ 11525 h 421018"/>
              <a:gd name="connsiteX51" fmla="*/ 205532 w 337358"/>
              <a:gd name="connsiteY51" fmla="*/ 37260 h 421018"/>
              <a:gd name="connsiteX52" fmla="*/ 218899 w 337358"/>
              <a:gd name="connsiteY52" fmla="*/ 57469 h 421018"/>
              <a:gd name="connsiteX53" fmla="*/ 256001 w 337358"/>
              <a:gd name="connsiteY53" fmla="*/ 86730 h 421018"/>
              <a:gd name="connsiteX54" fmla="*/ 156009 w 337358"/>
              <a:gd name="connsiteY54" fmla="*/ 155724 h 421018"/>
              <a:gd name="connsiteX55" fmla="*/ 131380 w 337358"/>
              <a:gd name="connsiteY55" fmla="*/ 116517 h 421018"/>
              <a:gd name="connsiteX56" fmla="*/ 131380 w 337358"/>
              <a:gd name="connsiteY56" fmla="*/ 93256 h 421018"/>
              <a:gd name="connsiteX57" fmla="*/ 172745 w 337358"/>
              <a:gd name="connsiteY57" fmla="*/ 57416 h 421018"/>
              <a:gd name="connsiteX58" fmla="*/ 172692 w 337358"/>
              <a:gd name="connsiteY58" fmla="*/ 57469 h 421018"/>
              <a:gd name="connsiteX59" fmla="*/ 119907 w 337358"/>
              <a:gd name="connsiteY59" fmla="*/ 20630 h 421018"/>
              <a:gd name="connsiteX60" fmla="*/ 119907 w 337358"/>
              <a:gd name="connsiteY60" fmla="*/ 107728 h 421018"/>
              <a:gd name="connsiteX61" fmla="*/ 112381 w 337358"/>
              <a:gd name="connsiteY61" fmla="*/ 103781 h 421018"/>
              <a:gd name="connsiteX62" fmla="*/ 89541 w 337358"/>
              <a:gd name="connsiteY62" fmla="*/ 98729 h 421018"/>
              <a:gd name="connsiteX63" fmla="*/ 89541 w 337358"/>
              <a:gd name="connsiteY63" fmla="*/ 20683 h 421018"/>
              <a:gd name="connsiteX64" fmla="*/ 119907 w 337358"/>
              <a:gd name="connsiteY64" fmla="*/ 20683 h 421018"/>
              <a:gd name="connsiteX65" fmla="*/ 119907 w 337358"/>
              <a:gd name="connsiteY65" fmla="*/ 20630 h 421018"/>
              <a:gd name="connsiteX66" fmla="*/ 17442 w 337358"/>
              <a:gd name="connsiteY66" fmla="*/ 185248 h 421018"/>
              <a:gd name="connsiteX67" fmla="*/ 66596 w 337358"/>
              <a:gd name="connsiteY67" fmla="*/ 115570 h 421018"/>
              <a:gd name="connsiteX68" fmla="*/ 88699 w 337358"/>
              <a:gd name="connsiteY68" fmla="*/ 110254 h 421018"/>
              <a:gd name="connsiteX69" fmla="*/ 107645 w 337358"/>
              <a:gd name="connsiteY69" fmla="*/ 114307 h 421018"/>
              <a:gd name="connsiteX70" fmla="*/ 121433 w 337358"/>
              <a:gd name="connsiteY70" fmla="*/ 123148 h 421018"/>
              <a:gd name="connsiteX71" fmla="*/ 122065 w 337358"/>
              <a:gd name="connsiteY71" fmla="*/ 123674 h 421018"/>
              <a:gd name="connsiteX72" fmla="*/ 150326 w 337358"/>
              <a:gd name="connsiteY72" fmla="*/ 178617 h 421018"/>
              <a:gd name="connsiteX73" fmla="*/ 70174 w 337358"/>
              <a:gd name="connsiteY73" fmla="*/ 227245 h 421018"/>
              <a:gd name="connsiteX74" fmla="*/ 30704 w 337358"/>
              <a:gd name="connsiteY74" fmla="*/ 306239 h 421018"/>
              <a:gd name="connsiteX75" fmla="*/ 17389 w 337358"/>
              <a:gd name="connsiteY75" fmla="*/ 185301 h 421018"/>
              <a:gd name="connsiteX76" fmla="*/ 17442 w 337358"/>
              <a:gd name="connsiteY76" fmla="*/ 185248 h 421018"/>
              <a:gd name="connsiteX77" fmla="*/ 298261 w 337358"/>
              <a:gd name="connsiteY77" fmla="*/ 383653 h 421018"/>
              <a:gd name="connsiteX78" fmla="*/ 229793 w 337358"/>
              <a:gd name="connsiteY78" fmla="*/ 409020 h 421018"/>
              <a:gd name="connsiteX79" fmla="*/ 264317 w 337358"/>
              <a:gd name="connsiteY79" fmla="*/ 358708 h 421018"/>
              <a:gd name="connsiteX80" fmla="*/ 279315 w 337358"/>
              <a:gd name="connsiteY80" fmla="*/ 298608 h 421018"/>
              <a:gd name="connsiteX81" fmla="*/ 282789 w 337358"/>
              <a:gd name="connsiteY81" fmla="*/ 253559 h 421018"/>
              <a:gd name="connsiteX82" fmla="*/ 282157 w 337358"/>
              <a:gd name="connsiteY82" fmla="*/ 245507 h 421018"/>
              <a:gd name="connsiteX83" fmla="*/ 274105 w 337358"/>
              <a:gd name="connsiteY83" fmla="*/ 246033 h 421018"/>
              <a:gd name="connsiteX84" fmla="*/ 268000 w 337358"/>
              <a:gd name="connsiteY84" fmla="*/ 300765 h 421018"/>
              <a:gd name="connsiteX85" fmla="*/ 258370 w 337358"/>
              <a:gd name="connsiteY85" fmla="*/ 348867 h 421018"/>
              <a:gd name="connsiteX86" fmla="*/ 244897 w 337358"/>
              <a:gd name="connsiteY86" fmla="*/ 358234 h 421018"/>
              <a:gd name="connsiteX87" fmla="*/ 232161 w 337358"/>
              <a:gd name="connsiteY87" fmla="*/ 324553 h 421018"/>
              <a:gd name="connsiteX88" fmla="*/ 232161 w 337358"/>
              <a:gd name="connsiteY88" fmla="*/ 324395 h 421018"/>
              <a:gd name="connsiteX89" fmla="*/ 234161 w 337358"/>
              <a:gd name="connsiteY89" fmla="*/ 310607 h 421018"/>
              <a:gd name="connsiteX90" fmla="*/ 230793 w 337358"/>
              <a:gd name="connsiteY90" fmla="*/ 274978 h 421018"/>
              <a:gd name="connsiteX91" fmla="*/ 222899 w 337358"/>
              <a:gd name="connsiteY91" fmla="*/ 273083 h 421018"/>
              <a:gd name="connsiteX92" fmla="*/ 221004 w 337358"/>
              <a:gd name="connsiteY92" fmla="*/ 280977 h 421018"/>
              <a:gd name="connsiteX93" fmla="*/ 222899 w 337358"/>
              <a:gd name="connsiteY93" fmla="*/ 308396 h 421018"/>
              <a:gd name="connsiteX94" fmla="*/ 221583 w 337358"/>
              <a:gd name="connsiteY94" fmla="*/ 315501 h 421018"/>
              <a:gd name="connsiteX95" fmla="*/ 198269 w 337358"/>
              <a:gd name="connsiteY95" fmla="*/ 299502 h 421018"/>
              <a:gd name="connsiteX96" fmla="*/ 194006 w 337358"/>
              <a:gd name="connsiteY96" fmla="*/ 298292 h 421018"/>
              <a:gd name="connsiteX97" fmla="*/ 190165 w 337358"/>
              <a:gd name="connsiteY97" fmla="*/ 300502 h 421018"/>
              <a:gd name="connsiteX98" fmla="*/ 189007 w 337358"/>
              <a:gd name="connsiteY98" fmla="*/ 304765 h 421018"/>
              <a:gd name="connsiteX99" fmla="*/ 191270 w 337358"/>
              <a:gd name="connsiteY99" fmla="*/ 308607 h 421018"/>
              <a:gd name="connsiteX100" fmla="*/ 220688 w 337358"/>
              <a:gd name="connsiteY100" fmla="*/ 328026 h 421018"/>
              <a:gd name="connsiteX101" fmla="*/ 236845 w 337358"/>
              <a:gd name="connsiteY101" fmla="*/ 366392 h 421018"/>
              <a:gd name="connsiteX102" fmla="*/ 217847 w 337358"/>
              <a:gd name="connsiteY102" fmla="*/ 409546 h 421018"/>
              <a:gd name="connsiteX103" fmla="*/ 98961 w 337358"/>
              <a:gd name="connsiteY103" fmla="*/ 375075 h 421018"/>
              <a:gd name="connsiteX104" fmla="*/ 39914 w 337358"/>
              <a:gd name="connsiteY104" fmla="*/ 320395 h 421018"/>
              <a:gd name="connsiteX105" fmla="*/ 61438 w 337358"/>
              <a:gd name="connsiteY105" fmla="*/ 260505 h 421018"/>
              <a:gd name="connsiteX106" fmla="*/ 105750 w 337358"/>
              <a:gd name="connsiteY106" fmla="*/ 289503 h 421018"/>
              <a:gd name="connsiteX107" fmla="*/ 147747 w 337358"/>
              <a:gd name="connsiteY107" fmla="*/ 322974 h 421018"/>
              <a:gd name="connsiteX108" fmla="*/ 153325 w 337358"/>
              <a:gd name="connsiteY108" fmla="*/ 327289 h 421018"/>
              <a:gd name="connsiteX109" fmla="*/ 154799 w 337358"/>
              <a:gd name="connsiteY109" fmla="*/ 327079 h 421018"/>
              <a:gd name="connsiteX110" fmla="*/ 158325 w 337358"/>
              <a:gd name="connsiteY110" fmla="*/ 324448 h 421018"/>
              <a:gd name="connsiteX111" fmla="*/ 158904 w 337358"/>
              <a:gd name="connsiteY111" fmla="*/ 320079 h 421018"/>
              <a:gd name="connsiteX112" fmla="*/ 125117 w 337358"/>
              <a:gd name="connsiteY112" fmla="*/ 282819 h 421018"/>
              <a:gd name="connsiteX113" fmla="*/ 182060 w 337358"/>
              <a:gd name="connsiteY113" fmla="*/ 266768 h 421018"/>
              <a:gd name="connsiteX114" fmla="*/ 187586 w 337358"/>
              <a:gd name="connsiteY114" fmla="*/ 260874 h 421018"/>
              <a:gd name="connsiteX115" fmla="*/ 181744 w 337358"/>
              <a:gd name="connsiteY115" fmla="*/ 255295 h 421018"/>
              <a:gd name="connsiteX116" fmla="*/ 111329 w 337358"/>
              <a:gd name="connsiteY116" fmla="*/ 279030 h 421018"/>
              <a:gd name="connsiteX117" fmla="*/ 108382 w 337358"/>
              <a:gd name="connsiteY117" fmla="*/ 278346 h 421018"/>
              <a:gd name="connsiteX118" fmla="*/ 69332 w 337358"/>
              <a:gd name="connsiteY118" fmla="*/ 247980 h 421018"/>
              <a:gd name="connsiteX119" fmla="*/ 156746 w 337358"/>
              <a:gd name="connsiteY119" fmla="*/ 189406 h 421018"/>
              <a:gd name="connsiteX120" fmla="*/ 157325 w 337358"/>
              <a:gd name="connsiteY120" fmla="*/ 189301 h 421018"/>
              <a:gd name="connsiteX121" fmla="*/ 158167 w 337358"/>
              <a:gd name="connsiteY121" fmla="*/ 189301 h 421018"/>
              <a:gd name="connsiteX122" fmla="*/ 202111 w 337358"/>
              <a:gd name="connsiteY122" fmla="*/ 191564 h 421018"/>
              <a:gd name="connsiteX123" fmla="*/ 224320 w 337358"/>
              <a:gd name="connsiteY123" fmla="*/ 227087 h 421018"/>
              <a:gd name="connsiteX124" fmla="*/ 229004 w 337358"/>
              <a:gd name="connsiteY124" fmla="*/ 231508 h 421018"/>
              <a:gd name="connsiteX125" fmla="*/ 234845 w 337358"/>
              <a:gd name="connsiteY125" fmla="*/ 228876 h 421018"/>
              <a:gd name="connsiteX126" fmla="*/ 272737 w 337358"/>
              <a:gd name="connsiteY126" fmla="*/ 211299 h 421018"/>
              <a:gd name="connsiteX127" fmla="*/ 304840 w 337358"/>
              <a:gd name="connsiteY127" fmla="*/ 233192 h 421018"/>
              <a:gd name="connsiteX128" fmla="*/ 298577 w 337358"/>
              <a:gd name="connsiteY128" fmla="*/ 383811 h 421018"/>
              <a:gd name="connsiteX129" fmla="*/ 298261 w 337358"/>
              <a:gd name="connsiteY129" fmla="*/ 383653 h 421018"/>
              <a:gd name="connsiteX130" fmla="*/ 113381 w 337358"/>
              <a:gd name="connsiteY130" fmla="*/ 339236 h 421018"/>
              <a:gd name="connsiteX131" fmla="*/ 192533 w 337358"/>
              <a:gd name="connsiteY131" fmla="*/ 368391 h 421018"/>
              <a:gd name="connsiteX132" fmla="*/ 192638 w 337358"/>
              <a:gd name="connsiteY132" fmla="*/ 368391 h 421018"/>
              <a:gd name="connsiteX133" fmla="*/ 198480 w 337358"/>
              <a:gd name="connsiteY133" fmla="*/ 374128 h 421018"/>
              <a:gd name="connsiteX134" fmla="*/ 192743 w 337358"/>
              <a:gd name="connsiteY134" fmla="*/ 379917 h 421018"/>
              <a:gd name="connsiteX135" fmla="*/ 189954 w 337358"/>
              <a:gd name="connsiteY135" fmla="*/ 379917 h 421018"/>
              <a:gd name="connsiteX136" fmla="*/ 105382 w 337358"/>
              <a:gd name="connsiteY136" fmla="*/ 347498 h 421018"/>
              <a:gd name="connsiteX137" fmla="*/ 105277 w 337358"/>
              <a:gd name="connsiteY137" fmla="*/ 339341 h 421018"/>
              <a:gd name="connsiteX138" fmla="*/ 113434 w 337358"/>
              <a:gd name="connsiteY138" fmla="*/ 339236 h 421018"/>
              <a:gd name="connsiteX139" fmla="*/ 113381 w 337358"/>
              <a:gd name="connsiteY139" fmla="*/ 339236 h 421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337358" h="421018">
                <a:moveTo>
                  <a:pt x="314997" y="228350"/>
                </a:moveTo>
                <a:cubicBezTo>
                  <a:pt x="313365" y="224613"/>
                  <a:pt x="311260" y="221140"/>
                  <a:pt x="308734" y="217930"/>
                </a:cubicBezTo>
                <a:cubicBezTo>
                  <a:pt x="314786" y="199879"/>
                  <a:pt x="314944" y="180354"/>
                  <a:pt x="309050" y="162250"/>
                </a:cubicBezTo>
                <a:cubicBezTo>
                  <a:pt x="304734" y="149041"/>
                  <a:pt x="296788" y="137305"/>
                  <a:pt x="286104" y="128411"/>
                </a:cubicBezTo>
                <a:cubicBezTo>
                  <a:pt x="293998" y="125621"/>
                  <a:pt x="302419" y="122937"/>
                  <a:pt x="311418" y="120306"/>
                </a:cubicBezTo>
                <a:cubicBezTo>
                  <a:pt x="314470" y="119411"/>
                  <a:pt x="316207" y="116201"/>
                  <a:pt x="315312" y="113149"/>
                </a:cubicBezTo>
                <a:lnTo>
                  <a:pt x="306576" y="83414"/>
                </a:lnTo>
                <a:cubicBezTo>
                  <a:pt x="305734" y="80572"/>
                  <a:pt x="302945" y="78836"/>
                  <a:pt x="300050" y="79362"/>
                </a:cubicBezTo>
                <a:cubicBezTo>
                  <a:pt x="288788" y="81362"/>
                  <a:pt x="278473" y="83046"/>
                  <a:pt x="268474" y="84730"/>
                </a:cubicBezTo>
                <a:cubicBezTo>
                  <a:pt x="257738" y="67731"/>
                  <a:pt x="241950" y="54575"/>
                  <a:pt x="223425" y="46891"/>
                </a:cubicBezTo>
                <a:cubicBezTo>
                  <a:pt x="219531" y="45312"/>
                  <a:pt x="217005" y="41470"/>
                  <a:pt x="217057" y="37260"/>
                </a:cubicBezTo>
                <a:lnTo>
                  <a:pt x="217057" y="5736"/>
                </a:lnTo>
                <a:cubicBezTo>
                  <a:pt x="217057" y="4210"/>
                  <a:pt x="216478" y="2737"/>
                  <a:pt x="215373" y="1684"/>
                </a:cubicBezTo>
                <a:cubicBezTo>
                  <a:pt x="214321" y="632"/>
                  <a:pt x="212847" y="0"/>
                  <a:pt x="211321" y="0"/>
                </a:cubicBezTo>
                <a:lnTo>
                  <a:pt x="180323" y="0"/>
                </a:lnTo>
                <a:cubicBezTo>
                  <a:pt x="177113" y="0"/>
                  <a:pt x="174587" y="2579"/>
                  <a:pt x="174587" y="5736"/>
                </a:cubicBezTo>
                <a:lnTo>
                  <a:pt x="174587" y="37208"/>
                </a:lnTo>
                <a:cubicBezTo>
                  <a:pt x="174692" y="41418"/>
                  <a:pt x="172166" y="45260"/>
                  <a:pt x="168219" y="46838"/>
                </a:cubicBezTo>
                <a:cubicBezTo>
                  <a:pt x="154062" y="52733"/>
                  <a:pt x="141484" y="61837"/>
                  <a:pt x="131433" y="73415"/>
                </a:cubicBezTo>
                <a:lnTo>
                  <a:pt x="131433" y="14894"/>
                </a:lnTo>
                <a:cubicBezTo>
                  <a:pt x="131433" y="11736"/>
                  <a:pt x="128854" y="9157"/>
                  <a:pt x="125696" y="9157"/>
                </a:cubicBezTo>
                <a:lnTo>
                  <a:pt x="83805" y="9157"/>
                </a:lnTo>
                <a:cubicBezTo>
                  <a:pt x="80594" y="9157"/>
                  <a:pt x="78068" y="11736"/>
                  <a:pt x="78068" y="14894"/>
                </a:cubicBezTo>
                <a:lnTo>
                  <a:pt x="78068" y="99729"/>
                </a:lnTo>
                <a:cubicBezTo>
                  <a:pt x="72385" y="100834"/>
                  <a:pt x="66859" y="102676"/>
                  <a:pt x="61701" y="105202"/>
                </a:cubicBezTo>
                <a:cubicBezTo>
                  <a:pt x="36335" y="117517"/>
                  <a:pt x="15652" y="146357"/>
                  <a:pt x="6390" y="182406"/>
                </a:cubicBezTo>
                <a:cubicBezTo>
                  <a:pt x="-4767" y="225929"/>
                  <a:pt x="-1294" y="266768"/>
                  <a:pt x="16652" y="303765"/>
                </a:cubicBezTo>
                <a:cubicBezTo>
                  <a:pt x="33809" y="337499"/>
                  <a:pt x="60228" y="365655"/>
                  <a:pt x="92804" y="384864"/>
                </a:cubicBezTo>
                <a:cubicBezTo>
                  <a:pt x="127380" y="406125"/>
                  <a:pt x="166745" y="418493"/>
                  <a:pt x="207321" y="420808"/>
                </a:cubicBezTo>
                <a:cubicBezTo>
                  <a:pt x="210584" y="420966"/>
                  <a:pt x="213794" y="421019"/>
                  <a:pt x="217005" y="421019"/>
                </a:cubicBezTo>
                <a:cubicBezTo>
                  <a:pt x="253370" y="421019"/>
                  <a:pt x="284683" y="410967"/>
                  <a:pt x="305945" y="392284"/>
                </a:cubicBezTo>
                <a:cubicBezTo>
                  <a:pt x="324364" y="375917"/>
                  <a:pt x="335521" y="352919"/>
                  <a:pt x="336890" y="328289"/>
                </a:cubicBezTo>
                <a:cubicBezTo>
                  <a:pt x="339363" y="299713"/>
                  <a:pt x="332048" y="266084"/>
                  <a:pt x="315102" y="228297"/>
                </a:cubicBezTo>
                <a:lnTo>
                  <a:pt x="314997" y="228350"/>
                </a:lnTo>
                <a:close/>
                <a:moveTo>
                  <a:pt x="299419" y="208878"/>
                </a:moveTo>
                <a:cubicBezTo>
                  <a:pt x="291735" y="203405"/>
                  <a:pt x="282631" y="200194"/>
                  <a:pt x="273211" y="199668"/>
                </a:cubicBezTo>
                <a:cubicBezTo>
                  <a:pt x="258212" y="198510"/>
                  <a:pt x="243423" y="203510"/>
                  <a:pt x="232266" y="213562"/>
                </a:cubicBezTo>
                <a:cubicBezTo>
                  <a:pt x="226898" y="197510"/>
                  <a:pt x="219057" y="187616"/>
                  <a:pt x="208689" y="182038"/>
                </a:cubicBezTo>
                <a:cubicBezTo>
                  <a:pt x="222057" y="159356"/>
                  <a:pt x="243318" y="145094"/>
                  <a:pt x="273158" y="133200"/>
                </a:cubicBezTo>
                <a:cubicBezTo>
                  <a:pt x="296682" y="147778"/>
                  <a:pt x="307208" y="178459"/>
                  <a:pt x="299419" y="208878"/>
                </a:cubicBezTo>
                <a:close/>
                <a:moveTo>
                  <a:pt x="302682" y="110886"/>
                </a:moveTo>
                <a:cubicBezTo>
                  <a:pt x="259370" y="124043"/>
                  <a:pt x="219268" y="139831"/>
                  <a:pt x="197796" y="177880"/>
                </a:cubicBezTo>
                <a:cubicBezTo>
                  <a:pt x="186744" y="175617"/>
                  <a:pt x="175376" y="175249"/>
                  <a:pt x="164167" y="176828"/>
                </a:cubicBezTo>
                <a:cubicBezTo>
                  <a:pt x="167693" y="146409"/>
                  <a:pt x="176218" y="128516"/>
                  <a:pt x="192059" y="117675"/>
                </a:cubicBezTo>
                <a:cubicBezTo>
                  <a:pt x="209058" y="106097"/>
                  <a:pt x="234740" y="101887"/>
                  <a:pt x="270316" y="96098"/>
                </a:cubicBezTo>
                <a:cubicBezTo>
                  <a:pt x="278842" y="94677"/>
                  <a:pt x="287578" y="93256"/>
                  <a:pt x="296998" y="91624"/>
                </a:cubicBezTo>
                <a:lnTo>
                  <a:pt x="302682" y="110886"/>
                </a:lnTo>
                <a:close/>
                <a:moveTo>
                  <a:pt x="172692" y="57469"/>
                </a:moveTo>
                <a:cubicBezTo>
                  <a:pt x="180850" y="54101"/>
                  <a:pt x="186112" y="46102"/>
                  <a:pt x="186060" y="37260"/>
                </a:cubicBezTo>
                <a:lnTo>
                  <a:pt x="186060" y="11525"/>
                </a:lnTo>
                <a:lnTo>
                  <a:pt x="205532" y="11525"/>
                </a:lnTo>
                <a:lnTo>
                  <a:pt x="205532" y="37260"/>
                </a:lnTo>
                <a:cubicBezTo>
                  <a:pt x="205427" y="46102"/>
                  <a:pt x="210742" y="54101"/>
                  <a:pt x="218899" y="57469"/>
                </a:cubicBezTo>
                <a:cubicBezTo>
                  <a:pt x="233793" y="63521"/>
                  <a:pt x="246686" y="73678"/>
                  <a:pt x="256001" y="86730"/>
                </a:cubicBezTo>
                <a:cubicBezTo>
                  <a:pt x="200006" y="96098"/>
                  <a:pt x="167851" y="104676"/>
                  <a:pt x="156009" y="155724"/>
                </a:cubicBezTo>
                <a:cubicBezTo>
                  <a:pt x="150957" y="140936"/>
                  <a:pt x="142537" y="127516"/>
                  <a:pt x="131380" y="116517"/>
                </a:cubicBezTo>
                <a:lnTo>
                  <a:pt x="131380" y="93256"/>
                </a:lnTo>
                <a:cubicBezTo>
                  <a:pt x="140800" y="77046"/>
                  <a:pt x="155325" y="64416"/>
                  <a:pt x="172745" y="57416"/>
                </a:cubicBezTo>
                <a:lnTo>
                  <a:pt x="172692" y="57469"/>
                </a:lnTo>
                <a:close/>
                <a:moveTo>
                  <a:pt x="119907" y="20630"/>
                </a:moveTo>
                <a:lnTo>
                  <a:pt x="119907" y="107728"/>
                </a:lnTo>
                <a:cubicBezTo>
                  <a:pt x="117486" y="106255"/>
                  <a:pt x="114960" y="104886"/>
                  <a:pt x="112381" y="103781"/>
                </a:cubicBezTo>
                <a:cubicBezTo>
                  <a:pt x="105171" y="100571"/>
                  <a:pt x="97435" y="98834"/>
                  <a:pt x="89541" y="98729"/>
                </a:cubicBezTo>
                <a:lnTo>
                  <a:pt x="89541" y="20683"/>
                </a:lnTo>
                <a:lnTo>
                  <a:pt x="119907" y="20683"/>
                </a:lnTo>
                <a:lnTo>
                  <a:pt x="119907" y="20630"/>
                </a:lnTo>
                <a:close/>
                <a:moveTo>
                  <a:pt x="17442" y="185248"/>
                </a:moveTo>
                <a:cubicBezTo>
                  <a:pt x="25862" y="152461"/>
                  <a:pt x="44229" y="126411"/>
                  <a:pt x="66596" y="115570"/>
                </a:cubicBezTo>
                <a:cubicBezTo>
                  <a:pt x="73437" y="112149"/>
                  <a:pt x="81016" y="110307"/>
                  <a:pt x="88699" y="110254"/>
                </a:cubicBezTo>
                <a:cubicBezTo>
                  <a:pt x="95225" y="110254"/>
                  <a:pt x="101698" y="111675"/>
                  <a:pt x="107645" y="114307"/>
                </a:cubicBezTo>
                <a:cubicBezTo>
                  <a:pt x="112645" y="116570"/>
                  <a:pt x="117328" y="119569"/>
                  <a:pt x="121433" y="123148"/>
                </a:cubicBezTo>
                <a:cubicBezTo>
                  <a:pt x="121644" y="123358"/>
                  <a:pt x="121854" y="123516"/>
                  <a:pt x="122065" y="123674"/>
                </a:cubicBezTo>
                <a:cubicBezTo>
                  <a:pt x="135695" y="135726"/>
                  <a:pt x="145747" y="155040"/>
                  <a:pt x="150326" y="178617"/>
                </a:cubicBezTo>
                <a:cubicBezTo>
                  <a:pt x="118749" y="184880"/>
                  <a:pt x="90331" y="202089"/>
                  <a:pt x="70174" y="227245"/>
                </a:cubicBezTo>
                <a:cubicBezTo>
                  <a:pt x="51018" y="250138"/>
                  <a:pt x="37545" y="277188"/>
                  <a:pt x="30704" y="306239"/>
                </a:cubicBezTo>
                <a:cubicBezTo>
                  <a:pt x="13705" y="275767"/>
                  <a:pt x="4443" y="235823"/>
                  <a:pt x="17389" y="185301"/>
                </a:cubicBezTo>
                <a:lnTo>
                  <a:pt x="17442" y="185248"/>
                </a:lnTo>
                <a:close/>
                <a:moveTo>
                  <a:pt x="298261" y="383653"/>
                </a:moveTo>
                <a:cubicBezTo>
                  <a:pt x="281210" y="398599"/>
                  <a:pt x="257054" y="407020"/>
                  <a:pt x="229793" y="409020"/>
                </a:cubicBezTo>
                <a:cubicBezTo>
                  <a:pt x="239266" y="376391"/>
                  <a:pt x="246950" y="369181"/>
                  <a:pt x="264317" y="358708"/>
                </a:cubicBezTo>
                <a:cubicBezTo>
                  <a:pt x="287946" y="344393"/>
                  <a:pt x="283368" y="320079"/>
                  <a:pt x="279315" y="298608"/>
                </a:cubicBezTo>
                <a:cubicBezTo>
                  <a:pt x="276052" y="281293"/>
                  <a:pt x="272947" y="264926"/>
                  <a:pt x="282789" y="253559"/>
                </a:cubicBezTo>
                <a:cubicBezTo>
                  <a:pt x="284841" y="251138"/>
                  <a:pt x="284525" y="247559"/>
                  <a:pt x="282157" y="245507"/>
                </a:cubicBezTo>
                <a:cubicBezTo>
                  <a:pt x="279789" y="243454"/>
                  <a:pt x="276210" y="243665"/>
                  <a:pt x="274105" y="246033"/>
                </a:cubicBezTo>
                <a:cubicBezTo>
                  <a:pt x="260633" y="261558"/>
                  <a:pt x="264580" y="282398"/>
                  <a:pt x="268000" y="300765"/>
                </a:cubicBezTo>
                <a:cubicBezTo>
                  <a:pt x="272474" y="324342"/>
                  <a:pt x="274053" y="339394"/>
                  <a:pt x="258370" y="348867"/>
                </a:cubicBezTo>
                <a:cubicBezTo>
                  <a:pt x="253633" y="351656"/>
                  <a:pt x="249160" y="354761"/>
                  <a:pt x="244897" y="358234"/>
                </a:cubicBezTo>
                <a:cubicBezTo>
                  <a:pt x="234003" y="344972"/>
                  <a:pt x="231635" y="334447"/>
                  <a:pt x="232161" y="324553"/>
                </a:cubicBezTo>
                <a:lnTo>
                  <a:pt x="232161" y="324395"/>
                </a:lnTo>
                <a:cubicBezTo>
                  <a:pt x="232530" y="319764"/>
                  <a:pt x="233214" y="315133"/>
                  <a:pt x="234161" y="310607"/>
                </a:cubicBezTo>
                <a:cubicBezTo>
                  <a:pt x="236319" y="299397"/>
                  <a:pt x="238582" y="287766"/>
                  <a:pt x="230793" y="274978"/>
                </a:cubicBezTo>
                <a:cubicBezTo>
                  <a:pt x="229109" y="272294"/>
                  <a:pt x="225583" y="271399"/>
                  <a:pt x="222899" y="273083"/>
                </a:cubicBezTo>
                <a:cubicBezTo>
                  <a:pt x="220162" y="274715"/>
                  <a:pt x="219320" y="278293"/>
                  <a:pt x="221004" y="280977"/>
                </a:cubicBezTo>
                <a:cubicBezTo>
                  <a:pt x="226477" y="289924"/>
                  <a:pt x="224899" y="298081"/>
                  <a:pt x="222899" y="308396"/>
                </a:cubicBezTo>
                <a:cubicBezTo>
                  <a:pt x="222425" y="310659"/>
                  <a:pt x="222004" y="313080"/>
                  <a:pt x="221583" y="315501"/>
                </a:cubicBezTo>
                <a:cubicBezTo>
                  <a:pt x="213531" y="310607"/>
                  <a:pt x="205742" y="305239"/>
                  <a:pt x="198269" y="299502"/>
                </a:cubicBezTo>
                <a:cubicBezTo>
                  <a:pt x="197059" y="298555"/>
                  <a:pt x="195533" y="298081"/>
                  <a:pt x="194006" y="298292"/>
                </a:cubicBezTo>
                <a:cubicBezTo>
                  <a:pt x="192480" y="298502"/>
                  <a:pt x="191112" y="299239"/>
                  <a:pt x="190165" y="300502"/>
                </a:cubicBezTo>
                <a:cubicBezTo>
                  <a:pt x="189217" y="301713"/>
                  <a:pt x="188796" y="303239"/>
                  <a:pt x="189007" y="304765"/>
                </a:cubicBezTo>
                <a:cubicBezTo>
                  <a:pt x="189217" y="306291"/>
                  <a:pt x="190007" y="307659"/>
                  <a:pt x="191270" y="308607"/>
                </a:cubicBezTo>
                <a:cubicBezTo>
                  <a:pt x="200585" y="315817"/>
                  <a:pt x="210426" y="322290"/>
                  <a:pt x="220688" y="328026"/>
                </a:cubicBezTo>
                <a:cubicBezTo>
                  <a:pt x="221320" y="342341"/>
                  <a:pt x="227056" y="355919"/>
                  <a:pt x="236845" y="366392"/>
                </a:cubicBezTo>
                <a:cubicBezTo>
                  <a:pt x="229214" y="375654"/>
                  <a:pt x="223793" y="388179"/>
                  <a:pt x="217847" y="409546"/>
                </a:cubicBezTo>
                <a:cubicBezTo>
                  <a:pt x="175797" y="409125"/>
                  <a:pt x="134695" y="397179"/>
                  <a:pt x="98961" y="375075"/>
                </a:cubicBezTo>
                <a:cubicBezTo>
                  <a:pt x="75805" y="360971"/>
                  <a:pt x="55754" y="342393"/>
                  <a:pt x="39914" y="320395"/>
                </a:cubicBezTo>
                <a:cubicBezTo>
                  <a:pt x="43545" y="299344"/>
                  <a:pt x="50807" y="279083"/>
                  <a:pt x="61438" y="260505"/>
                </a:cubicBezTo>
                <a:cubicBezTo>
                  <a:pt x="70701" y="281346"/>
                  <a:pt x="89173" y="285661"/>
                  <a:pt x="105750" y="289503"/>
                </a:cubicBezTo>
                <a:cubicBezTo>
                  <a:pt x="124749" y="293924"/>
                  <a:pt x="141116" y="297713"/>
                  <a:pt x="147747" y="322974"/>
                </a:cubicBezTo>
                <a:cubicBezTo>
                  <a:pt x="148378" y="325500"/>
                  <a:pt x="150694" y="327289"/>
                  <a:pt x="153325" y="327289"/>
                </a:cubicBezTo>
                <a:cubicBezTo>
                  <a:pt x="153799" y="327289"/>
                  <a:pt x="154325" y="327237"/>
                  <a:pt x="154799" y="327079"/>
                </a:cubicBezTo>
                <a:cubicBezTo>
                  <a:pt x="156273" y="326711"/>
                  <a:pt x="157536" y="325763"/>
                  <a:pt x="158325" y="324448"/>
                </a:cubicBezTo>
                <a:cubicBezTo>
                  <a:pt x="159062" y="323132"/>
                  <a:pt x="159325" y="321553"/>
                  <a:pt x="158904" y="320079"/>
                </a:cubicBezTo>
                <a:cubicBezTo>
                  <a:pt x="155378" y="302397"/>
                  <a:pt x="142379" y="288082"/>
                  <a:pt x="125117" y="282819"/>
                </a:cubicBezTo>
                <a:cubicBezTo>
                  <a:pt x="142379" y="272610"/>
                  <a:pt x="161956" y="267031"/>
                  <a:pt x="182060" y="266768"/>
                </a:cubicBezTo>
                <a:cubicBezTo>
                  <a:pt x="185218" y="266663"/>
                  <a:pt x="187691" y="263979"/>
                  <a:pt x="187586" y="260874"/>
                </a:cubicBezTo>
                <a:cubicBezTo>
                  <a:pt x="187481" y="257716"/>
                  <a:pt x="184849" y="255243"/>
                  <a:pt x="181744" y="255295"/>
                </a:cubicBezTo>
                <a:cubicBezTo>
                  <a:pt x="158536" y="255927"/>
                  <a:pt x="128380" y="263558"/>
                  <a:pt x="111329" y="279030"/>
                </a:cubicBezTo>
                <a:cubicBezTo>
                  <a:pt x="110329" y="278767"/>
                  <a:pt x="109382" y="278557"/>
                  <a:pt x="108382" y="278346"/>
                </a:cubicBezTo>
                <a:cubicBezTo>
                  <a:pt x="89752" y="274031"/>
                  <a:pt x="74963" y="270557"/>
                  <a:pt x="69332" y="247980"/>
                </a:cubicBezTo>
                <a:cubicBezTo>
                  <a:pt x="90067" y="217667"/>
                  <a:pt x="120118" y="194037"/>
                  <a:pt x="156746" y="189406"/>
                </a:cubicBezTo>
                <a:cubicBezTo>
                  <a:pt x="156957" y="189406"/>
                  <a:pt x="157115" y="189353"/>
                  <a:pt x="157325" y="189301"/>
                </a:cubicBezTo>
                <a:cubicBezTo>
                  <a:pt x="157588" y="189301"/>
                  <a:pt x="157904" y="189301"/>
                  <a:pt x="158167" y="189301"/>
                </a:cubicBezTo>
                <a:cubicBezTo>
                  <a:pt x="179534" y="186301"/>
                  <a:pt x="192691" y="186985"/>
                  <a:pt x="202111" y="191564"/>
                </a:cubicBezTo>
                <a:cubicBezTo>
                  <a:pt x="212900" y="196774"/>
                  <a:pt x="219952" y="208089"/>
                  <a:pt x="224320" y="227087"/>
                </a:cubicBezTo>
                <a:cubicBezTo>
                  <a:pt x="224846" y="229350"/>
                  <a:pt x="226688" y="231087"/>
                  <a:pt x="229004" y="231508"/>
                </a:cubicBezTo>
                <a:cubicBezTo>
                  <a:pt x="231319" y="231876"/>
                  <a:pt x="233635" y="230876"/>
                  <a:pt x="234845" y="228876"/>
                </a:cubicBezTo>
                <a:cubicBezTo>
                  <a:pt x="243423" y="216667"/>
                  <a:pt x="257896" y="209983"/>
                  <a:pt x="272737" y="211299"/>
                </a:cubicBezTo>
                <a:cubicBezTo>
                  <a:pt x="286736" y="211878"/>
                  <a:pt x="299208" y="220403"/>
                  <a:pt x="304840" y="233192"/>
                </a:cubicBezTo>
                <a:cubicBezTo>
                  <a:pt x="335363" y="301292"/>
                  <a:pt x="333206" y="353393"/>
                  <a:pt x="298577" y="383811"/>
                </a:cubicBezTo>
                <a:lnTo>
                  <a:pt x="298261" y="383653"/>
                </a:lnTo>
                <a:close/>
                <a:moveTo>
                  <a:pt x="113381" y="339236"/>
                </a:moveTo>
                <a:cubicBezTo>
                  <a:pt x="133959" y="359182"/>
                  <a:pt x="160588" y="368918"/>
                  <a:pt x="192533" y="368391"/>
                </a:cubicBezTo>
                <a:lnTo>
                  <a:pt x="192638" y="368391"/>
                </a:lnTo>
                <a:cubicBezTo>
                  <a:pt x="195848" y="368391"/>
                  <a:pt x="198427" y="370918"/>
                  <a:pt x="198480" y="374128"/>
                </a:cubicBezTo>
                <a:cubicBezTo>
                  <a:pt x="198480" y="377285"/>
                  <a:pt x="195954" y="379917"/>
                  <a:pt x="192743" y="379917"/>
                </a:cubicBezTo>
                <a:lnTo>
                  <a:pt x="189954" y="379917"/>
                </a:lnTo>
                <a:cubicBezTo>
                  <a:pt x="158588" y="380759"/>
                  <a:pt x="128170" y="369076"/>
                  <a:pt x="105382" y="347498"/>
                </a:cubicBezTo>
                <a:cubicBezTo>
                  <a:pt x="103119" y="345288"/>
                  <a:pt x="103014" y="341657"/>
                  <a:pt x="105277" y="339341"/>
                </a:cubicBezTo>
                <a:cubicBezTo>
                  <a:pt x="107487" y="337078"/>
                  <a:pt x="111118" y="336973"/>
                  <a:pt x="113434" y="339236"/>
                </a:cubicBezTo>
                <a:lnTo>
                  <a:pt x="113381" y="339236"/>
                </a:lnTo>
                <a:close/>
              </a:path>
            </a:pathLst>
          </a:custGeom>
          <a:solidFill>
            <a:schemeClr val="bg1"/>
          </a:solidFill>
          <a:ln w="52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21575FE0-F9C8-E0F2-4FD1-B3047443AA83}"/>
              </a:ext>
            </a:extLst>
          </p:cNvPr>
          <p:cNvSpPr/>
          <p:nvPr/>
        </p:nvSpPr>
        <p:spPr>
          <a:xfrm>
            <a:off x="2048212" y="2643388"/>
            <a:ext cx="668367" cy="668367"/>
          </a:xfrm>
          <a:custGeom>
            <a:avLst/>
            <a:gdLst>
              <a:gd name="connsiteX0" fmla="*/ 668367 w 668367"/>
              <a:gd name="connsiteY0" fmla="*/ 334184 h 668367"/>
              <a:gd name="connsiteX1" fmla="*/ 334184 w 668367"/>
              <a:gd name="connsiteY1" fmla="*/ 668367 h 668367"/>
              <a:gd name="connsiteX2" fmla="*/ 0 w 668367"/>
              <a:gd name="connsiteY2" fmla="*/ 334184 h 668367"/>
              <a:gd name="connsiteX3" fmla="*/ 334184 w 668367"/>
              <a:gd name="connsiteY3" fmla="*/ 0 h 668367"/>
              <a:gd name="connsiteX4" fmla="*/ 668367 w 668367"/>
              <a:gd name="connsiteY4" fmla="*/ 334184 h 668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8367" h="668367">
                <a:moveTo>
                  <a:pt x="668367" y="334184"/>
                </a:moveTo>
                <a:cubicBezTo>
                  <a:pt x="668367" y="518748"/>
                  <a:pt x="518748" y="668367"/>
                  <a:pt x="334184" y="668367"/>
                </a:cubicBezTo>
                <a:cubicBezTo>
                  <a:pt x="149619" y="668367"/>
                  <a:pt x="0" y="518748"/>
                  <a:pt x="0" y="334184"/>
                </a:cubicBezTo>
                <a:cubicBezTo>
                  <a:pt x="0" y="149619"/>
                  <a:pt x="149619" y="0"/>
                  <a:pt x="334184" y="0"/>
                </a:cubicBezTo>
                <a:cubicBezTo>
                  <a:pt x="518748" y="0"/>
                  <a:pt x="668367" y="149619"/>
                  <a:pt x="668367" y="334184"/>
                </a:cubicBezTo>
                <a:close/>
              </a:path>
            </a:pathLst>
          </a:custGeom>
          <a:noFill/>
          <a:ln w="62495" cap="flat">
            <a:gradFill>
              <a:gsLst>
                <a:gs pos="0">
                  <a:srgbClr val="D82497"/>
                </a:gs>
                <a:gs pos="100000">
                  <a:srgbClr val="0DACE0"/>
                </a:gs>
              </a:gsLst>
              <a:lin ang="2907276" scaled="1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gradFill>
                <a:gsLst>
                  <a:gs pos="0">
                    <a:srgbClr val="E62D9B"/>
                  </a:gs>
                  <a:gs pos="100000">
                    <a:srgbClr val="0FC0F4"/>
                  </a:gs>
                </a:gsLst>
                <a:lin ang="2907276" scaled="1"/>
              </a:gra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DC37CB7E-F96D-E451-3573-1408AFC6A25A}"/>
              </a:ext>
            </a:extLst>
          </p:cNvPr>
          <p:cNvSpPr/>
          <p:nvPr/>
        </p:nvSpPr>
        <p:spPr>
          <a:xfrm>
            <a:off x="2029044" y="3516189"/>
            <a:ext cx="731520" cy="731520"/>
          </a:xfrm>
          <a:custGeom>
            <a:avLst/>
            <a:gdLst>
              <a:gd name="connsiteX0" fmla="*/ 731520 w 731520"/>
              <a:gd name="connsiteY0" fmla="*/ 365760 h 731520"/>
              <a:gd name="connsiteX1" fmla="*/ 365760 w 731520"/>
              <a:gd name="connsiteY1" fmla="*/ 731520 h 731520"/>
              <a:gd name="connsiteX2" fmla="*/ 0 w 731520"/>
              <a:gd name="connsiteY2" fmla="*/ 365760 h 731520"/>
              <a:gd name="connsiteX3" fmla="*/ 365760 w 731520"/>
              <a:gd name="connsiteY3" fmla="*/ 0 h 731520"/>
              <a:gd name="connsiteX4" fmla="*/ 731520 w 731520"/>
              <a:gd name="connsiteY4" fmla="*/ 36576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520" h="731520">
                <a:moveTo>
                  <a:pt x="731520" y="365760"/>
                </a:moveTo>
                <a:cubicBezTo>
                  <a:pt x="731520" y="567764"/>
                  <a:pt x="567764" y="731520"/>
                  <a:pt x="365760" y="731520"/>
                </a:cubicBezTo>
                <a:cubicBezTo>
                  <a:pt x="163756" y="731520"/>
                  <a:pt x="0" y="567764"/>
                  <a:pt x="0" y="365760"/>
                </a:cubicBezTo>
                <a:cubicBezTo>
                  <a:pt x="0" y="163756"/>
                  <a:pt x="163756" y="0"/>
                  <a:pt x="365760" y="0"/>
                </a:cubicBezTo>
                <a:cubicBezTo>
                  <a:pt x="567764" y="0"/>
                  <a:pt x="731520" y="163756"/>
                  <a:pt x="731520" y="365760"/>
                </a:cubicBezTo>
                <a:close/>
              </a:path>
            </a:pathLst>
          </a:custGeom>
          <a:gradFill flip="none" rotWithShape="1">
            <a:gsLst>
              <a:gs pos="99000">
                <a:srgbClr val="00B2E3"/>
              </a:gs>
              <a:gs pos="0">
                <a:srgbClr val="E31D93"/>
              </a:gs>
            </a:gsLst>
            <a:lin ang="27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algn="ctr"/>
            <a:endParaRPr lang="en-US" sz="12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Freeform 89">
            <a:extLst>
              <a:ext uri="{FF2B5EF4-FFF2-40B4-BE49-F238E27FC236}">
                <a16:creationId xmlns:a16="http://schemas.microsoft.com/office/drawing/2014/main" id="{EDBCBC2D-490B-EEDD-EA46-ACB7B38633C0}"/>
              </a:ext>
            </a:extLst>
          </p:cNvPr>
          <p:cNvSpPr/>
          <p:nvPr/>
        </p:nvSpPr>
        <p:spPr>
          <a:xfrm>
            <a:off x="5413296" y="3516189"/>
            <a:ext cx="731520" cy="731520"/>
          </a:xfrm>
          <a:custGeom>
            <a:avLst/>
            <a:gdLst>
              <a:gd name="connsiteX0" fmla="*/ 731520 w 731520"/>
              <a:gd name="connsiteY0" fmla="*/ 365760 h 731520"/>
              <a:gd name="connsiteX1" fmla="*/ 365760 w 731520"/>
              <a:gd name="connsiteY1" fmla="*/ 731520 h 731520"/>
              <a:gd name="connsiteX2" fmla="*/ 0 w 731520"/>
              <a:gd name="connsiteY2" fmla="*/ 365760 h 731520"/>
              <a:gd name="connsiteX3" fmla="*/ 365760 w 731520"/>
              <a:gd name="connsiteY3" fmla="*/ 0 h 731520"/>
              <a:gd name="connsiteX4" fmla="*/ 731520 w 731520"/>
              <a:gd name="connsiteY4" fmla="*/ 36576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520" h="731520">
                <a:moveTo>
                  <a:pt x="731520" y="365760"/>
                </a:moveTo>
                <a:cubicBezTo>
                  <a:pt x="731520" y="567764"/>
                  <a:pt x="567764" y="731520"/>
                  <a:pt x="365760" y="731520"/>
                </a:cubicBezTo>
                <a:cubicBezTo>
                  <a:pt x="163756" y="731520"/>
                  <a:pt x="0" y="567764"/>
                  <a:pt x="0" y="365760"/>
                </a:cubicBezTo>
                <a:cubicBezTo>
                  <a:pt x="0" y="163756"/>
                  <a:pt x="163756" y="0"/>
                  <a:pt x="365760" y="0"/>
                </a:cubicBezTo>
                <a:cubicBezTo>
                  <a:pt x="567764" y="0"/>
                  <a:pt x="731520" y="163756"/>
                  <a:pt x="731520" y="365760"/>
                </a:cubicBezTo>
                <a:close/>
              </a:path>
            </a:pathLst>
          </a:custGeom>
          <a:gradFill flip="none" rotWithShape="1">
            <a:gsLst>
              <a:gs pos="99000">
                <a:srgbClr val="00B2E3"/>
              </a:gs>
              <a:gs pos="0">
                <a:srgbClr val="E31D93"/>
              </a:gs>
            </a:gsLst>
            <a:lin ang="27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algn="ctr"/>
            <a:endParaRPr lang="en-US" sz="12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Freeform 90">
            <a:extLst>
              <a:ext uri="{FF2B5EF4-FFF2-40B4-BE49-F238E27FC236}">
                <a16:creationId xmlns:a16="http://schemas.microsoft.com/office/drawing/2014/main" id="{9239A02E-3197-A7E4-9A08-5450FDDF9A66}"/>
              </a:ext>
            </a:extLst>
          </p:cNvPr>
          <p:cNvSpPr/>
          <p:nvPr/>
        </p:nvSpPr>
        <p:spPr>
          <a:xfrm>
            <a:off x="5631517" y="3655431"/>
            <a:ext cx="263539" cy="437232"/>
          </a:xfrm>
          <a:custGeom>
            <a:avLst/>
            <a:gdLst>
              <a:gd name="connsiteX0" fmla="*/ 213393 w 263539"/>
              <a:gd name="connsiteY0" fmla="*/ 395473 h 437232"/>
              <a:gd name="connsiteX1" fmla="*/ 179033 w 263539"/>
              <a:gd name="connsiteY1" fmla="*/ 381389 h 437232"/>
              <a:gd name="connsiteX2" fmla="*/ 149995 w 263539"/>
              <a:gd name="connsiteY2" fmla="*/ 360995 h 437232"/>
              <a:gd name="connsiteX3" fmla="*/ 112247 w 263539"/>
              <a:gd name="connsiteY3" fmla="*/ 363909 h 437232"/>
              <a:gd name="connsiteX4" fmla="*/ 110795 w 263539"/>
              <a:gd name="connsiteY4" fmla="*/ 364394 h 437232"/>
              <a:gd name="connsiteX5" fmla="*/ 71595 w 263539"/>
              <a:gd name="connsiteY5" fmla="*/ 358567 h 437232"/>
              <a:gd name="connsiteX6" fmla="*/ 76919 w 263539"/>
              <a:gd name="connsiteY6" fmla="*/ 341087 h 437232"/>
              <a:gd name="connsiteX7" fmla="*/ 144672 w 263539"/>
              <a:gd name="connsiteY7" fmla="*/ 339630 h 437232"/>
              <a:gd name="connsiteX8" fmla="*/ 156287 w 263539"/>
              <a:gd name="connsiteY8" fmla="*/ 344485 h 437232"/>
              <a:gd name="connsiteX9" fmla="*/ 156771 w 263539"/>
              <a:gd name="connsiteY9" fmla="*/ 344971 h 437232"/>
              <a:gd name="connsiteX10" fmla="*/ 191132 w 263539"/>
              <a:gd name="connsiteY10" fmla="*/ 368764 h 437232"/>
              <a:gd name="connsiteX11" fmla="*/ 217265 w 263539"/>
              <a:gd name="connsiteY11" fmla="*/ 377505 h 437232"/>
              <a:gd name="connsiteX12" fmla="*/ 239042 w 263539"/>
              <a:gd name="connsiteY12" fmla="*/ 363423 h 437232"/>
              <a:gd name="connsiteX13" fmla="*/ 240010 w 263539"/>
              <a:gd name="connsiteY13" fmla="*/ 361966 h 437232"/>
              <a:gd name="connsiteX14" fmla="*/ 229847 w 263539"/>
              <a:gd name="connsiteY14" fmla="*/ 298841 h 437232"/>
              <a:gd name="connsiteX15" fmla="*/ 230332 w 263539"/>
              <a:gd name="connsiteY15" fmla="*/ 286216 h 437232"/>
              <a:gd name="connsiteX16" fmla="*/ 242914 w 263539"/>
              <a:gd name="connsiteY16" fmla="*/ 286702 h 437232"/>
              <a:gd name="connsiteX17" fmla="*/ 255013 w 263539"/>
              <a:gd name="connsiteY17" fmla="*/ 370221 h 437232"/>
              <a:gd name="connsiteX18" fmla="*/ 253561 w 263539"/>
              <a:gd name="connsiteY18" fmla="*/ 372164 h 437232"/>
              <a:gd name="connsiteX19" fmla="*/ 218717 w 263539"/>
              <a:gd name="connsiteY19" fmla="*/ 394499 h 437232"/>
              <a:gd name="connsiteX20" fmla="*/ 213393 w 263539"/>
              <a:gd name="connsiteY20" fmla="*/ 395473 h 437232"/>
              <a:gd name="connsiteX21" fmla="*/ 124346 w 263539"/>
              <a:gd name="connsiteY21" fmla="*/ 429460 h 437232"/>
              <a:gd name="connsiteX22" fmla="*/ 124346 w 263539"/>
              <a:gd name="connsiteY22" fmla="*/ 427518 h 437232"/>
              <a:gd name="connsiteX23" fmla="*/ 100148 w 263539"/>
              <a:gd name="connsiteY23" fmla="*/ 390131 h 437232"/>
              <a:gd name="connsiteX24" fmla="*/ 64820 w 263539"/>
              <a:gd name="connsiteY24" fmla="*/ 380904 h 437232"/>
              <a:gd name="connsiteX25" fmla="*/ 20781 w 263539"/>
              <a:gd name="connsiteY25" fmla="*/ 337687 h 437232"/>
              <a:gd name="connsiteX26" fmla="*/ 33847 w 263539"/>
              <a:gd name="connsiteY26" fmla="*/ 271649 h 437232"/>
              <a:gd name="connsiteX27" fmla="*/ 164514 w 263539"/>
              <a:gd name="connsiteY27" fmla="*/ 82759 h 437232"/>
              <a:gd name="connsiteX28" fmla="*/ 172741 w 263539"/>
              <a:gd name="connsiteY28" fmla="*/ 6524 h 437232"/>
              <a:gd name="connsiteX29" fmla="*/ 161610 w 263539"/>
              <a:gd name="connsiteY29" fmla="*/ 211 h 437232"/>
              <a:gd name="connsiteX30" fmla="*/ 155319 w 263539"/>
              <a:gd name="connsiteY30" fmla="*/ 11380 h 437232"/>
              <a:gd name="connsiteX31" fmla="*/ 149512 w 263539"/>
              <a:gd name="connsiteY31" fmla="*/ 74019 h 437232"/>
              <a:gd name="connsiteX32" fmla="*/ 20781 w 263539"/>
              <a:gd name="connsiteY32" fmla="*/ 259995 h 437232"/>
              <a:gd name="connsiteX33" fmla="*/ 3842 w 263539"/>
              <a:gd name="connsiteY33" fmla="*/ 343029 h 437232"/>
              <a:gd name="connsiteX34" fmla="*/ 59981 w 263539"/>
              <a:gd name="connsiteY34" fmla="*/ 398383 h 437232"/>
              <a:gd name="connsiteX35" fmla="*/ 95309 w 263539"/>
              <a:gd name="connsiteY35" fmla="*/ 407609 h 437232"/>
              <a:gd name="connsiteX36" fmla="*/ 106440 w 263539"/>
              <a:gd name="connsiteY36" fmla="*/ 425576 h 437232"/>
              <a:gd name="connsiteX37" fmla="*/ 106440 w 263539"/>
              <a:gd name="connsiteY37" fmla="*/ 427518 h 437232"/>
              <a:gd name="connsiteX38" fmla="*/ 114183 w 263539"/>
              <a:gd name="connsiteY38" fmla="*/ 437233 h 437232"/>
              <a:gd name="connsiteX39" fmla="*/ 115151 w 263539"/>
              <a:gd name="connsiteY39" fmla="*/ 437233 h 437232"/>
              <a:gd name="connsiteX40" fmla="*/ 124346 w 263539"/>
              <a:gd name="connsiteY40" fmla="*/ 429460 h 437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263539" h="437232">
                <a:moveTo>
                  <a:pt x="213393" y="395473"/>
                </a:moveTo>
                <a:cubicBezTo>
                  <a:pt x="200810" y="395473"/>
                  <a:pt x="188228" y="390615"/>
                  <a:pt x="179033" y="381389"/>
                </a:cubicBezTo>
                <a:cubicBezTo>
                  <a:pt x="172741" y="375077"/>
                  <a:pt x="162578" y="366822"/>
                  <a:pt x="149995" y="360995"/>
                </a:cubicBezTo>
                <a:cubicBezTo>
                  <a:pt x="134993" y="357111"/>
                  <a:pt x="128218" y="359053"/>
                  <a:pt x="112247" y="363909"/>
                </a:cubicBezTo>
                <a:lnTo>
                  <a:pt x="110795" y="364394"/>
                </a:lnTo>
                <a:cubicBezTo>
                  <a:pt x="82242" y="372649"/>
                  <a:pt x="74015" y="362938"/>
                  <a:pt x="71595" y="358567"/>
                </a:cubicBezTo>
                <a:cubicBezTo>
                  <a:pt x="68692" y="352740"/>
                  <a:pt x="70628" y="345457"/>
                  <a:pt x="76919" y="341087"/>
                </a:cubicBezTo>
                <a:cubicBezTo>
                  <a:pt x="87566" y="333317"/>
                  <a:pt x="119023" y="330889"/>
                  <a:pt x="144672" y="339630"/>
                </a:cubicBezTo>
                <a:cubicBezTo>
                  <a:pt x="149028" y="341087"/>
                  <a:pt x="152899" y="342543"/>
                  <a:pt x="156287" y="344485"/>
                </a:cubicBezTo>
                <a:cubicBezTo>
                  <a:pt x="156287" y="344485"/>
                  <a:pt x="156771" y="344485"/>
                  <a:pt x="156771" y="344971"/>
                </a:cubicBezTo>
                <a:cubicBezTo>
                  <a:pt x="171773" y="352255"/>
                  <a:pt x="183388" y="361481"/>
                  <a:pt x="191132" y="368764"/>
                </a:cubicBezTo>
                <a:cubicBezTo>
                  <a:pt x="197907" y="375562"/>
                  <a:pt x="207586" y="378962"/>
                  <a:pt x="217265" y="377505"/>
                </a:cubicBezTo>
                <a:cubicBezTo>
                  <a:pt x="226460" y="376534"/>
                  <a:pt x="234203" y="371192"/>
                  <a:pt x="239042" y="363423"/>
                </a:cubicBezTo>
                <a:cubicBezTo>
                  <a:pt x="239527" y="362938"/>
                  <a:pt x="239527" y="362452"/>
                  <a:pt x="240010" y="361966"/>
                </a:cubicBezTo>
                <a:cubicBezTo>
                  <a:pt x="257917" y="330404"/>
                  <a:pt x="230332" y="299327"/>
                  <a:pt x="229847" y="298841"/>
                </a:cubicBezTo>
                <a:cubicBezTo>
                  <a:pt x="226460" y="295442"/>
                  <a:pt x="226944" y="289615"/>
                  <a:pt x="230332" y="286216"/>
                </a:cubicBezTo>
                <a:cubicBezTo>
                  <a:pt x="233719" y="282817"/>
                  <a:pt x="239527" y="283303"/>
                  <a:pt x="242914" y="286702"/>
                </a:cubicBezTo>
                <a:cubicBezTo>
                  <a:pt x="244366" y="288158"/>
                  <a:pt x="279211" y="327976"/>
                  <a:pt x="255013" y="370221"/>
                </a:cubicBezTo>
                <a:cubicBezTo>
                  <a:pt x="254529" y="371192"/>
                  <a:pt x="254045" y="371678"/>
                  <a:pt x="253561" y="372164"/>
                </a:cubicBezTo>
                <a:cubicBezTo>
                  <a:pt x="245818" y="384303"/>
                  <a:pt x="233235" y="392557"/>
                  <a:pt x="218717" y="394499"/>
                </a:cubicBezTo>
                <a:cubicBezTo>
                  <a:pt x="217749" y="395473"/>
                  <a:pt x="215329" y="395473"/>
                  <a:pt x="213393" y="395473"/>
                </a:cubicBezTo>
                <a:close/>
                <a:moveTo>
                  <a:pt x="124346" y="429460"/>
                </a:moveTo>
                <a:lnTo>
                  <a:pt x="124346" y="427518"/>
                </a:lnTo>
                <a:cubicBezTo>
                  <a:pt x="126282" y="410524"/>
                  <a:pt x="116119" y="394499"/>
                  <a:pt x="100148" y="390131"/>
                </a:cubicBezTo>
                <a:lnTo>
                  <a:pt x="64820" y="380904"/>
                </a:lnTo>
                <a:cubicBezTo>
                  <a:pt x="44010" y="375562"/>
                  <a:pt x="27556" y="359538"/>
                  <a:pt x="20781" y="337687"/>
                </a:cubicBezTo>
                <a:cubicBezTo>
                  <a:pt x="13521" y="314380"/>
                  <a:pt x="18361" y="289615"/>
                  <a:pt x="33847" y="271649"/>
                </a:cubicBezTo>
                <a:cubicBezTo>
                  <a:pt x="76435" y="222606"/>
                  <a:pt x="119990" y="158995"/>
                  <a:pt x="164514" y="82759"/>
                </a:cubicBezTo>
                <a:cubicBezTo>
                  <a:pt x="177581" y="61394"/>
                  <a:pt x="180485" y="34201"/>
                  <a:pt x="172741" y="6524"/>
                </a:cubicBezTo>
                <a:cubicBezTo>
                  <a:pt x="171289" y="1668"/>
                  <a:pt x="166450" y="-760"/>
                  <a:pt x="161610" y="211"/>
                </a:cubicBezTo>
                <a:cubicBezTo>
                  <a:pt x="156771" y="1668"/>
                  <a:pt x="154351" y="6524"/>
                  <a:pt x="155319" y="11380"/>
                </a:cubicBezTo>
                <a:cubicBezTo>
                  <a:pt x="161610" y="33716"/>
                  <a:pt x="159675" y="56538"/>
                  <a:pt x="149512" y="74019"/>
                </a:cubicBezTo>
                <a:cubicBezTo>
                  <a:pt x="105956" y="149283"/>
                  <a:pt x="62400" y="211923"/>
                  <a:pt x="20781" y="259995"/>
                </a:cubicBezTo>
                <a:cubicBezTo>
                  <a:pt x="1423" y="282817"/>
                  <a:pt x="-4869" y="313894"/>
                  <a:pt x="3842" y="343029"/>
                </a:cubicBezTo>
                <a:cubicBezTo>
                  <a:pt x="12553" y="370706"/>
                  <a:pt x="33363" y="391100"/>
                  <a:pt x="59981" y="398383"/>
                </a:cubicBezTo>
                <a:lnTo>
                  <a:pt x="95309" y="407609"/>
                </a:lnTo>
                <a:cubicBezTo>
                  <a:pt x="102568" y="409551"/>
                  <a:pt x="107408" y="417324"/>
                  <a:pt x="106440" y="425576"/>
                </a:cubicBezTo>
                <a:lnTo>
                  <a:pt x="106440" y="427518"/>
                </a:lnTo>
                <a:cubicBezTo>
                  <a:pt x="105956" y="432375"/>
                  <a:pt x="109343" y="436743"/>
                  <a:pt x="114183" y="437233"/>
                </a:cubicBezTo>
                <a:lnTo>
                  <a:pt x="115151" y="437233"/>
                </a:lnTo>
                <a:cubicBezTo>
                  <a:pt x="119990" y="437233"/>
                  <a:pt x="123862" y="433833"/>
                  <a:pt x="124346" y="429460"/>
                </a:cubicBezTo>
                <a:close/>
              </a:path>
            </a:pathLst>
          </a:custGeom>
          <a:solidFill>
            <a:schemeClr val="bg1"/>
          </a:solidFill>
          <a:ln w="52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3" name="Freeform 92">
            <a:extLst>
              <a:ext uri="{FF2B5EF4-FFF2-40B4-BE49-F238E27FC236}">
                <a16:creationId xmlns:a16="http://schemas.microsoft.com/office/drawing/2014/main" id="{7E0F7334-491B-8EC9-44E2-5D8FFA3876FA}"/>
              </a:ext>
            </a:extLst>
          </p:cNvPr>
          <p:cNvSpPr/>
          <p:nvPr/>
        </p:nvSpPr>
        <p:spPr>
          <a:xfrm>
            <a:off x="6259359" y="3516189"/>
            <a:ext cx="731520" cy="731520"/>
          </a:xfrm>
          <a:custGeom>
            <a:avLst/>
            <a:gdLst>
              <a:gd name="connsiteX0" fmla="*/ 731520 w 731520"/>
              <a:gd name="connsiteY0" fmla="*/ 365760 h 731520"/>
              <a:gd name="connsiteX1" fmla="*/ 365760 w 731520"/>
              <a:gd name="connsiteY1" fmla="*/ 731520 h 731520"/>
              <a:gd name="connsiteX2" fmla="*/ 0 w 731520"/>
              <a:gd name="connsiteY2" fmla="*/ 365760 h 731520"/>
              <a:gd name="connsiteX3" fmla="*/ 365760 w 731520"/>
              <a:gd name="connsiteY3" fmla="*/ 0 h 731520"/>
              <a:gd name="connsiteX4" fmla="*/ 731520 w 731520"/>
              <a:gd name="connsiteY4" fmla="*/ 36576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520" h="731520">
                <a:moveTo>
                  <a:pt x="731520" y="365760"/>
                </a:moveTo>
                <a:cubicBezTo>
                  <a:pt x="731520" y="567764"/>
                  <a:pt x="567764" y="731520"/>
                  <a:pt x="365760" y="731520"/>
                </a:cubicBezTo>
                <a:cubicBezTo>
                  <a:pt x="163756" y="731520"/>
                  <a:pt x="0" y="567764"/>
                  <a:pt x="0" y="365760"/>
                </a:cubicBezTo>
                <a:cubicBezTo>
                  <a:pt x="0" y="163756"/>
                  <a:pt x="163756" y="0"/>
                  <a:pt x="365760" y="0"/>
                </a:cubicBezTo>
                <a:cubicBezTo>
                  <a:pt x="567764" y="0"/>
                  <a:pt x="731520" y="163756"/>
                  <a:pt x="731520" y="365760"/>
                </a:cubicBezTo>
                <a:close/>
              </a:path>
            </a:pathLst>
          </a:custGeom>
          <a:gradFill flip="none" rotWithShape="1">
            <a:gsLst>
              <a:gs pos="98000">
                <a:srgbClr val="00B2E3"/>
              </a:gs>
              <a:gs pos="0">
                <a:srgbClr val="E31D93"/>
              </a:gs>
            </a:gsLst>
            <a:lin ang="27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algn="ctr"/>
            <a:endParaRPr lang="en-US" sz="12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4" name="Graphic 39">
            <a:extLst>
              <a:ext uri="{FF2B5EF4-FFF2-40B4-BE49-F238E27FC236}">
                <a16:creationId xmlns:a16="http://schemas.microsoft.com/office/drawing/2014/main" id="{3121A25E-11B2-9B54-4546-45DA073E0DE6}"/>
              </a:ext>
            </a:extLst>
          </p:cNvPr>
          <p:cNvGrpSpPr/>
          <p:nvPr/>
        </p:nvGrpSpPr>
        <p:grpSpPr>
          <a:xfrm>
            <a:off x="6464605" y="3668808"/>
            <a:ext cx="330889" cy="426281"/>
            <a:chOff x="6464605" y="3668808"/>
            <a:chExt cx="330889" cy="426281"/>
          </a:xfrm>
          <a:solidFill>
            <a:schemeClr val="bg1"/>
          </a:solidFill>
        </p:grpSpPr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8125FFE5-3FF8-FD16-5E16-0E47FEECFB03}"/>
                </a:ext>
              </a:extLst>
            </p:cNvPr>
            <p:cNvSpPr/>
            <p:nvPr/>
          </p:nvSpPr>
          <p:spPr>
            <a:xfrm>
              <a:off x="6464605" y="3668808"/>
              <a:ext cx="330889" cy="426281"/>
            </a:xfrm>
            <a:custGeom>
              <a:avLst/>
              <a:gdLst>
                <a:gd name="connsiteX0" fmla="*/ 219434 w 330889"/>
                <a:gd name="connsiteY0" fmla="*/ 0 h 426281"/>
                <a:gd name="connsiteX1" fmla="*/ 33108 w 330889"/>
                <a:gd name="connsiteY1" fmla="*/ 0 h 426281"/>
                <a:gd name="connsiteX2" fmla="*/ 0 w 330889"/>
                <a:gd name="connsiteY2" fmla="*/ 32797 h 426281"/>
                <a:gd name="connsiteX3" fmla="*/ 0 w 330889"/>
                <a:gd name="connsiteY3" fmla="*/ 393484 h 426281"/>
                <a:gd name="connsiteX4" fmla="*/ 33108 w 330889"/>
                <a:gd name="connsiteY4" fmla="*/ 426281 h 426281"/>
                <a:gd name="connsiteX5" fmla="*/ 297782 w 330889"/>
                <a:gd name="connsiteY5" fmla="*/ 426281 h 426281"/>
                <a:gd name="connsiteX6" fmla="*/ 330889 w 330889"/>
                <a:gd name="connsiteY6" fmla="*/ 393484 h 426281"/>
                <a:gd name="connsiteX7" fmla="*/ 330889 w 330889"/>
                <a:gd name="connsiteY7" fmla="*/ 110445 h 426281"/>
                <a:gd name="connsiteX8" fmla="*/ 219434 w 330889"/>
                <a:gd name="connsiteY8" fmla="*/ 0 h 426281"/>
                <a:gd name="connsiteX9" fmla="*/ 224070 w 330889"/>
                <a:gd name="connsiteY9" fmla="*/ 26253 h 426281"/>
                <a:gd name="connsiteX10" fmla="*/ 303577 w 330889"/>
                <a:gd name="connsiteY10" fmla="*/ 105011 h 426281"/>
                <a:gd name="connsiteX11" fmla="*/ 224070 w 330889"/>
                <a:gd name="connsiteY11" fmla="*/ 105011 h 426281"/>
                <a:gd name="connsiteX12" fmla="*/ 224070 w 330889"/>
                <a:gd name="connsiteY12" fmla="*/ 26253 h 426281"/>
                <a:gd name="connsiteX13" fmla="*/ 297782 w 330889"/>
                <a:gd name="connsiteY13" fmla="*/ 410972 h 426281"/>
                <a:gd name="connsiteX14" fmla="*/ 33108 w 330889"/>
                <a:gd name="connsiteY14" fmla="*/ 410972 h 426281"/>
                <a:gd name="connsiteX15" fmla="*/ 15453 w 330889"/>
                <a:gd name="connsiteY15" fmla="*/ 393484 h 426281"/>
                <a:gd name="connsiteX16" fmla="*/ 15453 w 330889"/>
                <a:gd name="connsiteY16" fmla="*/ 32797 h 426281"/>
                <a:gd name="connsiteX17" fmla="*/ 33108 w 330889"/>
                <a:gd name="connsiteY17" fmla="*/ 15308 h 426281"/>
                <a:gd name="connsiteX18" fmla="*/ 208617 w 330889"/>
                <a:gd name="connsiteY18" fmla="*/ 15308 h 426281"/>
                <a:gd name="connsiteX19" fmla="*/ 208617 w 330889"/>
                <a:gd name="connsiteY19" fmla="*/ 120319 h 426281"/>
                <a:gd name="connsiteX20" fmla="*/ 315437 w 330889"/>
                <a:gd name="connsiteY20" fmla="*/ 120319 h 426281"/>
                <a:gd name="connsiteX21" fmla="*/ 315437 w 330889"/>
                <a:gd name="connsiteY21" fmla="*/ 393484 h 426281"/>
                <a:gd name="connsiteX22" fmla="*/ 297782 w 330889"/>
                <a:gd name="connsiteY22" fmla="*/ 410972 h 426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889" h="426281">
                  <a:moveTo>
                    <a:pt x="219434" y="0"/>
                  </a:moveTo>
                  <a:lnTo>
                    <a:pt x="33108" y="0"/>
                  </a:lnTo>
                  <a:cubicBezTo>
                    <a:pt x="14874" y="0"/>
                    <a:pt x="0" y="14734"/>
                    <a:pt x="0" y="32797"/>
                  </a:cubicBezTo>
                  <a:lnTo>
                    <a:pt x="0" y="393484"/>
                  </a:lnTo>
                  <a:cubicBezTo>
                    <a:pt x="0" y="411588"/>
                    <a:pt x="14874" y="426281"/>
                    <a:pt x="33108" y="426281"/>
                  </a:cubicBezTo>
                  <a:lnTo>
                    <a:pt x="297782" y="426281"/>
                  </a:lnTo>
                  <a:cubicBezTo>
                    <a:pt x="316056" y="426281"/>
                    <a:pt x="330889" y="411546"/>
                    <a:pt x="330889" y="393484"/>
                  </a:cubicBezTo>
                  <a:lnTo>
                    <a:pt x="330889" y="110445"/>
                  </a:lnTo>
                  <a:lnTo>
                    <a:pt x="219434" y="0"/>
                  </a:lnTo>
                  <a:close/>
                  <a:moveTo>
                    <a:pt x="224070" y="26253"/>
                  </a:moveTo>
                  <a:lnTo>
                    <a:pt x="303577" y="105011"/>
                  </a:lnTo>
                  <a:lnTo>
                    <a:pt x="224070" y="105011"/>
                  </a:lnTo>
                  <a:lnTo>
                    <a:pt x="224070" y="26253"/>
                  </a:lnTo>
                  <a:close/>
                  <a:moveTo>
                    <a:pt x="297782" y="410972"/>
                  </a:moveTo>
                  <a:lnTo>
                    <a:pt x="33108" y="410972"/>
                  </a:lnTo>
                  <a:cubicBezTo>
                    <a:pt x="23373" y="410972"/>
                    <a:pt x="15453" y="403131"/>
                    <a:pt x="15453" y="393484"/>
                  </a:cubicBezTo>
                  <a:lnTo>
                    <a:pt x="15453" y="32797"/>
                  </a:lnTo>
                  <a:cubicBezTo>
                    <a:pt x="15453" y="23153"/>
                    <a:pt x="23373" y="15308"/>
                    <a:pt x="33108" y="15308"/>
                  </a:cubicBezTo>
                  <a:lnTo>
                    <a:pt x="208617" y="15308"/>
                  </a:lnTo>
                  <a:lnTo>
                    <a:pt x="208617" y="120319"/>
                  </a:lnTo>
                  <a:lnTo>
                    <a:pt x="315437" y="120319"/>
                  </a:lnTo>
                  <a:lnTo>
                    <a:pt x="315437" y="393484"/>
                  </a:lnTo>
                  <a:cubicBezTo>
                    <a:pt x="315437" y="403131"/>
                    <a:pt x="307517" y="410972"/>
                    <a:pt x="297782" y="410972"/>
                  </a:cubicBezTo>
                  <a:close/>
                </a:path>
              </a:pathLst>
            </a:custGeom>
            <a:grpFill/>
            <a:ln w="52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992F5AC0-1EF2-1EE5-C0F4-9B17EBEDA77D}"/>
                </a:ext>
              </a:extLst>
            </p:cNvPr>
            <p:cNvSpPr/>
            <p:nvPr/>
          </p:nvSpPr>
          <p:spPr>
            <a:xfrm>
              <a:off x="6515639" y="3835203"/>
              <a:ext cx="228861" cy="15307"/>
            </a:xfrm>
            <a:custGeom>
              <a:avLst/>
              <a:gdLst>
                <a:gd name="connsiteX0" fmla="*/ 221135 w 228861"/>
                <a:gd name="connsiteY0" fmla="*/ 15308 h 15307"/>
                <a:gd name="connsiteX1" fmla="*/ 7727 w 228861"/>
                <a:gd name="connsiteY1" fmla="*/ 15308 h 15307"/>
                <a:gd name="connsiteX2" fmla="*/ 0 w 228861"/>
                <a:gd name="connsiteY2" fmla="*/ 7654 h 15307"/>
                <a:gd name="connsiteX3" fmla="*/ 7727 w 228861"/>
                <a:gd name="connsiteY3" fmla="*/ 0 h 15307"/>
                <a:gd name="connsiteX4" fmla="*/ 221135 w 228861"/>
                <a:gd name="connsiteY4" fmla="*/ 0 h 15307"/>
                <a:gd name="connsiteX5" fmla="*/ 228861 w 228861"/>
                <a:gd name="connsiteY5" fmla="*/ 7654 h 15307"/>
                <a:gd name="connsiteX6" fmla="*/ 221135 w 228861"/>
                <a:gd name="connsiteY6" fmla="*/ 15308 h 15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8861" h="15307">
                  <a:moveTo>
                    <a:pt x="221135" y="15308"/>
                  </a:moveTo>
                  <a:lnTo>
                    <a:pt x="7727" y="15308"/>
                  </a:lnTo>
                  <a:cubicBezTo>
                    <a:pt x="3477" y="15308"/>
                    <a:pt x="0" y="11863"/>
                    <a:pt x="0" y="7654"/>
                  </a:cubicBezTo>
                  <a:cubicBezTo>
                    <a:pt x="0" y="3444"/>
                    <a:pt x="3477" y="0"/>
                    <a:pt x="7727" y="0"/>
                  </a:cubicBezTo>
                  <a:lnTo>
                    <a:pt x="221135" y="0"/>
                  </a:lnTo>
                  <a:cubicBezTo>
                    <a:pt x="225384" y="0"/>
                    <a:pt x="228861" y="3444"/>
                    <a:pt x="228861" y="7654"/>
                  </a:cubicBezTo>
                  <a:cubicBezTo>
                    <a:pt x="228861" y="11863"/>
                    <a:pt x="225384" y="15308"/>
                    <a:pt x="221135" y="15308"/>
                  </a:cubicBezTo>
                  <a:close/>
                </a:path>
              </a:pathLst>
            </a:custGeom>
            <a:grpFill/>
            <a:ln w="52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7C3300B9-2881-794A-D216-906B6712CE43}"/>
                </a:ext>
              </a:extLst>
            </p:cNvPr>
            <p:cNvSpPr/>
            <p:nvPr/>
          </p:nvSpPr>
          <p:spPr>
            <a:xfrm>
              <a:off x="6515639" y="3879404"/>
              <a:ext cx="228861" cy="15307"/>
            </a:xfrm>
            <a:custGeom>
              <a:avLst/>
              <a:gdLst>
                <a:gd name="connsiteX0" fmla="*/ 221135 w 228861"/>
                <a:gd name="connsiteY0" fmla="*/ 15308 h 15307"/>
                <a:gd name="connsiteX1" fmla="*/ 7727 w 228861"/>
                <a:gd name="connsiteY1" fmla="*/ 15308 h 15307"/>
                <a:gd name="connsiteX2" fmla="*/ 0 w 228861"/>
                <a:gd name="connsiteY2" fmla="*/ 7654 h 15307"/>
                <a:gd name="connsiteX3" fmla="*/ 7727 w 228861"/>
                <a:gd name="connsiteY3" fmla="*/ 0 h 15307"/>
                <a:gd name="connsiteX4" fmla="*/ 221135 w 228861"/>
                <a:gd name="connsiteY4" fmla="*/ 0 h 15307"/>
                <a:gd name="connsiteX5" fmla="*/ 228861 w 228861"/>
                <a:gd name="connsiteY5" fmla="*/ 7654 h 15307"/>
                <a:gd name="connsiteX6" fmla="*/ 221135 w 228861"/>
                <a:gd name="connsiteY6" fmla="*/ 15308 h 15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8861" h="15307">
                  <a:moveTo>
                    <a:pt x="221135" y="15308"/>
                  </a:moveTo>
                  <a:lnTo>
                    <a:pt x="7727" y="15308"/>
                  </a:lnTo>
                  <a:cubicBezTo>
                    <a:pt x="3477" y="15308"/>
                    <a:pt x="0" y="11863"/>
                    <a:pt x="0" y="7654"/>
                  </a:cubicBezTo>
                  <a:cubicBezTo>
                    <a:pt x="0" y="3444"/>
                    <a:pt x="3477" y="0"/>
                    <a:pt x="7727" y="0"/>
                  </a:cubicBezTo>
                  <a:lnTo>
                    <a:pt x="221135" y="0"/>
                  </a:lnTo>
                  <a:cubicBezTo>
                    <a:pt x="225384" y="0"/>
                    <a:pt x="228861" y="3444"/>
                    <a:pt x="228861" y="7654"/>
                  </a:cubicBezTo>
                  <a:cubicBezTo>
                    <a:pt x="228861" y="11863"/>
                    <a:pt x="225384" y="15308"/>
                    <a:pt x="221135" y="15308"/>
                  </a:cubicBezTo>
                  <a:close/>
                </a:path>
              </a:pathLst>
            </a:custGeom>
            <a:grpFill/>
            <a:ln w="52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DA3E14CA-FB3F-D2B0-E99F-2C5D278116BA}"/>
                </a:ext>
              </a:extLst>
            </p:cNvPr>
            <p:cNvSpPr/>
            <p:nvPr/>
          </p:nvSpPr>
          <p:spPr>
            <a:xfrm>
              <a:off x="6515639" y="3923605"/>
              <a:ext cx="228861" cy="15307"/>
            </a:xfrm>
            <a:custGeom>
              <a:avLst/>
              <a:gdLst>
                <a:gd name="connsiteX0" fmla="*/ 221135 w 228861"/>
                <a:gd name="connsiteY0" fmla="*/ 15308 h 15307"/>
                <a:gd name="connsiteX1" fmla="*/ 7727 w 228861"/>
                <a:gd name="connsiteY1" fmla="*/ 15308 h 15307"/>
                <a:gd name="connsiteX2" fmla="*/ 0 w 228861"/>
                <a:gd name="connsiteY2" fmla="*/ 7654 h 15307"/>
                <a:gd name="connsiteX3" fmla="*/ 7727 w 228861"/>
                <a:gd name="connsiteY3" fmla="*/ 0 h 15307"/>
                <a:gd name="connsiteX4" fmla="*/ 221135 w 228861"/>
                <a:gd name="connsiteY4" fmla="*/ 0 h 15307"/>
                <a:gd name="connsiteX5" fmla="*/ 228861 w 228861"/>
                <a:gd name="connsiteY5" fmla="*/ 7654 h 15307"/>
                <a:gd name="connsiteX6" fmla="*/ 221135 w 228861"/>
                <a:gd name="connsiteY6" fmla="*/ 15308 h 15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8861" h="15307">
                  <a:moveTo>
                    <a:pt x="221135" y="15308"/>
                  </a:moveTo>
                  <a:lnTo>
                    <a:pt x="7727" y="15308"/>
                  </a:lnTo>
                  <a:cubicBezTo>
                    <a:pt x="3477" y="15308"/>
                    <a:pt x="0" y="11863"/>
                    <a:pt x="0" y="7654"/>
                  </a:cubicBezTo>
                  <a:cubicBezTo>
                    <a:pt x="0" y="3444"/>
                    <a:pt x="3477" y="0"/>
                    <a:pt x="7727" y="0"/>
                  </a:cubicBezTo>
                  <a:lnTo>
                    <a:pt x="221135" y="0"/>
                  </a:lnTo>
                  <a:cubicBezTo>
                    <a:pt x="225384" y="0"/>
                    <a:pt x="228861" y="3444"/>
                    <a:pt x="228861" y="7654"/>
                  </a:cubicBezTo>
                  <a:cubicBezTo>
                    <a:pt x="228861" y="11863"/>
                    <a:pt x="225384" y="15308"/>
                    <a:pt x="221135" y="15308"/>
                  </a:cubicBezTo>
                  <a:close/>
                </a:path>
              </a:pathLst>
            </a:custGeom>
            <a:grpFill/>
            <a:ln w="52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1F12C96E-77F6-9809-9D1D-DA595F3A581B}"/>
                </a:ext>
              </a:extLst>
            </p:cNvPr>
            <p:cNvSpPr/>
            <p:nvPr/>
          </p:nvSpPr>
          <p:spPr>
            <a:xfrm>
              <a:off x="6515639" y="3967806"/>
              <a:ext cx="228861" cy="15307"/>
            </a:xfrm>
            <a:custGeom>
              <a:avLst/>
              <a:gdLst>
                <a:gd name="connsiteX0" fmla="*/ 221135 w 228861"/>
                <a:gd name="connsiteY0" fmla="*/ 15308 h 15307"/>
                <a:gd name="connsiteX1" fmla="*/ 7727 w 228861"/>
                <a:gd name="connsiteY1" fmla="*/ 15308 h 15307"/>
                <a:gd name="connsiteX2" fmla="*/ 0 w 228861"/>
                <a:gd name="connsiteY2" fmla="*/ 7654 h 15307"/>
                <a:gd name="connsiteX3" fmla="*/ 7727 w 228861"/>
                <a:gd name="connsiteY3" fmla="*/ 0 h 15307"/>
                <a:gd name="connsiteX4" fmla="*/ 221135 w 228861"/>
                <a:gd name="connsiteY4" fmla="*/ 0 h 15307"/>
                <a:gd name="connsiteX5" fmla="*/ 228861 w 228861"/>
                <a:gd name="connsiteY5" fmla="*/ 7654 h 15307"/>
                <a:gd name="connsiteX6" fmla="*/ 221135 w 228861"/>
                <a:gd name="connsiteY6" fmla="*/ 15308 h 15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8861" h="15307">
                  <a:moveTo>
                    <a:pt x="221135" y="15308"/>
                  </a:moveTo>
                  <a:lnTo>
                    <a:pt x="7727" y="15308"/>
                  </a:lnTo>
                  <a:cubicBezTo>
                    <a:pt x="3477" y="15308"/>
                    <a:pt x="0" y="11864"/>
                    <a:pt x="0" y="7654"/>
                  </a:cubicBezTo>
                  <a:cubicBezTo>
                    <a:pt x="0" y="3444"/>
                    <a:pt x="3477" y="0"/>
                    <a:pt x="7727" y="0"/>
                  </a:cubicBezTo>
                  <a:lnTo>
                    <a:pt x="221135" y="0"/>
                  </a:lnTo>
                  <a:cubicBezTo>
                    <a:pt x="225384" y="0"/>
                    <a:pt x="228861" y="3444"/>
                    <a:pt x="228861" y="7654"/>
                  </a:cubicBezTo>
                  <a:cubicBezTo>
                    <a:pt x="228861" y="11864"/>
                    <a:pt x="225384" y="15308"/>
                    <a:pt x="221135" y="15308"/>
                  </a:cubicBezTo>
                  <a:close/>
                </a:path>
              </a:pathLst>
            </a:custGeom>
            <a:grpFill/>
            <a:ln w="52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51B502C6-71DE-DB5D-37FA-0C2051209063}"/>
                </a:ext>
              </a:extLst>
            </p:cNvPr>
            <p:cNvSpPr/>
            <p:nvPr/>
          </p:nvSpPr>
          <p:spPr>
            <a:xfrm>
              <a:off x="6515639" y="4012006"/>
              <a:ext cx="157854" cy="15307"/>
            </a:xfrm>
            <a:custGeom>
              <a:avLst/>
              <a:gdLst>
                <a:gd name="connsiteX0" fmla="*/ 150127 w 157854"/>
                <a:gd name="connsiteY0" fmla="*/ 15308 h 15307"/>
                <a:gd name="connsiteX1" fmla="*/ 7727 w 157854"/>
                <a:gd name="connsiteY1" fmla="*/ 15308 h 15307"/>
                <a:gd name="connsiteX2" fmla="*/ 0 w 157854"/>
                <a:gd name="connsiteY2" fmla="*/ 7654 h 15307"/>
                <a:gd name="connsiteX3" fmla="*/ 7727 w 157854"/>
                <a:gd name="connsiteY3" fmla="*/ 0 h 15307"/>
                <a:gd name="connsiteX4" fmla="*/ 150127 w 157854"/>
                <a:gd name="connsiteY4" fmla="*/ 0 h 15307"/>
                <a:gd name="connsiteX5" fmla="*/ 157854 w 157854"/>
                <a:gd name="connsiteY5" fmla="*/ 7654 h 15307"/>
                <a:gd name="connsiteX6" fmla="*/ 150127 w 157854"/>
                <a:gd name="connsiteY6" fmla="*/ 15308 h 15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7854" h="15307">
                  <a:moveTo>
                    <a:pt x="150127" y="15308"/>
                  </a:moveTo>
                  <a:lnTo>
                    <a:pt x="7727" y="15308"/>
                  </a:lnTo>
                  <a:cubicBezTo>
                    <a:pt x="3477" y="15308"/>
                    <a:pt x="0" y="11864"/>
                    <a:pt x="0" y="7654"/>
                  </a:cubicBezTo>
                  <a:cubicBezTo>
                    <a:pt x="0" y="3444"/>
                    <a:pt x="3477" y="0"/>
                    <a:pt x="7727" y="0"/>
                  </a:cubicBezTo>
                  <a:lnTo>
                    <a:pt x="150127" y="0"/>
                  </a:lnTo>
                  <a:cubicBezTo>
                    <a:pt x="154377" y="0"/>
                    <a:pt x="157854" y="3444"/>
                    <a:pt x="157854" y="7654"/>
                  </a:cubicBezTo>
                  <a:cubicBezTo>
                    <a:pt x="157854" y="11864"/>
                    <a:pt x="154377" y="15308"/>
                    <a:pt x="150127" y="15308"/>
                  </a:cubicBezTo>
                  <a:close/>
                </a:path>
              </a:pathLst>
            </a:custGeom>
            <a:grpFill/>
            <a:ln w="52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2" name="Freeform 101">
            <a:extLst>
              <a:ext uri="{FF2B5EF4-FFF2-40B4-BE49-F238E27FC236}">
                <a16:creationId xmlns:a16="http://schemas.microsoft.com/office/drawing/2014/main" id="{0CD6B845-B89A-F6C1-AD1B-69EE025D3540}"/>
              </a:ext>
            </a:extLst>
          </p:cNvPr>
          <p:cNvSpPr/>
          <p:nvPr/>
        </p:nvSpPr>
        <p:spPr>
          <a:xfrm>
            <a:off x="7099850" y="3516189"/>
            <a:ext cx="731520" cy="731520"/>
          </a:xfrm>
          <a:custGeom>
            <a:avLst/>
            <a:gdLst>
              <a:gd name="connsiteX0" fmla="*/ 731520 w 731520"/>
              <a:gd name="connsiteY0" fmla="*/ 365760 h 731520"/>
              <a:gd name="connsiteX1" fmla="*/ 365760 w 731520"/>
              <a:gd name="connsiteY1" fmla="*/ 731520 h 731520"/>
              <a:gd name="connsiteX2" fmla="*/ 0 w 731520"/>
              <a:gd name="connsiteY2" fmla="*/ 365760 h 731520"/>
              <a:gd name="connsiteX3" fmla="*/ 365760 w 731520"/>
              <a:gd name="connsiteY3" fmla="*/ 0 h 731520"/>
              <a:gd name="connsiteX4" fmla="*/ 731520 w 731520"/>
              <a:gd name="connsiteY4" fmla="*/ 36576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520" h="731520">
                <a:moveTo>
                  <a:pt x="731520" y="365760"/>
                </a:moveTo>
                <a:cubicBezTo>
                  <a:pt x="731520" y="567764"/>
                  <a:pt x="567764" y="731520"/>
                  <a:pt x="365760" y="731520"/>
                </a:cubicBezTo>
                <a:cubicBezTo>
                  <a:pt x="163756" y="731520"/>
                  <a:pt x="0" y="567764"/>
                  <a:pt x="0" y="365760"/>
                </a:cubicBezTo>
                <a:cubicBezTo>
                  <a:pt x="0" y="163756"/>
                  <a:pt x="163756" y="0"/>
                  <a:pt x="365760" y="0"/>
                </a:cubicBezTo>
                <a:cubicBezTo>
                  <a:pt x="567764" y="0"/>
                  <a:pt x="731520" y="163756"/>
                  <a:pt x="731520" y="365760"/>
                </a:cubicBezTo>
                <a:close/>
              </a:path>
            </a:pathLst>
          </a:custGeom>
          <a:gradFill flip="none" rotWithShape="1">
            <a:gsLst>
              <a:gs pos="99000">
                <a:srgbClr val="00B2E3"/>
              </a:gs>
              <a:gs pos="0">
                <a:srgbClr val="E31D93"/>
              </a:gs>
            </a:gsLst>
            <a:lin ang="27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algn="ctr"/>
            <a:endParaRPr lang="en-US" sz="12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3" name="Graphic 43">
            <a:extLst>
              <a:ext uri="{FF2B5EF4-FFF2-40B4-BE49-F238E27FC236}">
                <a16:creationId xmlns:a16="http://schemas.microsoft.com/office/drawing/2014/main" id="{9B63E554-8B2F-6213-7203-EE230E02C2E3}"/>
              </a:ext>
            </a:extLst>
          </p:cNvPr>
          <p:cNvGrpSpPr/>
          <p:nvPr/>
        </p:nvGrpSpPr>
        <p:grpSpPr>
          <a:xfrm>
            <a:off x="7339443" y="3661134"/>
            <a:ext cx="262784" cy="419235"/>
            <a:chOff x="7339443" y="3661134"/>
            <a:chExt cx="262784" cy="419235"/>
          </a:xfrm>
          <a:solidFill>
            <a:schemeClr val="bg1"/>
          </a:solidFill>
        </p:grpSpPr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4637F52A-3B55-9C61-8896-B730DE8932C6}"/>
                </a:ext>
              </a:extLst>
            </p:cNvPr>
            <p:cNvSpPr/>
            <p:nvPr/>
          </p:nvSpPr>
          <p:spPr>
            <a:xfrm>
              <a:off x="7339443" y="3661134"/>
              <a:ext cx="262784" cy="322788"/>
            </a:xfrm>
            <a:custGeom>
              <a:avLst/>
              <a:gdLst>
                <a:gd name="connsiteX0" fmla="*/ 53904 w 262784"/>
                <a:gd name="connsiteY0" fmla="*/ 56213 h 322788"/>
                <a:gd name="connsiteX1" fmla="*/ 0 w 262784"/>
                <a:gd name="connsiteY1" fmla="*/ 112501 h 322788"/>
                <a:gd name="connsiteX2" fmla="*/ 40428 w 262784"/>
                <a:gd name="connsiteY2" fmla="*/ 166538 h 322788"/>
                <a:gd name="connsiteX3" fmla="*/ 36685 w 262784"/>
                <a:gd name="connsiteY3" fmla="*/ 185301 h 322788"/>
                <a:gd name="connsiteX4" fmla="*/ 83103 w 262784"/>
                <a:gd name="connsiteY4" fmla="*/ 231833 h 322788"/>
                <a:gd name="connsiteX5" fmla="*/ 91338 w 262784"/>
                <a:gd name="connsiteY5" fmla="*/ 231082 h 322788"/>
                <a:gd name="connsiteX6" fmla="*/ 107060 w 262784"/>
                <a:gd name="connsiteY6" fmla="*/ 317391 h 322788"/>
                <a:gd name="connsiteX7" fmla="*/ 114547 w 262784"/>
                <a:gd name="connsiteY7" fmla="*/ 322645 h 322788"/>
                <a:gd name="connsiteX8" fmla="*/ 119788 w 262784"/>
                <a:gd name="connsiteY8" fmla="*/ 315140 h 322788"/>
                <a:gd name="connsiteX9" fmla="*/ 102568 w 262784"/>
                <a:gd name="connsiteY9" fmla="*/ 222076 h 322788"/>
                <a:gd name="connsiteX10" fmla="*/ 99574 w 262784"/>
                <a:gd name="connsiteY10" fmla="*/ 217573 h 322788"/>
                <a:gd name="connsiteX11" fmla="*/ 94333 w 262784"/>
                <a:gd name="connsiteY11" fmla="*/ 216823 h 322788"/>
                <a:gd name="connsiteX12" fmla="*/ 83103 w 262784"/>
                <a:gd name="connsiteY12" fmla="*/ 219074 h 322788"/>
                <a:gd name="connsiteX13" fmla="*/ 49412 w 262784"/>
                <a:gd name="connsiteY13" fmla="*/ 185301 h 322788"/>
                <a:gd name="connsiteX14" fmla="*/ 55402 w 262784"/>
                <a:gd name="connsiteY14" fmla="*/ 165788 h 322788"/>
                <a:gd name="connsiteX15" fmla="*/ 56150 w 262784"/>
                <a:gd name="connsiteY15" fmla="*/ 159034 h 322788"/>
                <a:gd name="connsiteX16" fmla="*/ 50910 w 262784"/>
                <a:gd name="connsiteY16" fmla="*/ 155281 h 322788"/>
                <a:gd name="connsiteX17" fmla="*/ 12727 w 262784"/>
                <a:gd name="connsiteY17" fmla="*/ 112501 h 322788"/>
                <a:gd name="connsiteX18" fmla="*/ 56899 w 262784"/>
                <a:gd name="connsiteY18" fmla="*/ 68972 h 322788"/>
                <a:gd name="connsiteX19" fmla="*/ 58396 w 262784"/>
                <a:gd name="connsiteY19" fmla="*/ 68972 h 322788"/>
                <a:gd name="connsiteX20" fmla="*/ 65134 w 262784"/>
                <a:gd name="connsiteY20" fmla="*/ 63718 h 322788"/>
                <a:gd name="connsiteX21" fmla="*/ 131766 w 262784"/>
                <a:gd name="connsiteY21" fmla="*/ 11933 h 322788"/>
                <a:gd name="connsiteX22" fmla="*/ 198398 w 262784"/>
                <a:gd name="connsiteY22" fmla="*/ 63718 h 322788"/>
                <a:gd name="connsiteX23" fmla="*/ 205136 w 262784"/>
                <a:gd name="connsiteY23" fmla="*/ 68972 h 322788"/>
                <a:gd name="connsiteX24" fmla="*/ 207382 w 262784"/>
                <a:gd name="connsiteY24" fmla="*/ 68972 h 322788"/>
                <a:gd name="connsiteX25" fmla="*/ 250806 w 262784"/>
                <a:gd name="connsiteY25" fmla="*/ 112501 h 322788"/>
                <a:gd name="connsiteX26" fmla="*/ 212623 w 262784"/>
                <a:gd name="connsiteY26" fmla="*/ 155281 h 322788"/>
                <a:gd name="connsiteX27" fmla="*/ 207382 w 262784"/>
                <a:gd name="connsiteY27" fmla="*/ 159034 h 322788"/>
                <a:gd name="connsiteX28" fmla="*/ 208131 w 262784"/>
                <a:gd name="connsiteY28" fmla="*/ 165788 h 322788"/>
                <a:gd name="connsiteX29" fmla="*/ 214121 w 262784"/>
                <a:gd name="connsiteY29" fmla="*/ 185301 h 322788"/>
                <a:gd name="connsiteX30" fmla="*/ 180430 w 262784"/>
                <a:gd name="connsiteY30" fmla="*/ 219074 h 322788"/>
                <a:gd name="connsiteX31" fmla="*/ 169200 w 262784"/>
                <a:gd name="connsiteY31" fmla="*/ 216823 h 322788"/>
                <a:gd name="connsiteX32" fmla="*/ 163959 w 262784"/>
                <a:gd name="connsiteY32" fmla="*/ 217573 h 322788"/>
                <a:gd name="connsiteX33" fmla="*/ 160964 w 262784"/>
                <a:gd name="connsiteY33" fmla="*/ 222076 h 322788"/>
                <a:gd name="connsiteX34" fmla="*/ 142996 w 262784"/>
                <a:gd name="connsiteY34" fmla="*/ 315140 h 322788"/>
                <a:gd name="connsiteX35" fmla="*/ 148237 w 262784"/>
                <a:gd name="connsiteY35" fmla="*/ 322645 h 322788"/>
                <a:gd name="connsiteX36" fmla="*/ 155724 w 262784"/>
                <a:gd name="connsiteY36" fmla="*/ 317391 h 322788"/>
                <a:gd name="connsiteX37" fmla="*/ 171446 w 262784"/>
                <a:gd name="connsiteY37" fmla="*/ 231082 h 322788"/>
                <a:gd name="connsiteX38" fmla="*/ 179681 w 262784"/>
                <a:gd name="connsiteY38" fmla="*/ 231833 h 322788"/>
                <a:gd name="connsiteX39" fmla="*/ 226099 w 262784"/>
                <a:gd name="connsiteY39" fmla="*/ 185301 h 322788"/>
                <a:gd name="connsiteX40" fmla="*/ 222356 w 262784"/>
                <a:gd name="connsiteY40" fmla="*/ 166538 h 322788"/>
                <a:gd name="connsiteX41" fmla="*/ 262784 w 262784"/>
                <a:gd name="connsiteY41" fmla="*/ 112501 h 322788"/>
                <a:gd name="connsiteX42" fmla="*/ 208879 w 262784"/>
                <a:gd name="connsiteY42" fmla="*/ 56213 h 322788"/>
                <a:gd name="connsiteX43" fmla="*/ 131093 w 262784"/>
                <a:gd name="connsiteY43" fmla="*/ 0 h 322788"/>
                <a:gd name="connsiteX44" fmla="*/ 53904 w 262784"/>
                <a:gd name="connsiteY44" fmla="*/ 56288 h 322788"/>
                <a:gd name="connsiteX45" fmla="*/ 53904 w 262784"/>
                <a:gd name="connsiteY45" fmla="*/ 56213 h 32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62784" h="322788">
                  <a:moveTo>
                    <a:pt x="53904" y="56213"/>
                  </a:moveTo>
                  <a:cubicBezTo>
                    <a:pt x="23958" y="57714"/>
                    <a:pt x="0" y="82481"/>
                    <a:pt x="0" y="112501"/>
                  </a:cubicBezTo>
                  <a:cubicBezTo>
                    <a:pt x="0" y="137268"/>
                    <a:pt x="16471" y="159034"/>
                    <a:pt x="40428" y="166538"/>
                  </a:cubicBezTo>
                  <a:cubicBezTo>
                    <a:pt x="38182" y="172542"/>
                    <a:pt x="36685" y="178547"/>
                    <a:pt x="36685" y="185301"/>
                  </a:cubicBezTo>
                  <a:cubicBezTo>
                    <a:pt x="36685" y="210819"/>
                    <a:pt x="57647" y="231833"/>
                    <a:pt x="83103" y="231833"/>
                  </a:cubicBezTo>
                  <a:cubicBezTo>
                    <a:pt x="86097" y="231833"/>
                    <a:pt x="88343" y="231833"/>
                    <a:pt x="91338" y="231082"/>
                  </a:cubicBezTo>
                  <a:lnTo>
                    <a:pt x="107060" y="317391"/>
                  </a:lnTo>
                  <a:cubicBezTo>
                    <a:pt x="107809" y="321144"/>
                    <a:pt x="110804" y="323396"/>
                    <a:pt x="114547" y="322645"/>
                  </a:cubicBezTo>
                  <a:cubicBezTo>
                    <a:pt x="118290" y="321894"/>
                    <a:pt x="120536" y="318892"/>
                    <a:pt x="119788" y="315140"/>
                  </a:cubicBezTo>
                  <a:lnTo>
                    <a:pt x="102568" y="222076"/>
                  </a:lnTo>
                  <a:cubicBezTo>
                    <a:pt x="102568" y="219825"/>
                    <a:pt x="101071" y="218323"/>
                    <a:pt x="99574" y="217573"/>
                  </a:cubicBezTo>
                  <a:cubicBezTo>
                    <a:pt x="98076" y="216823"/>
                    <a:pt x="95830" y="216072"/>
                    <a:pt x="94333" y="216823"/>
                  </a:cubicBezTo>
                  <a:cubicBezTo>
                    <a:pt x="90590" y="218323"/>
                    <a:pt x="86846" y="219074"/>
                    <a:pt x="83103" y="219074"/>
                  </a:cubicBezTo>
                  <a:cubicBezTo>
                    <a:pt x="64386" y="219074"/>
                    <a:pt x="49412" y="204064"/>
                    <a:pt x="49412" y="185301"/>
                  </a:cubicBezTo>
                  <a:cubicBezTo>
                    <a:pt x="49412" y="178547"/>
                    <a:pt x="51658" y="171792"/>
                    <a:pt x="55402" y="165788"/>
                  </a:cubicBezTo>
                  <a:cubicBezTo>
                    <a:pt x="56899" y="163536"/>
                    <a:pt x="56899" y="161285"/>
                    <a:pt x="56150" y="159034"/>
                  </a:cubicBezTo>
                  <a:cubicBezTo>
                    <a:pt x="55402" y="156782"/>
                    <a:pt x="53156" y="155281"/>
                    <a:pt x="50910" y="155281"/>
                  </a:cubicBezTo>
                  <a:cubicBezTo>
                    <a:pt x="29198" y="152279"/>
                    <a:pt x="12727" y="134267"/>
                    <a:pt x="12727" y="112501"/>
                  </a:cubicBezTo>
                  <a:cubicBezTo>
                    <a:pt x="12727" y="88485"/>
                    <a:pt x="32193" y="68972"/>
                    <a:pt x="56899" y="68972"/>
                  </a:cubicBezTo>
                  <a:lnTo>
                    <a:pt x="58396" y="68972"/>
                  </a:lnTo>
                  <a:cubicBezTo>
                    <a:pt x="61391" y="68972"/>
                    <a:pt x="64386" y="66720"/>
                    <a:pt x="65134" y="63718"/>
                  </a:cubicBezTo>
                  <a:cubicBezTo>
                    <a:pt x="72621" y="32947"/>
                    <a:pt x="100322" y="11933"/>
                    <a:pt x="131766" y="11933"/>
                  </a:cubicBezTo>
                  <a:cubicBezTo>
                    <a:pt x="163211" y="11933"/>
                    <a:pt x="190163" y="32947"/>
                    <a:pt x="198398" y="63718"/>
                  </a:cubicBezTo>
                  <a:cubicBezTo>
                    <a:pt x="199147" y="66720"/>
                    <a:pt x="202142" y="68972"/>
                    <a:pt x="205136" y="68972"/>
                  </a:cubicBezTo>
                  <a:lnTo>
                    <a:pt x="207382" y="68972"/>
                  </a:lnTo>
                  <a:cubicBezTo>
                    <a:pt x="231340" y="68972"/>
                    <a:pt x="250806" y="88485"/>
                    <a:pt x="250806" y="112501"/>
                  </a:cubicBezTo>
                  <a:cubicBezTo>
                    <a:pt x="250806" y="134267"/>
                    <a:pt x="234335" y="152279"/>
                    <a:pt x="212623" y="155281"/>
                  </a:cubicBezTo>
                  <a:cubicBezTo>
                    <a:pt x="210377" y="155281"/>
                    <a:pt x="208131" y="156782"/>
                    <a:pt x="207382" y="159034"/>
                  </a:cubicBezTo>
                  <a:cubicBezTo>
                    <a:pt x="206634" y="161285"/>
                    <a:pt x="206634" y="163536"/>
                    <a:pt x="208131" y="165788"/>
                  </a:cubicBezTo>
                  <a:cubicBezTo>
                    <a:pt x="212623" y="171792"/>
                    <a:pt x="214121" y="178547"/>
                    <a:pt x="214121" y="185301"/>
                  </a:cubicBezTo>
                  <a:cubicBezTo>
                    <a:pt x="214121" y="204064"/>
                    <a:pt x="199147" y="219074"/>
                    <a:pt x="180430" y="219074"/>
                  </a:cubicBezTo>
                  <a:cubicBezTo>
                    <a:pt x="176687" y="219074"/>
                    <a:pt x="172943" y="218323"/>
                    <a:pt x="169200" y="216823"/>
                  </a:cubicBezTo>
                  <a:cubicBezTo>
                    <a:pt x="167703" y="216072"/>
                    <a:pt x="165457" y="216072"/>
                    <a:pt x="163959" y="217573"/>
                  </a:cubicBezTo>
                  <a:cubicBezTo>
                    <a:pt x="162462" y="218323"/>
                    <a:pt x="160964" y="219825"/>
                    <a:pt x="160964" y="222076"/>
                  </a:cubicBezTo>
                  <a:lnTo>
                    <a:pt x="142996" y="315140"/>
                  </a:lnTo>
                  <a:cubicBezTo>
                    <a:pt x="142248" y="318892"/>
                    <a:pt x="144494" y="321894"/>
                    <a:pt x="148237" y="322645"/>
                  </a:cubicBezTo>
                  <a:cubicBezTo>
                    <a:pt x="151980" y="323396"/>
                    <a:pt x="154975" y="321144"/>
                    <a:pt x="155724" y="317391"/>
                  </a:cubicBezTo>
                  <a:lnTo>
                    <a:pt x="171446" y="231082"/>
                  </a:lnTo>
                  <a:cubicBezTo>
                    <a:pt x="174441" y="231833"/>
                    <a:pt x="177435" y="231833"/>
                    <a:pt x="179681" y="231833"/>
                  </a:cubicBezTo>
                  <a:cubicBezTo>
                    <a:pt x="205136" y="231833"/>
                    <a:pt x="226099" y="210819"/>
                    <a:pt x="226099" y="185301"/>
                  </a:cubicBezTo>
                  <a:cubicBezTo>
                    <a:pt x="226099" y="178547"/>
                    <a:pt x="224602" y="172542"/>
                    <a:pt x="222356" y="166538"/>
                  </a:cubicBezTo>
                  <a:cubicBezTo>
                    <a:pt x="245565" y="159784"/>
                    <a:pt x="262784" y="138019"/>
                    <a:pt x="262784" y="112501"/>
                  </a:cubicBezTo>
                  <a:cubicBezTo>
                    <a:pt x="262784" y="82481"/>
                    <a:pt x="238827" y="56964"/>
                    <a:pt x="208879" y="56213"/>
                  </a:cubicBezTo>
                  <a:cubicBezTo>
                    <a:pt x="197650" y="23265"/>
                    <a:pt x="166954" y="0"/>
                    <a:pt x="131093" y="0"/>
                  </a:cubicBezTo>
                  <a:cubicBezTo>
                    <a:pt x="95231" y="0"/>
                    <a:pt x="64386" y="23265"/>
                    <a:pt x="53904" y="56288"/>
                  </a:cubicBezTo>
                  <a:lnTo>
                    <a:pt x="53904" y="56213"/>
                  </a:lnTo>
                  <a:close/>
                </a:path>
              </a:pathLst>
            </a:custGeom>
            <a:grpFill/>
            <a:ln w="3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BFC5360F-A426-2F8F-B98E-A0F03B5B65C5}"/>
                </a:ext>
              </a:extLst>
            </p:cNvPr>
            <p:cNvSpPr/>
            <p:nvPr/>
          </p:nvSpPr>
          <p:spPr>
            <a:xfrm>
              <a:off x="7494942" y="3813338"/>
              <a:ext cx="16320" cy="16361"/>
            </a:xfrm>
            <a:custGeom>
              <a:avLst/>
              <a:gdLst>
                <a:gd name="connsiteX0" fmla="*/ 8160 w 16320"/>
                <a:gd name="connsiteY0" fmla="*/ 16361 h 16361"/>
                <a:gd name="connsiteX1" fmla="*/ 16321 w 16320"/>
                <a:gd name="connsiteY1" fmla="*/ 8180 h 16361"/>
                <a:gd name="connsiteX2" fmla="*/ 8160 w 16320"/>
                <a:gd name="connsiteY2" fmla="*/ 0 h 16361"/>
                <a:gd name="connsiteX3" fmla="*/ 0 w 16320"/>
                <a:gd name="connsiteY3" fmla="*/ 8180 h 16361"/>
                <a:gd name="connsiteX4" fmla="*/ 8160 w 16320"/>
                <a:gd name="connsiteY4" fmla="*/ 16361 h 16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320" h="16361">
                  <a:moveTo>
                    <a:pt x="8160" y="16361"/>
                  </a:moveTo>
                  <a:cubicBezTo>
                    <a:pt x="12667" y="16361"/>
                    <a:pt x="16321" y="12698"/>
                    <a:pt x="16321" y="8180"/>
                  </a:cubicBezTo>
                  <a:cubicBezTo>
                    <a:pt x="16321" y="3663"/>
                    <a:pt x="12667" y="0"/>
                    <a:pt x="8160" y="0"/>
                  </a:cubicBezTo>
                  <a:cubicBezTo>
                    <a:pt x="3653" y="0"/>
                    <a:pt x="0" y="3663"/>
                    <a:pt x="0" y="8180"/>
                  </a:cubicBezTo>
                  <a:cubicBezTo>
                    <a:pt x="0" y="12698"/>
                    <a:pt x="3653" y="16361"/>
                    <a:pt x="8160" y="16361"/>
                  </a:cubicBezTo>
                  <a:close/>
                </a:path>
              </a:pathLst>
            </a:custGeom>
            <a:grpFill/>
            <a:ln w="52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D4E6FD49-44EB-F9FE-ED14-EAABC1873936}"/>
                </a:ext>
              </a:extLst>
            </p:cNvPr>
            <p:cNvSpPr/>
            <p:nvPr/>
          </p:nvSpPr>
          <p:spPr>
            <a:xfrm>
              <a:off x="7421572" y="3828273"/>
              <a:ext cx="19315" cy="19363"/>
            </a:xfrm>
            <a:custGeom>
              <a:avLst/>
              <a:gdLst>
                <a:gd name="connsiteX0" fmla="*/ 9658 w 19315"/>
                <a:gd name="connsiteY0" fmla="*/ 19363 h 19363"/>
                <a:gd name="connsiteX1" fmla="*/ 19316 w 19315"/>
                <a:gd name="connsiteY1" fmla="*/ 9682 h 19363"/>
                <a:gd name="connsiteX2" fmla="*/ 9658 w 19315"/>
                <a:gd name="connsiteY2" fmla="*/ 0 h 19363"/>
                <a:gd name="connsiteX3" fmla="*/ 0 w 19315"/>
                <a:gd name="connsiteY3" fmla="*/ 9682 h 19363"/>
                <a:gd name="connsiteX4" fmla="*/ 9658 w 19315"/>
                <a:gd name="connsiteY4" fmla="*/ 19363 h 1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15" h="19363">
                  <a:moveTo>
                    <a:pt x="9658" y="19363"/>
                  </a:moveTo>
                  <a:cubicBezTo>
                    <a:pt x="14992" y="19363"/>
                    <a:pt x="19316" y="15029"/>
                    <a:pt x="19316" y="9682"/>
                  </a:cubicBezTo>
                  <a:cubicBezTo>
                    <a:pt x="19316" y="4334"/>
                    <a:pt x="14992" y="0"/>
                    <a:pt x="9658" y="0"/>
                  </a:cubicBezTo>
                  <a:cubicBezTo>
                    <a:pt x="4324" y="0"/>
                    <a:pt x="0" y="4334"/>
                    <a:pt x="0" y="9682"/>
                  </a:cubicBezTo>
                  <a:cubicBezTo>
                    <a:pt x="0" y="15029"/>
                    <a:pt x="4324" y="19363"/>
                    <a:pt x="9658" y="19363"/>
                  </a:cubicBezTo>
                  <a:close/>
                </a:path>
              </a:pathLst>
            </a:custGeom>
            <a:grpFill/>
            <a:ln w="52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B6307F53-DA00-F7F9-DFD5-A5E43ABE595F}"/>
                </a:ext>
              </a:extLst>
            </p:cNvPr>
            <p:cNvSpPr/>
            <p:nvPr/>
          </p:nvSpPr>
          <p:spPr>
            <a:xfrm>
              <a:off x="7442535" y="3788571"/>
              <a:ext cx="18267" cy="18312"/>
            </a:xfrm>
            <a:custGeom>
              <a:avLst/>
              <a:gdLst>
                <a:gd name="connsiteX0" fmla="*/ 9133 w 18267"/>
                <a:gd name="connsiteY0" fmla="*/ 18313 h 18312"/>
                <a:gd name="connsiteX1" fmla="*/ 18267 w 18267"/>
                <a:gd name="connsiteY1" fmla="*/ 9157 h 18312"/>
                <a:gd name="connsiteX2" fmla="*/ 9133 w 18267"/>
                <a:gd name="connsiteY2" fmla="*/ 0 h 18312"/>
                <a:gd name="connsiteX3" fmla="*/ 0 w 18267"/>
                <a:gd name="connsiteY3" fmla="*/ 9157 h 18312"/>
                <a:gd name="connsiteX4" fmla="*/ 9133 w 18267"/>
                <a:gd name="connsiteY4" fmla="*/ 18313 h 18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67" h="18312">
                  <a:moveTo>
                    <a:pt x="9133" y="18313"/>
                  </a:moveTo>
                  <a:cubicBezTo>
                    <a:pt x="14178" y="18313"/>
                    <a:pt x="18267" y="14213"/>
                    <a:pt x="18267" y="9157"/>
                  </a:cubicBezTo>
                  <a:cubicBezTo>
                    <a:pt x="18267" y="4100"/>
                    <a:pt x="14178" y="0"/>
                    <a:pt x="9133" y="0"/>
                  </a:cubicBezTo>
                  <a:cubicBezTo>
                    <a:pt x="4089" y="0"/>
                    <a:pt x="0" y="4100"/>
                    <a:pt x="0" y="9157"/>
                  </a:cubicBezTo>
                  <a:cubicBezTo>
                    <a:pt x="0" y="14213"/>
                    <a:pt x="4089" y="18313"/>
                    <a:pt x="9133" y="18313"/>
                  </a:cubicBezTo>
                  <a:close/>
                </a:path>
              </a:pathLst>
            </a:custGeom>
            <a:grpFill/>
            <a:ln w="52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345484FA-441A-38B2-B96A-C797F8A99C99}"/>
                </a:ext>
              </a:extLst>
            </p:cNvPr>
            <p:cNvSpPr/>
            <p:nvPr/>
          </p:nvSpPr>
          <p:spPr>
            <a:xfrm>
              <a:off x="7470835" y="3949030"/>
              <a:ext cx="7636" cy="7655"/>
            </a:xfrm>
            <a:custGeom>
              <a:avLst/>
              <a:gdLst>
                <a:gd name="connsiteX0" fmla="*/ 3818 w 7636"/>
                <a:gd name="connsiteY0" fmla="*/ 7655 h 7655"/>
                <a:gd name="connsiteX1" fmla="*/ 7636 w 7636"/>
                <a:gd name="connsiteY1" fmla="*/ 3828 h 7655"/>
                <a:gd name="connsiteX2" fmla="*/ 3818 w 7636"/>
                <a:gd name="connsiteY2" fmla="*/ 0 h 7655"/>
                <a:gd name="connsiteX3" fmla="*/ 0 w 7636"/>
                <a:gd name="connsiteY3" fmla="*/ 3828 h 7655"/>
                <a:gd name="connsiteX4" fmla="*/ 3818 w 7636"/>
                <a:gd name="connsiteY4" fmla="*/ 7655 h 7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36" h="7655">
                  <a:moveTo>
                    <a:pt x="3818" y="7655"/>
                  </a:moveTo>
                  <a:cubicBezTo>
                    <a:pt x="5927" y="7655"/>
                    <a:pt x="7636" y="5942"/>
                    <a:pt x="7636" y="3828"/>
                  </a:cubicBezTo>
                  <a:cubicBezTo>
                    <a:pt x="7636" y="1714"/>
                    <a:pt x="5927" y="0"/>
                    <a:pt x="3818" y="0"/>
                  </a:cubicBezTo>
                  <a:cubicBezTo>
                    <a:pt x="1709" y="0"/>
                    <a:pt x="0" y="1714"/>
                    <a:pt x="0" y="3828"/>
                  </a:cubicBezTo>
                  <a:cubicBezTo>
                    <a:pt x="0" y="5942"/>
                    <a:pt x="1709" y="7655"/>
                    <a:pt x="3818" y="7655"/>
                  </a:cubicBezTo>
                  <a:close/>
                </a:path>
              </a:pathLst>
            </a:custGeom>
            <a:grpFill/>
            <a:ln w="52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3665D2D5-37AF-B01E-E1DC-6B8993E08114}"/>
                </a:ext>
              </a:extLst>
            </p:cNvPr>
            <p:cNvSpPr/>
            <p:nvPr/>
          </p:nvSpPr>
          <p:spPr>
            <a:xfrm>
              <a:off x="7459380" y="3931094"/>
              <a:ext cx="10331" cy="10357"/>
            </a:xfrm>
            <a:custGeom>
              <a:avLst/>
              <a:gdLst>
                <a:gd name="connsiteX0" fmla="*/ 5166 w 10331"/>
                <a:gd name="connsiteY0" fmla="*/ 10357 h 10357"/>
                <a:gd name="connsiteX1" fmla="*/ 10332 w 10331"/>
                <a:gd name="connsiteY1" fmla="*/ 5179 h 10357"/>
                <a:gd name="connsiteX2" fmla="*/ 5166 w 10331"/>
                <a:gd name="connsiteY2" fmla="*/ 0 h 10357"/>
                <a:gd name="connsiteX3" fmla="*/ 0 w 10331"/>
                <a:gd name="connsiteY3" fmla="*/ 5179 h 10357"/>
                <a:gd name="connsiteX4" fmla="*/ 5166 w 10331"/>
                <a:gd name="connsiteY4" fmla="*/ 10357 h 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31" h="10357">
                  <a:moveTo>
                    <a:pt x="5166" y="10357"/>
                  </a:moveTo>
                  <a:cubicBezTo>
                    <a:pt x="8019" y="10357"/>
                    <a:pt x="10332" y="8038"/>
                    <a:pt x="10332" y="5179"/>
                  </a:cubicBezTo>
                  <a:cubicBezTo>
                    <a:pt x="10332" y="2318"/>
                    <a:pt x="8019" y="0"/>
                    <a:pt x="5166" y="0"/>
                  </a:cubicBezTo>
                  <a:cubicBezTo>
                    <a:pt x="2313" y="0"/>
                    <a:pt x="0" y="2318"/>
                    <a:pt x="0" y="5179"/>
                  </a:cubicBezTo>
                  <a:cubicBezTo>
                    <a:pt x="0" y="8038"/>
                    <a:pt x="2313" y="10357"/>
                    <a:pt x="5166" y="10357"/>
                  </a:cubicBezTo>
                  <a:close/>
                </a:path>
              </a:pathLst>
            </a:custGeom>
            <a:grpFill/>
            <a:ln w="52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DAC23707-6FD0-3BE1-82E3-5B891FE1C176}"/>
                </a:ext>
              </a:extLst>
            </p:cNvPr>
            <p:cNvSpPr/>
            <p:nvPr/>
          </p:nvSpPr>
          <p:spPr>
            <a:xfrm>
              <a:off x="7503776" y="3849437"/>
              <a:ext cx="14973" cy="15010"/>
            </a:xfrm>
            <a:custGeom>
              <a:avLst/>
              <a:gdLst>
                <a:gd name="connsiteX0" fmla="*/ 7487 w 14973"/>
                <a:gd name="connsiteY0" fmla="*/ 15010 h 15010"/>
                <a:gd name="connsiteX1" fmla="*/ 14974 w 14973"/>
                <a:gd name="connsiteY1" fmla="*/ 7505 h 15010"/>
                <a:gd name="connsiteX2" fmla="*/ 7487 w 14973"/>
                <a:gd name="connsiteY2" fmla="*/ 0 h 15010"/>
                <a:gd name="connsiteX3" fmla="*/ 0 w 14973"/>
                <a:gd name="connsiteY3" fmla="*/ 7505 h 15010"/>
                <a:gd name="connsiteX4" fmla="*/ 7487 w 14973"/>
                <a:gd name="connsiteY4" fmla="*/ 15010 h 1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73" h="15010">
                  <a:moveTo>
                    <a:pt x="7487" y="15010"/>
                  </a:moveTo>
                  <a:cubicBezTo>
                    <a:pt x="11622" y="15010"/>
                    <a:pt x="14974" y="11650"/>
                    <a:pt x="14974" y="7505"/>
                  </a:cubicBezTo>
                  <a:cubicBezTo>
                    <a:pt x="14974" y="3360"/>
                    <a:pt x="11622" y="0"/>
                    <a:pt x="7487" y="0"/>
                  </a:cubicBezTo>
                  <a:cubicBezTo>
                    <a:pt x="3352" y="0"/>
                    <a:pt x="0" y="3360"/>
                    <a:pt x="0" y="7505"/>
                  </a:cubicBezTo>
                  <a:cubicBezTo>
                    <a:pt x="0" y="11650"/>
                    <a:pt x="3352" y="15010"/>
                    <a:pt x="7487" y="15010"/>
                  </a:cubicBezTo>
                  <a:close/>
                </a:path>
              </a:pathLst>
            </a:custGeom>
            <a:grpFill/>
            <a:ln w="52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BD3CF259-0C3C-D74E-7390-C7D4683C15CC}"/>
                </a:ext>
              </a:extLst>
            </p:cNvPr>
            <p:cNvSpPr/>
            <p:nvPr/>
          </p:nvSpPr>
          <p:spPr>
            <a:xfrm>
              <a:off x="7459380" y="3864824"/>
              <a:ext cx="7187" cy="52535"/>
            </a:xfrm>
            <a:custGeom>
              <a:avLst/>
              <a:gdLst>
                <a:gd name="connsiteX0" fmla="*/ 0 w 7187"/>
                <a:gd name="connsiteY0" fmla="*/ 0 h 52535"/>
                <a:gd name="connsiteX1" fmla="*/ 7187 w 7187"/>
                <a:gd name="connsiteY1" fmla="*/ 52536 h 5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87" h="52535">
                  <a:moveTo>
                    <a:pt x="0" y="0"/>
                  </a:moveTo>
                  <a:lnTo>
                    <a:pt x="7187" y="52536"/>
                  </a:lnTo>
                </a:path>
              </a:pathLst>
            </a:custGeom>
            <a:grpFill/>
            <a:ln w="7812" cap="rnd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E623BBB2-9C3D-4EC8-16D2-51E6C656EB41}"/>
                </a:ext>
              </a:extLst>
            </p:cNvPr>
            <p:cNvSpPr/>
            <p:nvPr/>
          </p:nvSpPr>
          <p:spPr>
            <a:xfrm>
              <a:off x="7482589" y="3847561"/>
              <a:ext cx="4042" cy="43754"/>
            </a:xfrm>
            <a:custGeom>
              <a:avLst/>
              <a:gdLst>
                <a:gd name="connsiteX0" fmla="*/ 4043 w 4042"/>
                <a:gd name="connsiteY0" fmla="*/ 0 h 43754"/>
                <a:gd name="connsiteX1" fmla="*/ 0 w 4042"/>
                <a:gd name="connsiteY1" fmla="*/ 43755 h 43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42" h="43754">
                  <a:moveTo>
                    <a:pt x="4043" y="0"/>
                  </a:moveTo>
                  <a:lnTo>
                    <a:pt x="0" y="43755"/>
                  </a:lnTo>
                </a:path>
              </a:pathLst>
            </a:custGeom>
            <a:grpFill/>
            <a:ln w="7812" cap="rnd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F458A63B-E1CC-F305-5E42-8D3AA9E45E60}"/>
                </a:ext>
              </a:extLst>
            </p:cNvPr>
            <p:cNvSpPr/>
            <p:nvPr/>
          </p:nvSpPr>
          <p:spPr>
            <a:xfrm>
              <a:off x="7431604" y="4004118"/>
              <a:ext cx="78535" cy="76251"/>
            </a:xfrm>
            <a:custGeom>
              <a:avLst/>
              <a:gdLst>
                <a:gd name="connsiteX0" fmla="*/ 78536 w 78535"/>
                <a:gd name="connsiteY0" fmla="*/ 26268 h 76251"/>
                <a:gd name="connsiteX1" fmla="*/ 52332 w 78535"/>
                <a:gd name="connsiteY1" fmla="*/ 0 h 76251"/>
                <a:gd name="connsiteX2" fmla="*/ 26204 w 78535"/>
                <a:gd name="connsiteY2" fmla="*/ 0 h 76251"/>
                <a:gd name="connsiteX3" fmla="*/ 0 w 78535"/>
                <a:gd name="connsiteY3" fmla="*/ 26268 h 76251"/>
                <a:gd name="connsiteX4" fmla="*/ 0 w 78535"/>
                <a:gd name="connsiteY4" fmla="*/ 76251 h 76251"/>
                <a:gd name="connsiteX5" fmla="*/ 78461 w 78535"/>
                <a:gd name="connsiteY5" fmla="*/ 76251 h 76251"/>
                <a:gd name="connsiteX6" fmla="*/ 78461 w 78535"/>
                <a:gd name="connsiteY6" fmla="*/ 26268 h 76251"/>
                <a:gd name="connsiteX7" fmla="*/ 78536 w 78535"/>
                <a:gd name="connsiteY7" fmla="*/ 26268 h 76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535" h="76251">
                  <a:moveTo>
                    <a:pt x="78536" y="26268"/>
                  </a:moveTo>
                  <a:cubicBezTo>
                    <a:pt x="78536" y="11858"/>
                    <a:pt x="66782" y="0"/>
                    <a:pt x="52332" y="0"/>
                  </a:cubicBezTo>
                  <a:lnTo>
                    <a:pt x="26204" y="0"/>
                  </a:lnTo>
                  <a:cubicBezTo>
                    <a:pt x="11829" y="0"/>
                    <a:pt x="0" y="11783"/>
                    <a:pt x="0" y="26268"/>
                  </a:cubicBezTo>
                  <a:lnTo>
                    <a:pt x="0" y="76251"/>
                  </a:lnTo>
                  <a:lnTo>
                    <a:pt x="78461" y="76251"/>
                  </a:lnTo>
                  <a:lnTo>
                    <a:pt x="78461" y="26268"/>
                  </a:lnTo>
                  <a:lnTo>
                    <a:pt x="78536" y="26268"/>
                  </a:lnTo>
                  <a:close/>
                </a:path>
              </a:pathLst>
            </a:custGeom>
            <a:grpFill/>
            <a:ln w="18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5" name="Freeform 114">
            <a:extLst>
              <a:ext uri="{FF2B5EF4-FFF2-40B4-BE49-F238E27FC236}">
                <a16:creationId xmlns:a16="http://schemas.microsoft.com/office/drawing/2014/main" id="{04697DA5-37E2-96B8-E11A-D2FF23D528B6}"/>
              </a:ext>
            </a:extLst>
          </p:cNvPr>
          <p:cNvSpPr/>
          <p:nvPr/>
        </p:nvSpPr>
        <p:spPr>
          <a:xfrm>
            <a:off x="7953910" y="3516189"/>
            <a:ext cx="731520" cy="731520"/>
          </a:xfrm>
          <a:custGeom>
            <a:avLst/>
            <a:gdLst>
              <a:gd name="connsiteX0" fmla="*/ 731520 w 731520"/>
              <a:gd name="connsiteY0" fmla="*/ 365760 h 731520"/>
              <a:gd name="connsiteX1" fmla="*/ 365760 w 731520"/>
              <a:gd name="connsiteY1" fmla="*/ 731520 h 731520"/>
              <a:gd name="connsiteX2" fmla="*/ 0 w 731520"/>
              <a:gd name="connsiteY2" fmla="*/ 365760 h 731520"/>
              <a:gd name="connsiteX3" fmla="*/ 365760 w 731520"/>
              <a:gd name="connsiteY3" fmla="*/ 0 h 731520"/>
              <a:gd name="connsiteX4" fmla="*/ 731520 w 731520"/>
              <a:gd name="connsiteY4" fmla="*/ 36576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520" h="731520">
                <a:moveTo>
                  <a:pt x="731520" y="365760"/>
                </a:moveTo>
                <a:cubicBezTo>
                  <a:pt x="731520" y="567764"/>
                  <a:pt x="567764" y="731520"/>
                  <a:pt x="365760" y="731520"/>
                </a:cubicBezTo>
                <a:cubicBezTo>
                  <a:pt x="163756" y="731520"/>
                  <a:pt x="0" y="567764"/>
                  <a:pt x="0" y="365760"/>
                </a:cubicBezTo>
                <a:cubicBezTo>
                  <a:pt x="0" y="163756"/>
                  <a:pt x="163756" y="0"/>
                  <a:pt x="365760" y="0"/>
                </a:cubicBezTo>
                <a:cubicBezTo>
                  <a:pt x="567764" y="0"/>
                  <a:pt x="731520" y="163756"/>
                  <a:pt x="731520" y="365760"/>
                </a:cubicBezTo>
                <a:close/>
              </a:path>
            </a:pathLst>
          </a:custGeom>
          <a:gradFill flip="none" rotWithShape="1">
            <a:gsLst>
              <a:gs pos="99000">
                <a:srgbClr val="00B2E3"/>
              </a:gs>
              <a:gs pos="0">
                <a:srgbClr val="E31D93"/>
              </a:gs>
            </a:gsLst>
            <a:lin ang="27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rgbClr r="0" g="0" b="0"/>
          </a:effectRef>
          <a:fontRef idx="minor">
            <a:schemeClr val="lt1"/>
          </a:fontRef>
        </p:style>
        <p:txBody>
          <a:bodyPr lIns="91440" tIns="91440" bIns="91440" rtlCol="0" anchor="t"/>
          <a:lstStyle/>
          <a:p>
            <a:pPr algn="ctr"/>
            <a:endParaRPr lang="en-US" sz="12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6" name="Graphic 45">
            <a:extLst>
              <a:ext uri="{FF2B5EF4-FFF2-40B4-BE49-F238E27FC236}">
                <a16:creationId xmlns:a16="http://schemas.microsoft.com/office/drawing/2014/main" id="{753F8D9F-684D-E0D2-9569-3AF6F03A1DC2}"/>
              </a:ext>
            </a:extLst>
          </p:cNvPr>
          <p:cNvGrpSpPr/>
          <p:nvPr/>
        </p:nvGrpSpPr>
        <p:grpSpPr>
          <a:xfrm>
            <a:off x="8232819" y="3589867"/>
            <a:ext cx="178964" cy="579679"/>
            <a:chOff x="8232819" y="3589867"/>
            <a:chExt cx="178964" cy="579679"/>
          </a:xfrm>
          <a:solidFill>
            <a:schemeClr val="bg1"/>
          </a:solidFill>
        </p:grpSpPr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0550EA67-E2A6-970D-2AB1-D9E5F1A29846}"/>
                </a:ext>
              </a:extLst>
            </p:cNvPr>
            <p:cNvSpPr/>
            <p:nvPr/>
          </p:nvSpPr>
          <p:spPr>
            <a:xfrm>
              <a:off x="8232819" y="3589867"/>
              <a:ext cx="178964" cy="187462"/>
            </a:xfrm>
            <a:custGeom>
              <a:avLst/>
              <a:gdLst>
                <a:gd name="connsiteX0" fmla="*/ 92358 w 178964"/>
                <a:gd name="connsiteY0" fmla="*/ 182394 h 187462"/>
                <a:gd name="connsiteX1" fmla="*/ 89334 w 178964"/>
                <a:gd name="connsiteY1" fmla="*/ 185443 h 187462"/>
                <a:gd name="connsiteX2" fmla="*/ 86311 w 178964"/>
                <a:gd name="connsiteY2" fmla="*/ 182394 h 187462"/>
                <a:gd name="connsiteX3" fmla="*/ 89334 w 178964"/>
                <a:gd name="connsiteY3" fmla="*/ 179345 h 187462"/>
                <a:gd name="connsiteX4" fmla="*/ 92358 w 178964"/>
                <a:gd name="connsiteY4" fmla="*/ 182394 h 187462"/>
                <a:gd name="connsiteX5" fmla="*/ 89334 w 178964"/>
                <a:gd name="connsiteY5" fmla="*/ 169898 h 187462"/>
                <a:gd name="connsiteX6" fmla="*/ 86311 w 178964"/>
                <a:gd name="connsiteY6" fmla="*/ 172947 h 187462"/>
                <a:gd name="connsiteX7" fmla="*/ 89334 w 178964"/>
                <a:gd name="connsiteY7" fmla="*/ 175996 h 187462"/>
                <a:gd name="connsiteX8" fmla="*/ 92358 w 178964"/>
                <a:gd name="connsiteY8" fmla="*/ 172947 h 187462"/>
                <a:gd name="connsiteX9" fmla="*/ 89334 w 178964"/>
                <a:gd name="connsiteY9" fmla="*/ 169898 h 187462"/>
                <a:gd name="connsiteX10" fmla="*/ 89334 w 178964"/>
                <a:gd name="connsiteY10" fmla="*/ 160451 h 187462"/>
                <a:gd name="connsiteX11" fmla="*/ 86311 w 178964"/>
                <a:gd name="connsiteY11" fmla="*/ 163500 h 187462"/>
                <a:gd name="connsiteX12" fmla="*/ 89334 w 178964"/>
                <a:gd name="connsiteY12" fmla="*/ 166549 h 187462"/>
                <a:gd name="connsiteX13" fmla="*/ 92358 w 178964"/>
                <a:gd name="connsiteY13" fmla="*/ 163500 h 187462"/>
                <a:gd name="connsiteX14" fmla="*/ 89334 w 178964"/>
                <a:gd name="connsiteY14" fmla="*/ 160451 h 187462"/>
                <a:gd name="connsiteX15" fmla="*/ 89334 w 178964"/>
                <a:gd name="connsiteY15" fmla="*/ 151004 h 187462"/>
                <a:gd name="connsiteX16" fmla="*/ 86311 w 178964"/>
                <a:gd name="connsiteY16" fmla="*/ 154053 h 187462"/>
                <a:gd name="connsiteX17" fmla="*/ 89334 w 178964"/>
                <a:gd name="connsiteY17" fmla="*/ 157102 h 187462"/>
                <a:gd name="connsiteX18" fmla="*/ 92358 w 178964"/>
                <a:gd name="connsiteY18" fmla="*/ 154053 h 187462"/>
                <a:gd name="connsiteX19" fmla="*/ 89334 w 178964"/>
                <a:gd name="connsiteY19" fmla="*/ 151004 h 187462"/>
                <a:gd name="connsiteX20" fmla="*/ 89334 w 178964"/>
                <a:gd name="connsiteY20" fmla="*/ 141586 h 187462"/>
                <a:gd name="connsiteX21" fmla="*/ 86311 w 178964"/>
                <a:gd name="connsiteY21" fmla="*/ 144636 h 187462"/>
                <a:gd name="connsiteX22" fmla="*/ 89334 w 178964"/>
                <a:gd name="connsiteY22" fmla="*/ 147685 h 187462"/>
                <a:gd name="connsiteX23" fmla="*/ 92358 w 178964"/>
                <a:gd name="connsiteY23" fmla="*/ 144636 h 187462"/>
                <a:gd name="connsiteX24" fmla="*/ 89334 w 178964"/>
                <a:gd name="connsiteY24" fmla="*/ 141586 h 187462"/>
                <a:gd name="connsiteX25" fmla="*/ 89334 w 178964"/>
                <a:gd name="connsiteY25" fmla="*/ 132139 h 187462"/>
                <a:gd name="connsiteX26" fmla="*/ 86311 w 178964"/>
                <a:gd name="connsiteY26" fmla="*/ 135189 h 187462"/>
                <a:gd name="connsiteX27" fmla="*/ 89334 w 178964"/>
                <a:gd name="connsiteY27" fmla="*/ 138238 h 187462"/>
                <a:gd name="connsiteX28" fmla="*/ 92358 w 178964"/>
                <a:gd name="connsiteY28" fmla="*/ 135189 h 187462"/>
                <a:gd name="connsiteX29" fmla="*/ 89334 w 178964"/>
                <a:gd name="connsiteY29" fmla="*/ 132139 h 187462"/>
                <a:gd name="connsiteX30" fmla="*/ 89334 w 178964"/>
                <a:gd name="connsiteY30" fmla="*/ 122692 h 187462"/>
                <a:gd name="connsiteX31" fmla="*/ 86311 w 178964"/>
                <a:gd name="connsiteY31" fmla="*/ 125741 h 187462"/>
                <a:gd name="connsiteX32" fmla="*/ 89334 w 178964"/>
                <a:gd name="connsiteY32" fmla="*/ 128791 h 187462"/>
                <a:gd name="connsiteX33" fmla="*/ 92358 w 178964"/>
                <a:gd name="connsiteY33" fmla="*/ 125741 h 187462"/>
                <a:gd name="connsiteX34" fmla="*/ 89334 w 178964"/>
                <a:gd name="connsiteY34" fmla="*/ 122692 h 187462"/>
                <a:gd name="connsiteX35" fmla="*/ 89334 w 178964"/>
                <a:gd name="connsiteY35" fmla="*/ 113275 h 187462"/>
                <a:gd name="connsiteX36" fmla="*/ 86311 w 178964"/>
                <a:gd name="connsiteY36" fmla="*/ 116324 h 187462"/>
                <a:gd name="connsiteX37" fmla="*/ 89334 w 178964"/>
                <a:gd name="connsiteY37" fmla="*/ 119374 h 187462"/>
                <a:gd name="connsiteX38" fmla="*/ 92358 w 178964"/>
                <a:gd name="connsiteY38" fmla="*/ 116324 h 187462"/>
                <a:gd name="connsiteX39" fmla="*/ 89334 w 178964"/>
                <a:gd name="connsiteY39" fmla="*/ 113275 h 187462"/>
                <a:gd name="connsiteX40" fmla="*/ 89334 w 178964"/>
                <a:gd name="connsiteY40" fmla="*/ 103828 h 187462"/>
                <a:gd name="connsiteX41" fmla="*/ 86311 w 178964"/>
                <a:gd name="connsiteY41" fmla="*/ 106877 h 187462"/>
                <a:gd name="connsiteX42" fmla="*/ 89334 w 178964"/>
                <a:gd name="connsiteY42" fmla="*/ 109927 h 187462"/>
                <a:gd name="connsiteX43" fmla="*/ 92358 w 178964"/>
                <a:gd name="connsiteY43" fmla="*/ 106877 h 187462"/>
                <a:gd name="connsiteX44" fmla="*/ 89334 w 178964"/>
                <a:gd name="connsiteY44" fmla="*/ 103828 h 187462"/>
                <a:gd name="connsiteX45" fmla="*/ 89334 w 178964"/>
                <a:gd name="connsiteY45" fmla="*/ 94381 h 187462"/>
                <a:gd name="connsiteX46" fmla="*/ 86311 w 178964"/>
                <a:gd name="connsiteY46" fmla="*/ 97431 h 187462"/>
                <a:gd name="connsiteX47" fmla="*/ 89334 w 178964"/>
                <a:gd name="connsiteY47" fmla="*/ 100480 h 187462"/>
                <a:gd name="connsiteX48" fmla="*/ 92358 w 178964"/>
                <a:gd name="connsiteY48" fmla="*/ 97431 h 187462"/>
                <a:gd name="connsiteX49" fmla="*/ 89334 w 178964"/>
                <a:gd name="connsiteY49" fmla="*/ 94381 h 187462"/>
                <a:gd name="connsiteX50" fmla="*/ 89334 w 178964"/>
                <a:gd name="connsiteY50" fmla="*/ 84934 h 187462"/>
                <a:gd name="connsiteX51" fmla="*/ 86311 w 178964"/>
                <a:gd name="connsiteY51" fmla="*/ 87983 h 187462"/>
                <a:gd name="connsiteX52" fmla="*/ 89334 w 178964"/>
                <a:gd name="connsiteY52" fmla="*/ 91033 h 187462"/>
                <a:gd name="connsiteX53" fmla="*/ 92358 w 178964"/>
                <a:gd name="connsiteY53" fmla="*/ 87983 h 187462"/>
                <a:gd name="connsiteX54" fmla="*/ 89334 w 178964"/>
                <a:gd name="connsiteY54" fmla="*/ 84934 h 187462"/>
                <a:gd name="connsiteX55" fmla="*/ 89334 w 178964"/>
                <a:gd name="connsiteY55" fmla="*/ 75517 h 187462"/>
                <a:gd name="connsiteX56" fmla="*/ 86311 w 178964"/>
                <a:gd name="connsiteY56" fmla="*/ 78566 h 187462"/>
                <a:gd name="connsiteX57" fmla="*/ 89334 w 178964"/>
                <a:gd name="connsiteY57" fmla="*/ 81616 h 187462"/>
                <a:gd name="connsiteX58" fmla="*/ 92358 w 178964"/>
                <a:gd name="connsiteY58" fmla="*/ 78566 h 187462"/>
                <a:gd name="connsiteX59" fmla="*/ 89334 w 178964"/>
                <a:gd name="connsiteY59" fmla="*/ 75517 h 187462"/>
                <a:gd name="connsiteX60" fmla="*/ 89334 w 178964"/>
                <a:gd name="connsiteY60" fmla="*/ 66069 h 187462"/>
                <a:gd name="connsiteX61" fmla="*/ 86311 w 178964"/>
                <a:gd name="connsiteY61" fmla="*/ 69119 h 187462"/>
                <a:gd name="connsiteX62" fmla="*/ 89334 w 178964"/>
                <a:gd name="connsiteY62" fmla="*/ 72168 h 187462"/>
                <a:gd name="connsiteX63" fmla="*/ 92358 w 178964"/>
                <a:gd name="connsiteY63" fmla="*/ 69119 h 187462"/>
                <a:gd name="connsiteX64" fmla="*/ 89334 w 178964"/>
                <a:gd name="connsiteY64" fmla="*/ 66069 h 187462"/>
                <a:gd name="connsiteX65" fmla="*/ 89334 w 178964"/>
                <a:gd name="connsiteY65" fmla="*/ 56623 h 187462"/>
                <a:gd name="connsiteX66" fmla="*/ 86311 w 178964"/>
                <a:gd name="connsiteY66" fmla="*/ 59672 h 187462"/>
                <a:gd name="connsiteX67" fmla="*/ 89334 w 178964"/>
                <a:gd name="connsiteY67" fmla="*/ 62721 h 187462"/>
                <a:gd name="connsiteX68" fmla="*/ 92358 w 178964"/>
                <a:gd name="connsiteY68" fmla="*/ 59672 h 187462"/>
                <a:gd name="connsiteX69" fmla="*/ 89334 w 178964"/>
                <a:gd name="connsiteY69" fmla="*/ 56623 h 187462"/>
                <a:gd name="connsiteX70" fmla="*/ 89334 w 178964"/>
                <a:gd name="connsiteY70" fmla="*/ 47206 h 187462"/>
                <a:gd name="connsiteX71" fmla="*/ 86311 w 178964"/>
                <a:gd name="connsiteY71" fmla="*/ 50255 h 187462"/>
                <a:gd name="connsiteX72" fmla="*/ 89334 w 178964"/>
                <a:gd name="connsiteY72" fmla="*/ 53304 h 187462"/>
                <a:gd name="connsiteX73" fmla="*/ 92358 w 178964"/>
                <a:gd name="connsiteY73" fmla="*/ 50255 h 187462"/>
                <a:gd name="connsiteX74" fmla="*/ 89334 w 178964"/>
                <a:gd name="connsiteY74" fmla="*/ 47206 h 187462"/>
                <a:gd name="connsiteX75" fmla="*/ 89334 w 178964"/>
                <a:gd name="connsiteY75" fmla="*/ 37759 h 187462"/>
                <a:gd name="connsiteX76" fmla="*/ 86311 w 178964"/>
                <a:gd name="connsiteY76" fmla="*/ 40808 h 187462"/>
                <a:gd name="connsiteX77" fmla="*/ 89334 w 178964"/>
                <a:gd name="connsiteY77" fmla="*/ 43857 h 187462"/>
                <a:gd name="connsiteX78" fmla="*/ 92358 w 178964"/>
                <a:gd name="connsiteY78" fmla="*/ 40808 h 187462"/>
                <a:gd name="connsiteX79" fmla="*/ 89334 w 178964"/>
                <a:gd name="connsiteY79" fmla="*/ 37759 h 187462"/>
                <a:gd name="connsiteX80" fmla="*/ 89334 w 178964"/>
                <a:gd name="connsiteY80" fmla="*/ 28311 h 187462"/>
                <a:gd name="connsiteX81" fmla="*/ 86311 w 178964"/>
                <a:gd name="connsiteY81" fmla="*/ 31361 h 187462"/>
                <a:gd name="connsiteX82" fmla="*/ 89334 w 178964"/>
                <a:gd name="connsiteY82" fmla="*/ 34410 h 187462"/>
                <a:gd name="connsiteX83" fmla="*/ 92358 w 178964"/>
                <a:gd name="connsiteY83" fmla="*/ 31361 h 187462"/>
                <a:gd name="connsiteX84" fmla="*/ 89334 w 178964"/>
                <a:gd name="connsiteY84" fmla="*/ 28311 h 187462"/>
                <a:gd name="connsiteX85" fmla="*/ 89334 w 178964"/>
                <a:gd name="connsiteY85" fmla="*/ 18864 h 187462"/>
                <a:gd name="connsiteX86" fmla="*/ 86311 w 178964"/>
                <a:gd name="connsiteY86" fmla="*/ 21914 h 187462"/>
                <a:gd name="connsiteX87" fmla="*/ 89334 w 178964"/>
                <a:gd name="connsiteY87" fmla="*/ 24963 h 187462"/>
                <a:gd name="connsiteX88" fmla="*/ 92358 w 178964"/>
                <a:gd name="connsiteY88" fmla="*/ 21914 h 187462"/>
                <a:gd name="connsiteX89" fmla="*/ 89334 w 178964"/>
                <a:gd name="connsiteY89" fmla="*/ 18864 h 187462"/>
                <a:gd name="connsiteX90" fmla="*/ 89334 w 178964"/>
                <a:gd name="connsiteY90" fmla="*/ 9447 h 187462"/>
                <a:gd name="connsiteX91" fmla="*/ 86311 w 178964"/>
                <a:gd name="connsiteY91" fmla="*/ 12496 h 187462"/>
                <a:gd name="connsiteX92" fmla="*/ 89334 w 178964"/>
                <a:gd name="connsiteY92" fmla="*/ 15546 h 187462"/>
                <a:gd name="connsiteX93" fmla="*/ 92358 w 178964"/>
                <a:gd name="connsiteY93" fmla="*/ 12496 h 187462"/>
                <a:gd name="connsiteX94" fmla="*/ 89334 w 178964"/>
                <a:gd name="connsiteY94" fmla="*/ 9447 h 187462"/>
                <a:gd name="connsiteX95" fmla="*/ 89334 w 178964"/>
                <a:gd name="connsiteY95" fmla="*/ 0 h 187462"/>
                <a:gd name="connsiteX96" fmla="*/ 86311 w 178964"/>
                <a:gd name="connsiteY96" fmla="*/ 3049 h 187462"/>
                <a:gd name="connsiteX97" fmla="*/ 89334 w 178964"/>
                <a:gd name="connsiteY97" fmla="*/ 6099 h 187462"/>
                <a:gd name="connsiteX98" fmla="*/ 92358 w 178964"/>
                <a:gd name="connsiteY98" fmla="*/ 3049 h 187462"/>
                <a:gd name="connsiteX99" fmla="*/ 89334 w 178964"/>
                <a:gd name="connsiteY99" fmla="*/ 0 h 187462"/>
                <a:gd name="connsiteX100" fmla="*/ 87348 w 178964"/>
                <a:gd name="connsiteY100" fmla="*/ 179434 h 187462"/>
                <a:gd name="connsiteX101" fmla="*/ 84621 w 178964"/>
                <a:gd name="connsiteY101" fmla="*/ 182753 h 187462"/>
                <a:gd name="connsiteX102" fmla="*/ 87912 w 178964"/>
                <a:gd name="connsiteY102" fmla="*/ 185503 h 187462"/>
                <a:gd name="connsiteX103" fmla="*/ 90639 w 178964"/>
                <a:gd name="connsiteY103" fmla="*/ 182185 h 187462"/>
                <a:gd name="connsiteX104" fmla="*/ 87348 w 178964"/>
                <a:gd name="connsiteY104" fmla="*/ 179434 h 187462"/>
                <a:gd name="connsiteX105" fmla="*/ 86518 w 178964"/>
                <a:gd name="connsiteY105" fmla="*/ 170047 h 187462"/>
                <a:gd name="connsiteX106" fmla="*/ 83791 w 178964"/>
                <a:gd name="connsiteY106" fmla="*/ 173366 h 187462"/>
                <a:gd name="connsiteX107" fmla="*/ 87081 w 178964"/>
                <a:gd name="connsiteY107" fmla="*/ 176116 h 187462"/>
                <a:gd name="connsiteX108" fmla="*/ 89809 w 178964"/>
                <a:gd name="connsiteY108" fmla="*/ 172798 h 187462"/>
                <a:gd name="connsiteX109" fmla="*/ 86518 w 178964"/>
                <a:gd name="connsiteY109" fmla="*/ 170047 h 187462"/>
                <a:gd name="connsiteX110" fmla="*/ 85659 w 178964"/>
                <a:gd name="connsiteY110" fmla="*/ 160630 h 187462"/>
                <a:gd name="connsiteX111" fmla="*/ 82931 w 178964"/>
                <a:gd name="connsiteY111" fmla="*/ 163948 h 187462"/>
                <a:gd name="connsiteX112" fmla="*/ 86222 w 178964"/>
                <a:gd name="connsiteY112" fmla="*/ 166699 h 187462"/>
                <a:gd name="connsiteX113" fmla="*/ 88949 w 178964"/>
                <a:gd name="connsiteY113" fmla="*/ 163381 h 187462"/>
                <a:gd name="connsiteX114" fmla="*/ 85659 w 178964"/>
                <a:gd name="connsiteY114" fmla="*/ 160630 h 187462"/>
                <a:gd name="connsiteX115" fmla="*/ 84799 w 178964"/>
                <a:gd name="connsiteY115" fmla="*/ 151243 h 187462"/>
                <a:gd name="connsiteX116" fmla="*/ 82071 w 178964"/>
                <a:gd name="connsiteY116" fmla="*/ 154561 h 187462"/>
                <a:gd name="connsiteX117" fmla="*/ 85362 w 178964"/>
                <a:gd name="connsiteY117" fmla="*/ 157312 h 187462"/>
                <a:gd name="connsiteX118" fmla="*/ 88089 w 178964"/>
                <a:gd name="connsiteY118" fmla="*/ 153993 h 187462"/>
                <a:gd name="connsiteX119" fmla="*/ 84799 w 178964"/>
                <a:gd name="connsiteY119" fmla="*/ 151243 h 187462"/>
                <a:gd name="connsiteX120" fmla="*/ 83969 w 178964"/>
                <a:gd name="connsiteY120" fmla="*/ 141825 h 187462"/>
                <a:gd name="connsiteX121" fmla="*/ 81242 w 178964"/>
                <a:gd name="connsiteY121" fmla="*/ 145144 h 187462"/>
                <a:gd name="connsiteX122" fmla="*/ 84532 w 178964"/>
                <a:gd name="connsiteY122" fmla="*/ 147894 h 187462"/>
                <a:gd name="connsiteX123" fmla="*/ 87259 w 178964"/>
                <a:gd name="connsiteY123" fmla="*/ 144576 h 187462"/>
                <a:gd name="connsiteX124" fmla="*/ 83969 w 178964"/>
                <a:gd name="connsiteY124" fmla="*/ 141825 h 187462"/>
                <a:gd name="connsiteX125" fmla="*/ 83109 w 178964"/>
                <a:gd name="connsiteY125" fmla="*/ 132438 h 187462"/>
                <a:gd name="connsiteX126" fmla="*/ 80382 w 178964"/>
                <a:gd name="connsiteY126" fmla="*/ 135757 h 187462"/>
                <a:gd name="connsiteX127" fmla="*/ 83672 w 178964"/>
                <a:gd name="connsiteY127" fmla="*/ 138507 h 187462"/>
                <a:gd name="connsiteX128" fmla="*/ 86400 w 178964"/>
                <a:gd name="connsiteY128" fmla="*/ 135189 h 187462"/>
                <a:gd name="connsiteX129" fmla="*/ 83109 w 178964"/>
                <a:gd name="connsiteY129" fmla="*/ 132438 h 187462"/>
                <a:gd name="connsiteX130" fmla="*/ 82249 w 178964"/>
                <a:gd name="connsiteY130" fmla="*/ 123051 h 187462"/>
                <a:gd name="connsiteX131" fmla="*/ 79522 w 178964"/>
                <a:gd name="connsiteY131" fmla="*/ 126369 h 187462"/>
                <a:gd name="connsiteX132" fmla="*/ 82812 w 178964"/>
                <a:gd name="connsiteY132" fmla="*/ 129120 h 187462"/>
                <a:gd name="connsiteX133" fmla="*/ 85540 w 178964"/>
                <a:gd name="connsiteY133" fmla="*/ 125801 h 187462"/>
                <a:gd name="connsiteX134" fmla="*/ 82249 w 178964"/>
                <a:gd name="connsiteY134" fmla="*/ 123051 h 187462"/>
                <a:gd name="connsiteX135" fmla="*/ 81419 w 178964"/>
                <a:gd name="connsiteY135" fmla="*/ 113634 h 187462"/>
                <a:gd name="connsiteX136" fmla="*/ 78692 w 178964"/>
                <a:gd name="connsiteY136" fmla="*/ 116952 h 187462"/>
                <a:gd name="connsiteX137" fmla="*/ 81983 w 178964"/>
                <a:gd name="connsiteY137" fmla="*/ 119702 h 187462"/>
                <a:gd name="connsiteX138" fmla="*/ 84710 w 178964"/>
                <a:gd name="connsiteY138" fmla="*/ 116384 h 187462"/>
                <a:gd name="connsiteX139" fmla="*/ 81419 w 178964"/>
                <a:gd name="connsiteY139" fmla="*/ 113634 h 187462"/>
                <a:gd name="connsiteX140" fmla="*/ 80559 w 178964"/>
                <a:gd name="connsiteY140" fmla="*/ 104246 h 187462"/>
                <a:gd name="connsiteX141" fmla="*/ 77832 w 178964"/>
                <a:gd name="connsiteY141" fmla="*/ 107565 h 187462"/>
                <a:gd name="connsiteX142" fmla="*/ 81123 w 178964"/>
                <a:gd name="connsiteY142" fmla="*/ 110315 h 187462"/>
                <a:gd name="connsiteX143" fmla="*/ 83850 w 178964"/>
                <a:gd name="connsiteY143" fmla="*/ 106997 h 187462"/>
                <a:gd name="connsiteX144" fmla="*/ 80559 w 178964"/>
                <a:gd name="connsiteY144" fmla="*/ 104246 h 187462"/>
                <a:gd name="connsiteX145" fmla="*/ 79700 w 178964"/>
                <a:gd name="connsiteY145" fmla="*/ 94829 h 187462"/>
                <a:gd name="connsiteX146" fmla="*/ 76972 w 178964"/>
                <a:gd name="connsiteY146" fmla="*/ 98148 h 187462"/>
                <a:gd name="connsiteX147" fmla="*/ 80263 w 178964"/>
                <a:gd name="connsiteY147" fmla="*/ 100898 h 187462"/>
                <a:gd name="connsiteX148" fmla="*/ 82990 w 178964"/>
                <a:gd name="connsiteY148" fmla="*/ 97580 h 187462"/>
                <a:gd name="connsiteX149" fmla="*/ 79700 w 178964"/>
                <a:gd name="connsiteY149" fmla="*/ 94829 h 187462"/>
                <a:gd name="connsiteX150" fmla="*/ 78870 w 178964"/>
                <a:gd name="connsiteY150" fmla="*/ 85442 h 187462"/>
                <a:gd name="connsiteX151" fmla="*/ 76142 w 178964"/>
                <a:gd name="connsiteY151" fmla="*/ 88761 h 187462"/>
                <a:gd name="connsiteX152" fmla="*/ 79433 w 178964"/>
                <a:gd name="connsiteY152" fmla="*/ 91511 h 187462"/>
                <a:gd name="connsiteX153" fmla="*/ 82160 w 178964"/>
                <a:gd name="connsiteY153" fmla="*/ 88192 h 187462"/>
                <a:gd name="connsiteX154" fmla="*/ 78870 w 178964"/>
                <a:gd name="connsiteY154" fmla="*/ 85442 h 187462"/>
                <a:gd name="connsiteX155" fmla="*/ 78010 w 178964"/>
                <a:gd name="connsiteY155" fmla="*/ 76055 h 187462"/>
                <a:gd name="connsiteX156" fmla="*/ 75283 w 178964"/>
                <a:gd name="connsiteY156" fmla="*/ 79373 h 187462"/>
                <a:gd name="connsiteX157" fmla="*/ 78573 w 178964"/>
                <a:gd name="connsiteY157" fmla="*/ 82124 h 187462"/>
                <a:gd name="connsiteX158" fmla="*/ 81300 w 178964"/>
                <a:gd name="connsiteY158" fmla="*/ 78805 h 187462"/>
                <a:gd name="connsiteX159" fmla="*/ 78010 w 178964"/>
                <a:gd name="connsiteY159" fmla="*/ 76055 h 187462"/>
                <a:gd name="connsiteX160" fmla="*/ 77150 w 178964"/>
                <a:gd name="connsiteY160" fmla="*/ 66638 h 187462"/>
                <a:gd name="connsiteX161" fmla="*/ 74423 w 178964"/>
                <a:gd name="connsiteY161" fmla="*/ 69956 h 187462"/>
                <a:gd name="connsiteX162" fmla="*/ 77713 w 178964"/>
                <a:gd name="connsiteY162" fmla="*/ 72707 h 187462"/>
                <a:gd name="connsiteX163" fmla="*/ 80441 w 178964"/>
                <a:gd name="connsiteY163" fmla="*/ 69388 h 187462"/>
                <a:gd name="connsiteX164" fmla="*/ 77150 w 178964"/>
                <a:gd name="connsiteY164" fmla="*/ 66638 h 187462"/>
                <a:gd name="connsiteX165" fmla="*/ 76320 w 178964"/>
                <a:gd name="connsiteY165" fmla="*/ 57251 h 187462"/>
                <a:gd name="connsiteX166" fmla="*/ 73593 w 178964"/>
                <a:gd name="connsiteY166" fmla="*/ 60569 h 187462"/>
                <a:gd name="connsiteX167" fmla="*/ 76883 w 178964"/>
                <a:gd name="connsiteY167" fmla="*/ 63319 h 187462"/>
                <a:gd name="connsiteX168" fmla="*/ 79611 w 178964"/>
                <a:gd name="connsiteY168" fmla="*/ 60001 h 187462"/>
                <a:gd name="connsiteX169" fmla="*/ 76320 w 178964"/>
                <a:gd name="connsiteY169" fmla="*/ 57251 h 187462"/>
                <a:gd name="connsiteX170" fmla="*/ 75460 w 178964"/>
                <a:gd name="connsiteY170" fmla="*/ 47833 h 187462"/>
                <a:gd name="connsiteX171" fmla="*/ 72733 w 178964"/>
                <a:gd name="connsiteY171" fmla="*/ 51152 h 187462"/>
                <a:gd name="connsiteX172" fmla="*/ 76024 w 178964"/>
                <a:gd name="connsiteY172" fmla="*/ 53902 h 187462"/>
                <a:gd name="connsiteX173" fmla="*/ 78751 w 178964"/>
                <a:gd name="connsiteY173" fmla="*/ 50584 h 187462"/>
                <a:gd name="connsiteX174" fmla="*/ 75460 w 178964"/>
                <a:gd name="connsiteY174" fmla="*/ 47833 h 187462"/>
                <a:gd name="connsiteX175" fmla="*/ 74601 w 178964"/>
                <a:gd name="connsiteY175" fmla="*/ 38446 h 187462"/>
                <a:gd name="connsiteX176" fmla="*/ 71874 w 178964"/>
                <a:gd name="connsiteY176" fmla="*/ 41765 h 187462"/>
                <a:gd name="connsiteX177" fmla="*/ 75164 w 178964"/>
                <a:gd name="connsiteY177" fmla="*/ 44515 h 187462"/>
                <a:gd name="connsiteX178" fmla="*/ 77891 w 178964"/>
                <a:gd name="connsiteY178" fmla="*/ 41196 h 187462"/>
                <a:gd name="connsiteX179" fmla="*/ 74601 w 178964"/>
                <a:gd name="connsiteY179" fmla="*/ 38446 h 187462"/>
                <a:gd name="connsiteX180" fmla="*/ 73771 w 178964"/>
                <a:gd name="connsiteY180" fmla="*/ 29029 h 187462"/>
                <a:gd name="connsiteX181" fmla="*/ 71043 w 178964"/>
                <a:gd name="connsiteY181" fmla="*/ 32347 h 187462"/>
                <a:gd name="connsiteX182" fmla="*/ 74334 w 178964"/>
                <a:gd name="connsiteY182" fmla="*/ 35098 h 187462"/>
                <a:gd name="connsiteX183" fmla="*/ 77061 w 178964"/>
                <a:gd name="connsiteY183" fmla="*/ 31779 h 187462"/>
                <a:gd name="connsiteX184" fmla="*/ 73771 w 178964"/>
                <a:gd name="connsiteY184" fmla="*/ 29029 h 187462"/>
                <a:gd name="connsiteX185" fmla="*/ 72911 w 178964"/>
                <a:gd name="connsiteY185" fmla="*/ 19642 h 187462"/>
                <a:gd name="connsiteX186" fmla="*/ 70184 w 178964"/>
                <a:gd name="connsiteY186" fmla="*/ 22960 h 187462"/>
                <a:gd name="connsiteX187" fmla="*/ 73474 w 178964"/>
                <a:gd name="connsiteY187" fmla="*/ 25711 h 187462"/>
                <a:gd name="connsiteX188" fmla="*/ 76202 w 178964"/>
                <a:gd name="connsiteY188" fmla="*/ 22392 h 187462"/>
                <a:gd name="connsiteX189" fmla="*/ 72911 w 178964"/>
                <a:gd name="connsiteY189" fmla="*/ 19642 h 187462"/>
                <a:gd name="connsiteX190" fmla="*/ 72052 w 178964"/>
                <a:gd name="connsiteY190" fmla="*/ 10254 h 187462"/>
                <a:gd name="connsiteX191" fmla="*/ 69324 w 178964"/>
                <a:gd name="connsiteY191" fmla="*/ 13573 h 187462"/>
                <a:gd name="connsiteX192" fmla="*/ 72615 w 178964"/>
                <a:gd name="connsiteY192" fmla="*/ 16323 h 187462"/>
                <a:gd name="connsiteX193" fmla="*/ 75342 w 178964"/>
                <a:gd name="connsiteY193" fmla="*/ 13005 h 187462"/>
                <a:gd name="connsiteX194" fmla="*/ 72052 w 178964"/>
                <a:gd name="connsiteY194" fmla="*/ 10254 h 187462"/>
                <a:gd name="connsiteX195" fmla="*/ 71221 w 178964"/>
                <a:gd name="connsiteY195" fmla="*/ 837 h 187462"/>
                <a:gd name="connsiteX196" fmla="*/ 68494 w 178964"/>
                <a:gd name="connsiteY196" fmla="*/ 4155 h 187462"/>
                <a:gd name="connsiteX197" fmla="*/ 71785 w 178964"/>
                <a:gd name="connsiteY197" fmla="*/ 6906 h 187462"/>
                <a:gd name="connsiteX198" fmla="*/ 74512 w 178964"/>
                <a:gd name="connsiteY198" fmla="*/ 3588 h 187462"/>
                <a:gd name="connsiteX199" fmla="*/ 71221 w 178964"/>
                <a:gd name="connsiteY199" fmla="*/ 837 h 187462"/>
                <a:gd name="connsiteX200" fmla="*/ 85392 w 178964"/>
                <a:gd name="connsiteY200" fmla="*/ 179733 h 187462"/>
                <a:gd name="connsiteX201" fmla="*/ 82961 w 178964"/>
                <a:gd name="connsiteY201" fmla="*/ 183291 h 187462"/>
                <a:gd name="connsiteX202" fmla="*/ 86488 w 178964"/>
                <a:gd name="connsiteY202" fmla="*/ 185742 h 187462"/>
                <a:gd name="connsiteX203" fmla="*/ 88919 w 178964"/>
                <a:gd name="connsiteY203" fmla="*/ 182185 h 187462"/>
                <a:gd name="connsiteX204" fmla="*/ 85392 w 178964"/>
                <a:gd name="connsiteY204" fmla="*/ 179733 h 187462"/>
                <a:gd name="connsiteX205" fmla="*/ 83702 w 178964"/>
                <a:gd name="connsiteY205" fmla="*/ 170436 h 187462"/>
                <a:gd name="connsiteX206" fmla="*/ 81271 w 178964"/>
                <a:gd name="connsiteY206" fmla="*/ 173993 h 187462"/>
                <a:gd name="connsiteX207" fmla="*/ 84799 w 178964"/>
                <a:gd name="connsiteY207" fmla="*/ 176445 h 187462"/>
                <a:gd name="connsiteX208" fmla="*/ 87229 w 178964"/>
                <a:gd name="connsiteY208" fmla="*/ 172887 h 187462"/>
                <a:gd name="connsiteX209" fmla="*/ 83702 w 178964"/>
                <a:gd name="connsiteY209" fmla="*/ 170436 h 187462"/>
                <a:gd name="connsiteX210" fmla="*/ 82012 w 178964"/>
                <a:gd name="connsiteY210" fmla="*/ 161168 h 187462"/>
                <a:gd name="connsiteX211" fmla="*/ 79581 w 178964"/>
                <a:gd name="connsiteY211" fmla="*/ 164726 h 187462"/>
                <a:gd name="connsiteX212" fmla="*/ 83109 w 178964"/>
                <a:gd name="connsiteY212" fmla="*/ 167177 h 187462"/>
                <a:gd name="connsiteX213" fmla="*/ 85540 w 178964"/>
                <a:gd name="connsiteY213" fmla="*/ 163619 h 187462"/>
                <a:gd name="connsiteX214" fmla="*/ 82012 w 178964"/>
                <a:gd name="connsiteY214" fmla="*/ 161168 h 187462"/>
                <a:gd name="connsiteX215" fmla="*/ 80322 w 178964"/>
                <a:gd name="connsiteY215" fmla="*/ 151870 h 187462"/>
                <a:gd name="connsiteX216" fmla="*/ 77891 w 178964"/>
                <a:gd name="connsiteY216" fmla="*/ 155428 h 187462"/>
                <a:gd name="connsiteX217" fmla="*/ 81419 w 178964"/>
                <a:gd name="connsiteY217" fmla="*/ 157879 h 187462"/>
                <a:gd name="connsiteX218" fmla="*/ 83850 w 178964"/>
                <a:gd name="connsiteY218" fmla="*/ 154322 h 187462"/>
                <a:gd name="connsiteX219" fmla="*/ 80322 w 178964"/>
                <a:gd name="connsiteY219" fmla="*/ 151870 h 187462"/>
                <a:gd name="connsiteX220" fmla="*/ 78633 w 178964"/>
                <a:gd name="connsiteY220" fmla="*/ 142603 h 187462"/>
                <a:gd name="connsiteX221" fmla="*/ 76202 w 178964"/>
                <a:gd name="connsiteY221" fmla="*/ 146160 h 187462"/>
                <a:gd name="connsiteX222" fmla="*/ 79730 w 178964"/>
                <a:gd name="connsiteY222" fmla="*/ 148612 h 187462"/>
                <a:gd name="connsiteX223" fmla="*/ 82160 w 178964"/>
                <a:gd name="connsiteY223" fmla="*/ 145054 h 187462"/>
                <a:gd name="connsiteX224" fmla="*/ 78633 w 178964"/>
                <a:gd name="connsiteY224" fmla="*/ 142603 h 187462"/>
                <a:gd name="connsiteX225" fmla="*/ 76943 w 178964"/>
                <a:gd name="connsiteY225" fmla="*/ 133305 h 187462"/>
                <a:gd name="connsiteX226" fmla="*/ 74512 w 178964"/>
                <a:gd name="connsiteY226" fmla="*/ 136863 h 187462"/>
                <a:gd name="connsiteX227" fmla="*/ 78040 w 178964"/>
                <a:gd name="connsiteY227" fmla="*/ 139315 h 187462"/>
                <a:gd name="connsiteX228" fmla="*/ 80471 w 178964"/>
                <a:gd name="connsiteY228" fmla="*/ 135757 h 187462"/>
                <a:gd name="connsiteX229" fmla="*/ 76943 w 178964"/>
                <a:gd name="connsiteY229" fmla="*/ 133305 h 187462"/>
                <a:gd name="connsiteX230" fmla="*/ 75253 w 178964"/>
                <a:gd name="connsiteY230" fmla="*/ 124037 h 187462"/>
                <a:gd name="connsiteX231" fmla="*/ 72822 w 178964"/>
                <a:gd name="connsiteY231" fmla="*/ 127595 h 187462"/>
                <a:gd name="connsiteX232" fmla="*/ 76350 w 178964"/>
                <a:gd name="connsiteY232" fmla="*/ 130046 h 187462"/>
                <a:gd name="connsiteX233" fmla="*/ 78781 w 178964"/>
                <a:gd name="connsiteY233" fmla="*/ 126489 h 187462"/>
                <a:gd name="connsiteX234" fmla="*/ 75253 w 178964"/>
                <a:gd name="connsiteY234" fmla="*/ 124037 h 187462"/>
                <a:gd name="connsiteX235" fmla="*/ 73563 w 178964"/>
                <a:gd name="connsiteY235" fmla="*/ 114740 h 187462"/>
                <a:gd name="connsiteX236" fmla="*/ 71132 w 178964"/>
                <a:gd name="connsiteY236" fmla="*/ 118298 h 187462"/>
                <a:gd name="connsiteX237" fmla="*/ 74660 w 178964"/>
                <a:gd name="connsiteY237" fmla="*/ 120749 h 187462"/>
                <a:gd name="connsiteX238" fmla="*/ 77091 w 178964"/>
                <a:gd name="connsiteY238" fmla="*/ 117192 h 187462"/>
                <a:gd name="connsiteX239" fmla="*/ 73563 w 178964"/>
                <a:gd name="connsiteY239" fmla="*/ 114740 h 187462"/>
                <a:gd name="connsiteX240" fmla="*/ 71844 w 178964"/>
                <a:gd name="connsiteY240" fmla="*/ 105473 h 187462"/>
                <a:gd name="connsiteX241" fmla="*/ 69413 w 178964"/>
                <a:gd name="connsiteY241" fmla="*/ 109030 h 187462"/>
                <a:gd name="connsiteX242" fmla="*/ 72941 w 178964"/>
                <a:gd name="connsiteY242" fmla="*/ 111482 h 187462"/>
                <a:gd name="connsiteX243" fmla="*/ 75371 w 178964"/>
                <a:gd name="connsiteY243" fmla="*/ 107924 h 187462"/>
                <a:gd name="connsiteX244" fmla="*/ 71844 w 178964"/>
                <a:gd name="connsiteY244" fmla="*/ 105473 h 187462"/>
                <a:gd name="connsiteX245" fmla="*/ 70155 w 178964"/>
                <a:gd name="connsiteY245" fmla="*/ 96175 h 187462"/>
                <a:gd name="connsiteX246" fmla="*/ 67724 w 178964"/>
                <a:gd name="connsiteY246" fmla="*/ 99732 h 187462"/>
                <a:gd name="connsiteX247" fmla="*/ 71251 w 178964"/>
                <a:gd name="connsiteY247" fmla="*/ 102184 h 187462"/>
                <a:gd name="connsiteX248" fmla="*/ 73682 w 178964"/>
                <a:gd name="connsiteY248" fmla="*/ 98626 h 187462"/>
                <a:gd name="connsiteX249" fmla="*/ 70155 w 178964"/>
                <a:gd name="connsiteY249" fmla="*/ 96175 h 187462"/>
                <a:gd name="connsiteX250" fmla="*/ 68465 w 178964"/>
                <a:gd name="connsiteY250" fmla="*/ 86877 h 187462"/>
                <a:gd name="connsiteX251" fmla="*/ 66034 w 178964"/>
                <a:gd name="connsiteY251" fmla="*/ 90435 h 187462"/>
                <a:gd name="connsiteX252" fmla="*/ 69561 w 178964"/>
                <a:gd name="connsiteY252" fmla="*/ 92886 h 187462"/>
                <a:gd name="connsiteX253" fmla="*/ 71992 w 178964"/>
                <a:gd name="connsiteY253" fmla="*/ 89329 h 187462"/>
                <a:gd name="connsiteX254" fmla="*/ 68465 w 178964"/>
                <a:gd name="connsiteY254" fmla="*/ 86877 h 187462"/>
                <a:gd name="connsiteX255" fmla="*/ 66775 w 178964"/>
                <a:gd name="connsiteY255" fmla="*/ 77610 h 187462"/>
                <a:gd name="connsiteX256" fmla="*/ 64344 w 178964"/>
                <a:gd name="connsiteY256" fmla="*/ 81167 h 187462"/>
                <a:gd name="connsiteX257" fmla="*/ 67872 w 178964"/>
                <a:gd name="connsiteY257" fmla="*/ 83619 h 187462"/>
                <a:gd name="connsiteX258" fmla="*/ 70302 w 178964"/>
                <a:gd name="connsiteY258" fmla="*/ 80061 h 187462"/>
                <a:gd name="connsiteX259" fmla="*/ 66775 w 178964"/>
                <a:gd name="connsiteY259" fmla="*/ 77610 h 187462"/>
                <a:gd name="connsiteX260" fmla="*/ 65085 w 178964"/>
                <a:gd name="connsiteY260" fmla="*/ 68312 h 187462"/>
                <a:gd name="connsiteX261" fmla="*/ 62654 w 178964"/>
                <a:gd name="connsiteY261" fmla="*/ 71869 h 187462"/>
                <a:gd name="connsiteX262" fmla="*/ 66182 w 178964"/>
                <a:gd name="connsiteY262" fmla="*/ 74321 h 187462"/>
                <a:gd name="connsiteX263" fmla="*/ 68613 w 178964"/>
                <a:gd name="connsiteY263" fmla="*/ 70763 h 187462"/>
                <a:gd name="connsiteX264" fmla="*/ 65085 w 178964"/>
                <a:gd name="connsiteY264" fmla="*/ 68312 h 187462"/>
                <a:gd name="connsiteX265" fmla="*/ 63396 w 178964"/>
                <a:gd name="connsiteY265" fmla="*/ 59044 h 187462"/>
                <a:gd name="connsiteX266" fmla="*/ 60965 w 178964"/>
                <a:gd name="connsiteY266" fmla="*/ 62602 h 187462"/>
                <a:gd name="connsiteX267" fmla="*/ 64492 w 178964"/>
                <a:gd name="connsiteY267" fmla="*/ 65053 h 187462"/>
                <a:gd name="connsiteX268" fmla="*/ 66923 w 178964"/>
                <a:gd name="connsiteY268" fmla="*/ 61496 h 187462"/>
                <a:gd name="connsiteX269" fmla="*/ 63396 w 178964"/>
                <a:gd name="connsiteY269" fmla="*/ 59044 h 187462"/>
                <a:gd name="connsiteX270" fmla="*/ 61706 w 178964"/>
                <a:gd name="connsiteY270" fmla="*/ 49747 h 187462"/>
                <a:gd name="connsiteX271" fmla="*/ 59275 w 178964"/>
                <a:gd name="connsiteY271" fmla="*/ 53304 h 187462"/>
                <a:gd name="connsiteX272" fmla="*/ 62802 w 178964"/>
                <a:gd name="connsiteY272" fmla="*/ 55756 h 187462"/>
                <a:gd name="connsiteX273" fmla="*/ 65233 w 178964"/>
                <a:gd name="connsiteY273" fmla="*/ 52198 h 187462"/>
                <a:gd name="connsiteX274" fmla="*/ 61706 w 178964"/>
                <a:gd name="connsiteY274" fmla="*/ 49747 h 187462"/>
                <a:gd name="connsiteX275" fmla="*/ 60016 w 178964"/>
                <a:gd name="connsiteY275" fmla="*/ 40479 h 187462"/>
                <a:gd name="connsiteX276" fmla="*/ 57585 w 178964"/>
                <a:gd name="connsiteY276" fmla="*/ 44036 h 187462"/>
                <a:gd name="connsiteX277" fmla="*/ 61113 w 178964"/>
                <a:gd name="connsiteY277" fmla="*/ 46488 h 187462"/>
                <a:gd name="connsiteX278" fmla="*/ 63543 w 178964"/>
                <a:gd name="connsiteY278" fmla="*/ 42930 h 187462"/>
                <a:gd name="connsiteX279" fmla="*/ 60016 w 178964"/>
                <a:gd name="connsiteY279" fmla="*/ 40479 h 187462"/>
                <a:gd name="connsiteX280" fmla="*/ 58326 w 178964"/>
                <a:gd name="connsiteY280" fmla="*/ 31181 h 187462"/>
                <a:gd name="connsiteX281" fmla="*/ 55896 w 178964"/>
                <a:gd name="connsiteY281" fmla="*/ 34739 h 187462"/>
                <a:gd name="connsiteX282" fmla="*/ 59423 w 178964"/>
                <a:gd name="connsiteY282" fmla="*/ 37190 h 187462"/>
                <a:gd name="connsiteX283" fmla="*/ 61854 w 178964"/>
                <a:gd name="connsiteY283" fmla="*/ 33633 h 187462"/>
                <a:gd name="connsiteX284" fmla="*/ 58326 w 178964"/>
                <a:gd name="connsiteY284" fmla="*/ 31181 h 187462"/>
                <a:gd name="connsiteX285" fmla="*/ 56637 w 178964"/>
                <a:gd name="connsiteY285" fmla="*/ 21914 h 187462"/>
                <a:gd name="connsiteX286" fmla="*/ 54206 w 178964"/>
                <a:gd name="connsiteY286" fmla="*/ 25471 h 187462"/>
                <a:gd name="connsiteX287" fmla="*/ 57733 w 178964"/>
                <a:gd name="connsiteY287" fmla="*/ 27922 h 187462"/>
                <a:gd name="connsiteX288" fmla="*/ 60164 w 178964"/>
                <a:gd name="connsiteY288" fmla="*/ 24365 h 187462"/>
                <a:gd name="connsiteX289" fmla="*/ 56637 w 178964"/>
                <a:gd name="connsiteY289" fmla="*/ 21914 h 187462"/>
                <a:gd name="connsiteX290" fmla="*/ 54947 w 178964"/>
                <a:gd name="connsiteY290" fmla="*/ 12616 h 187462"/>
                <a:gd name="connsiteX291" fmla="*/ 52516 w 178964"/>
                <a:gd name="connsiteY291" fmla="*/ 16173 h 187462"/>
                <a:gd name="connsiteX292" fmla="*/ 56044 w 178964"/>
                <a:gd name="connsiteY292" fmla="*/ 18625 h 187462"/>
                <a:gd name="connsiteX293" fmla="*/ 58474 w 178964"/>
                <a:gd name="connsiteY293" fmla="*/ 15068 h 187462"/>
                <a:gd name="connsiteX294" fmla="*/ 54947 w 178964"/>
                <a:gd name="connsiteY294" fmla="*/ 12616 h 187462"/>
                <a:gd name="connsiteX295" fmla="*/ 53257 w 178964"/>
                <a:gd name="connsiteY295" fmla="*/ 3348 h 187462"/>
                <a:gd name="connsiteX296" fmla="*/ 50826 w 178964"/>
                <a:gd name="connsiteY296" fmla="*/ 6906 h 187462"/>
                <a:gd name="connsiteX297" fmla="*/ 54354 w 178964"/>
                <a:gd name="connsiteY297" fmla="*/ 9357 h 187462"/>
                <a:gd name="connsiteX298" fmla="*/ 56785 w 178964"/>
                <a:gd name="connsiteY298" fmla="*/ 5800 h 187462"/>
                <a:gd name="connsiteX299" fmla="*/ 53257 w 178964"/>
                <a:gd name="connsiteY299" fmla="*/ 3348 h 187462"/>
                <a:gd name="connsiteX300" fmla="*/ 83464 w 178964"/>
                <a:gd name="connsiteY300" fmla="*/ 180182 h 187462"/>
                <a:gd name="connsiteX301" fmla="*/ 81360 w 178964"/>
                <a:gd name="connsiteY301" fmla="*/ 183949 h 187462"/>
                <a:gd name="connsiteX302" fmla="*/ 85095 w 178964"/>
                <a:gd name="connsiteY302" fmla="*/ 186071 h 187462"/>
                <a:gd name="connsiteX303" fmla="*/ 87200 w 178964"/>
                <a:gd name="connsiteY303" fmla="*/ 182304 h 187462"/>
                <a:gd name="connsiteX304" fmla="*/ 83464 w 178964"/>
                <a:gd name="connsiteY304" fmla="*/ 180182 h 187462"/>
                <a:gd name="connsiteX305" fmla="*/ 80945 w 178964"/>
                <a:gd name="connsiteY305" fmla="*/ 171094 h 187462"/>
                <a:gd name="connsiteX306" fmla="*/ 78840 w 178964"/>
                <a:gd name="connsiteY306" fmla="*/ 174861 h 187462"/>
                <a:gd name="connsiteX307" fmla="*/ 82575 w 178964"/>
                <a:gd name="connsiteY307" fmla="*/ 176983 h 187462"/>
                <a:gd name="connsiteX308" fmla="*/ 84680 w 178964"/>
                <a:gd name="connsiteY308" fmla="*/ 173216 h 187462"/>
                <a:gd name="connsiteX309" fmla="*/ 80945 w 178964"/>
                <a:gd name="connsiteY309" fmla="*/ 171094 h 187462"/>
                <a:gd name="connsiteX310" fmla="*/ 78425 w 178964"/>
                <a:gd name="connsiteY310" fmla="*/ 162005 h 187462"/>
                <a:gd name="connsiteX311" fmla="*/ 76320 w 178964"/>
                <a:gd name="connsiteY311" fmla="*/ 165772 h 187462"/>
                <a:gd name="connsiteX312" fmla="*/ 80055 w 178964"/>
                <a:gd name="connsiteY312" fmla="*/ 167895 h 187462"/>
                <a:gd name="connsiteX313" fmla="*/ 82160 w 178964"/>
                <a:gd name="connsiteY313" fmla="*/ 164128 h 187462"/>
                <a:gd name="connsiteX314" fmla="*/ 78425 w 178964"/>
                <a:gd name="connsiteY314" fmla="*/ 162005 h 187462"/>
                <a:gd name="connsiteX315" fmla="*/ 75905 w 178964"/>
                <a:gd name="connsiteY315" fmla="*/ 152917 h 187462"/>
                <a:gd name="connsiteX316" fmla="*/ 73801 w 178964"/>
                <a:gd name="connsiteY316" fmla="*/ 156684 h 187462"/>
                <a:gd name="connsiteX317" fmla="*/ 77536 w 178964"/>
                <a:gd name="connsiteY317" fmla="*/ 158806 h 187462"/>
                <a:gd name="connsiteX318" fmla="*/ 79641 w 178964"/>
                <a:gd name="connsiteY318" fmla="*/ 155040 h 187462"/>
                <a:gd name="connsiteX319" fmla="*/ 75905 w 178964"/>
                <a:gd name="connsiteY319" fmla="*/ 152917 h 187462"/>
                <a:gd name="connsiteX320" fmla="*/ 73385 w 178964"/>
                <a:gd name="connsiteY320" fmla="*/ 143828 h 187462"/>
                <a:gd name="connsiteX321" fmla="*/ 71281 w 178964"/>
                <a:gd name="connsiteY321" fmla="*/ 147595 h 187462"/>
                <a:gd name="connsiteX322" fmla="*/ 75016 w 178964"/>
                <a:gd name="connsiteY322" fmla="*/ 149718 h 187462"/>
                <a:gd name="connsiteX323" fmla="*/ 77121 w 178964"/>
                <a:gd name="connsiteY323" fmla="*/ 145951 h 187462"/>
                <a:gd name="connsiteX324" fmla="*/ 73385 w 178964"/>
                <a:gd name="connsiteY324" fmla="*/ 143828 h 187462"/>
                <a:gd name="connsiteX325" fmla="*/ 70866 w 178964"/>
                <a:gd name="connsiteY325" fmla="*/ 134740 h 187462"/>
                <a:gd name="connsiteX326" fmla="*/ 68761 w 178964"/>
                <a:gd name="connsiteY326" fmla="*/ 138507 h 187462"/>
                <a:gd name="connsiteX327" fmla="*/ 72496 w 178964"/>
                <a:gd name="connsiteY327" fmla="*/ 140630 h 187462"/>
                <a:gd name="connsiteX328" fmla="*/ 74601 w 178964"/>
                <a:gd name="connsiteY328" fmla="*/ 136863 h 187462"/>
                <a:gd name="connsiteX329" fmla="*/ 70866 w 178964"/>
                <a:gd name="connsiteY329" fmla="*/ 134740 h 187462"/>
                <a:gd name="connsiteX330" fmla="*/ 68346 w 178964"/>
                <a:gd name="connsiteY330" fmla="*/ 125652 h 187462"/>
                <a:gd name="connsiteX331" fmla="*/ 66241 w 178964"/>
                <a:gd name="connsiteY331" fmla="*/ 129419 h 187462"/>
                <a:gd name="connsiteX332" fmla="*/ 69977 w 178964"/>
                <a:gd name="connsiteY332" fmla="*/ 131542 h 187462"/>
                <a:gd name="connsiteX333" fmla="*/ 72081 w 178964"/>
                <a:gd name="connsiteY333" fmla="*/ 127774 h 187462"/>
                <a:gd name="connsiteX334" fmla="*/ 68346 w 178964"/>
                <a:gd name="connsiteY334" fmla="*/ 125652 h 187462"/>
                <a:gd name="connsiteX335" fmla="*/ 65826 w 178964"/>
                <a:gd name="connsiteY335" fmla="*/ 116564 h 187462"/>
                <a:gd name="connsiteX336" fmla="*/ 63721 w 178964"/>
                <a:gd name="connsiteY336" fmla="*/ 120330 h 187462"/>
                <a:gd name="connsiteX337" fmla="*/ 67457 w 178964"/>
                <a:gd name="connsiteY337" fmla="*/ 122453 h 187462"/>
                <a:gd name="connsiteX338" fmla="*/ 69561 w 178964"/>
                <a:gd name="connsiteY338" fmla="*/ 118686 h 187462"/>
                <a:gd name="connsiteX339" fmla="*/ 65826 w 178964"/>
                <a:gd name="connsiteY339" fmla="*/ 116564 h 187462"/>
                <a:gd name="connsiteX340" fmla="*/ 63307 w 178964"/>
                <a:gd name="connsiteY340" fmla="*/ 107476 h 187462"/>
                <a:gd name="connsiteX341" fmla="*/ 61202 w 178964"/>
                <a:gd name="connsiteY341" fmla="*/ 111242 h 187462"/>
                <a:gd name="connsiteX342" fmla="*/ 64937 w 178964"/>
                <a:gd name="connsiteY342" fmla="*/ 113365 h 187462"/>
                <a:gd name="connsiteX343" fmla="*/ 67042 w 178964"/>
                <a:gd name="connsiteY343" fmla="*/ 109598 h 187462"/>
                <a:gd name="connsiteX344" fmla="*/ 63307 w 178964"/>
                <a:gd name="connsiteY344" fmla="*/ 107476 h 187462"/>
                <a:gd name="connsiteX345" fmla="*/ 60787 w 178964"/>
                <a:gd name="connsiteY345" fmla="*/ 98387 h 187462"/>
                <a:gd name="connsiteX346" fmla="*/ 58682 w 178964"/>
                <a:gd name="connsiteY346" fmla="*/ 102154 h 187462"/>
                <a:gd name="connsiteX347" fmla="*/ 62417 w 178964"/>
                <a:gd name="connsiteY347" fmla="*/ 104276 h 187462"/>
                <a:gd name="connsiteX348" fmla="*/ 64522 w 178964"/>
                <a:gd name="connsiteY348" fmla="*/ 100510 h 187462"/>
                <a:gd name="connsiteX349" fmla="*/ 60787 w 178964"/>
                <a:gd name="connsiteY349" fmla="*/ 98387 h 187462"/>
                <a:gd name="connsiteX350" fmla="*/ 58267 w 178964"/>
                <a:gd name="connsiteY350" fmla="*/ 89299 h 187462"/>
                <a:gd name="connsiteX351" fmla="*/ 56162 w 178964"/>
                <a:gd name="connsiteY351" fmla="*/ 93066 h 187462"/>
                <a:gd name="connsiteX352" fmla="*/ 59897 w 178964"/>
                <a:gd name="connsiteY352" fmla="*/ 95188 h 187462"/>
                <a:gd name="connsiteX353" fmla="*/ 62002 w 178964"/>
                <a:gd name="connsiteY353" fmla="*/ 91421 h 187462"/>
                <a:gd name="connsiteX354" fmla="*/ 58267 w 178964"/>
                <a:gd name="connsiteY354" fmla="*/ 89299 h 187462"/>
                <a:gd name="connsiteX355" fmla="*/ 55747 w 178964"/>
                <a:gd name="connsiteY355" fmla="*/ 80210 h 187462"/>
                <a:gd name="connsiteX356" fmla="*/ 53643 w 178964"/>
                <a:gd name="connsiteY356" fmla="*/ 83977 h 187462"/>
                <a:gd name="connsiteX357" fmla="*/ 57378 w 178964"/>
                <a:gd name="connsiteY357" fmla="*/ 86100 h 187462"/>
                <a:gd name="connsiteX358" fmla="*/ 59482 w 178964"/>
                <a:gd name="connsiteY358" fmla="*/ 82333 h 187462"/>
                <a:gd name="connsiteX359" fmla="*/ 55747 w 178964"/>
                <a:gd name="connsiteY359" fmla="*/ 80210 h 187462"/>
                <a:gd name="connsiteX360" fmla="*/ 53227 w 178964"/>
                <a:gd name="connsiteY360" fmla="*/ 71092 h 187462"/>
                <a:gd name="connsiteX361" fmla="*/ 51123 w 178964"/>
                <a:gd name="connsiteY361" fmla="*/ 74859 h 187462"/>
                <a:gd name="connsiteX362" fmla="*/ 54858 w 178964"/>
                <a:gd name="connsiteY362" fmla="*/ 76982 h 187462"/>
                <a:gd name="connsiteX363" fmla="*/ 56962 w 178964"/>
                <a:gd name="connsiteY363" fmla="*/ 73215 h 187462"/>
                <a:gd name="connsiteX364" fmla="*/ 53227 w 178964"/>
                <a:gd name="connsiteY364" fmla="*/ 71092 h 187462"/>
                <a:gd name="connsiteX365" fmla="*/ 50708 w 178964"/>
                <a:gd name="connsiteY365" fmla="*/ 62004 h 187462"/>
                <a:gd name="connsiteX366" fmla="*/ 48603 w 178964"/>
                <a:gd name="connsiteY366" fmla="*/ 65770 h 187462"/>
                <a:gd name="connsiteX367" fmla="*/ 52338 w 178964"/>
                <a:gd name="connsiteY367" fmla="*/ 67893 h 187462"/>
                <a:gd name="connsiteX368" fmla="*/ 54443 w 178964"/>
                <a:gd name="connsiteY368" fmla="*/ 64126 h 187462"/>
                <a:gd name="connsiteX369" fmla="*/ 50708 w 178964"/>
                <a:gd name="connsiteY369" fmla="*/ 62004 h 187462"/>
                <a:gd name="connsiteX370" fmla="*/ 48188 w 178964"/>
                <a:gd name="connsiteY370" fmla="*/ 52916 h 187462"/>
                <a:gd name="connsiteX371" fmla="*/ 46083 w 178964"/>
                <a:gd name="connsiteY371" fmla="*/ 56682 h 187462"/>
                <a:gd name="connsiteX372" fmla="*/ 49818 w 178964"/>
                <a:gd name="connsiteY372" fmla="*/ 58805 h 187462"/>
                <a:gd name="connsiteX373" fmla="*/ 51923 w 178964"/>
                <a:gd name="connsiteY373" fmla="*/ 55038 h 187462"/>
                <a:gd name="connsiteX374" fmla="*/ 48188 w 178964"/>
                <a:gd name="connsiteY374" fmla="*/ 52916 h 187462"/>
                <a:gd name="connsiteX375" fmla="*/ 45668 w 178964"/>
                <a:gd name="connsiteY375" fmla="*/ 43827 h 187462"/>
                <a:gd name="connsiteX376" fmla="*/ 43564 w 178964"/>
                <a:gd name="connsiteY376" fmla="*/ 47594 h 187462"/>
                <a:gd name="connsiteX377" fmla="*/ 47298 w 178964"/>
                <a:gd name="connsiteY377" fmla="*/ 49717 h 187462"/>
                <a:gd name="connsiteX378" fmla="*/ 49404 w 178964"/>
                <a:gd name="connsiteY378" fmla="*/ 45950 h 187462"/>
                <a:gd name="connsiteX379" fmla="*/ 45668 w 178964"/>
                <a:gd name="connsiteY379" fmla="*/ 43827 h 187462"/>
                <a:gd name="connsiteX380" fmla="*/ 43148 w 178964"/>
                <a:gd name="connsiteY380" fmla="*/ 34739 h 187462"/>
                <a:gd name="connsiteX381" fmla="*/ 41044 w 178964"/>
                <a:gd name="connsiteY381" fmla="*/ 38506 h 187462"/>
                <a:gd name="connsiteX382" fmla="*/ 44779 w 178964"/>
                <a:gd name="connsiteY382" fmla="*/ 40628 h 187462"/>
                <a:gd name="connsiteX383" fmla="*/ 46884 w 178964"/>
                <a:gd name="connsiteY383" fmla="*/ 36861 h 187462"/>
                <a:gd name="connsiteX384" fmla="*/ 43148 w 178964"/>
                <a:gd name="connsiteY384" fmla="*/ 34739 h 187462"/>
                <a:gd name="connsiteX385" fmla="*/ 40628 w 178964"/>
                <a:gd name="connsiteY385" fmla="*/ 25651 h 187462"/>
                <a:gd name="connsiteX386" fmla="*/ 38524 w 178964"/>
                <a:gd name="connsiteY386" fmla="*/ 29418 h 187462"/>
                <a:gd name="connsiteX387" fmla="*/ 42259 w 178964"/>
                <a:gd name="connsiteY387" fmla="*/ 31540 h 187462"/>
                <a:gd name="connsiteX388" fmla="*/ 44364 w 178964"/>
                <a:gd name="connsiteY388" fmla="*/ 27773 h 187462"/>
                <a:gd name="connsiteX389" fmla="*/ 40628 w 178964"/>
                <a:gd name="connsiteY389" fmla="*/ 25651 h 187462"/>
                <a:gd name="connsiteX390" fmla="*/ 38109 w 178964"/>
                <a:gd name="connsiteY390" fmla="*/ 16562 h 187462"/>
                <a:gd name="connsiteX391" fmla="*/ 36004 w 178964"/>
                <a:gd name="connsiteY391" fmla="*/ 20329 h 187462"/>
                <a:gd name="connsiteX392" fmla="*/ 39739 w 178964"/>
                <a:gd name="connsiteY392" fmla="*/ 22452 h 187462"/>
                <a:gd name="connsiteX393" fmla="*/ 41844 w 178964"/>
                <a:gd name="connsiteY393" fmla="*/ 18685 h 187462"/>
                <a:gd name="connsiteX394" fmla="*/ 38109 w 178964"/>
                <a:gd name="connsiteY394" fmla="*/ 16562 h 187462"/>
                <a:gd name="connsiteX395" fmla="*/ 35589 w 178964"/>
                <a:gd name="connsiteY395" fmla="*/ 7474 h 187462"/>
                <a:gd name="connsiteX396" fmla="*/ 33484 w 178964"/>
                <a:gd name="connsiteY396" fmla="*/ 11241 h 187462"/>
                <a:gd name="connsiteX397" fmla="*/ 37219 w 178964"/>
                <a:gd name="connsiteY397" fmla="*/ 13364 h 187462"/>
                <a:gd name="connsiteX398" fmla="*/ 39324 w 178964"/>
                <a:gd name="connsiteY398" fmla="*/ 9597 h 187462"/>
                <a:gd name="connsiteX399" fmla="*/ 35589 w 178964"/>
                <a:gd name="connsiteY399" fmla="*/ 7474 h 187462"/>
                <a:gd name="connsiteX400" fmla="*/ 81597 w 178964"/>
                <a:gd name="connsiteY400" fmla="*/ 180840 h 187462"/>
                <a:gd name="connsiteX401" fmla="*/ 79848 w 178964"/>
                <a:gd name="connsiteY401" fmla="*/ 184786 h 187462"/>
                <a:gd name="connsiteX402" fmla="*/ 83761 w 178964"/>
                <a:gd name="connsiteY402" fmla="*/ 186550 h 187462"/>
                <a:gd name="connsiteX403" fmla="*/ 85510 w 178964"/>
                <a:gd name="connsiteY403" fmla="*/ 182603 h 187462"/>
                <a:gd name="connsiteX404" fmla="*/ 81597 w 178964"/>
                <a:gd name="connsiteY404" fmla="*/ 180840 h 187462"/>
                <a:gd name="connsiteX405" fmla="*/ 78247 w 178964"/>
                <a:gd name="connsiteY405" fmla="*/ 171990 h 187462"/>
                <a:gd name="connsiteX406" fmla="*/ 76498 w 178964"/>
                <a:gd name="connsiteY406" fmla="*/ 175937 h 187462"/>
                <a:gd name="connsiteX407" fmla="*/ 80411 w 178964"/>
                <a:gd name="connsiteY407" fmla="*/ 177700 h 187462"/>
                <a:gd name="connsiteX408" fmla="*/ 82160 w 178964"/>
                <a:gd name="connsiteY408" fmla="*/ 173754 h 187462"/>
                <a:gd name="connsiteX409" fmla="*/ 78247 w 178964"/>
                <a:gd name="connsiteY409" fmla="*/ 171990 h 187462"/>
                <a:gd name="connsiteX410" fmla="*/ 74927 w 178964"/>
                <a:gd name="connsiteY410" fmla="*/ 163171 h 187462"/>
                <a:gd name="connsiteX411" fmla="*/ 73178 w 178964"/>
                <a:gd name="connsiteY411" fmla="*/ 167118 h 187462"/>
                <a:gd name="connsiteX412" fmla="*/ 77091 w 178964"/>
                <a:gd name="connsiteY412" fmla="*/ 168881 h 187462"/>
                <a:gd name="connsiteX413" fmla="*/ 78840 w 178964"/>
                <a:gd name="connsiteY413" fmla="*/ 164935 h 187462"/>
                <a:gd name="connsiteX414" fmla="*/ 74927 w 178964"/>
                <a:gd name="connsiteY414" fmla="*/ 163171 h 187462"/>
                <a:gd name="connsiteX415" fmla="*/ 71607 w 178964"/>
                <a:gd name="connsiteY415" fmla="*/ 154352 h 187462"/>
                <a:gd name="connsiteX416" fmla="*/ 69858 w 178964"/>
                <a:gd name="connsiteY416" fmla="*/ 158298 h 187462"/>
                <a:gd name="connsiteX417" fmla="*/ 73771 w 178964"/>
                <a:gd name="connsiteY417" fmla="*/ 160062 h 187462"/>
                <a:gd name="connsiteX418" fmla="*/ 75520 w 178964"/>
                <a:gd name="connsiteY418" fmla="*/ 156116 h 187462"/>
                <a:gd name="connsiteX419" fmla="*/ 71607 w 178964"/>
                <a:gd name="connsiteY419" fmla="*/ 154352 h 187462"/>
                <a:gd name="connsiteX420" fmla="*/ 68287 w 178964"/>
                <a:gd name="connsiteY420" fmla="*/ 145532 h 187462"/>
                <a:gd name="connsiteX421" fmla="*/ 66538 w 178964"/>
                <a:gd name="connsiteY421" fmla="*/ 149479 h 187462"/>
                <a:gd name="connsiteX422" fmla="*/ 70451 w 178964"/>
                <a:gd name="connsiteY422" fmla="*/ 151243 h 187462"/>
                <a:gd name="connsiteX423" fmla="*/ 72200 w 178964"/>
                <a:gd name="connsiteY423" fmla="*/ 147297 h 187462"/>
                <a:gd name="connsiteX424" fmla="*/ 68287 w 178964"/>
                <a:gd name="connsiteY424" fmla="*/ 145532 h 187462"/>
                <a:gd name="connsiteX425" fmla="*/ 64937 w 178964"/>
                <a:gd name="connsiteY425" fmla="*/ 136713 h 187462"/>
                <a:gd name="connsiteX426" fmla="*/ 63188 w 178964"/>
                <a:gd name="connsiteY426" fmla="*/ 140660 h 187462"/>
                <a:gd name="connsiteX427" fmla="*/ 67101 w 178964"/>
                <a:gd name="connsiteY427" fmla="*/ 142423 h 187462"/>
                <a:gd name="connsiteX428" fmla="*/ 68850 w 178964"/>
                <a:gd name="connsiteY428" fmla="*/ 138477 h 187462"/>
                <a:gd name="connsiteX429" fmla="*/ 64937 w 178964"/>
                <a:gd name="connsiteY429" fmla="*/ 136713 h 187462"/>
                <a:gd name="connsiteX430" fmla="*/ 61617 w 178964"/>
                <a:gd name="connsiteY430" fmla="*/ 127894 h 187462"/>
                <a:gd name="connsiteX431" fmla="*/ 59868 w 178964"/>
                <a:gd name="connsiteY431" fmla="*/ 131840 h 187462"/>
                <a:gd name="connsiteX432" fmla="*/ 63781 w 178964"/>
                <a:gd name="connsiteY432" fmla="*/ 133604 h 187462"/>
                <a:gd name="connsiteX433" fmla="*/ 65530 w 178964"/>
                <a:gd name="connsiteY433" fmla="*/ 129658 h 187462"/>
                <a:gd name="connsiteX434" fmla="*/ 61617 w 178964"/>
                <a:gd name="connsiteY434" fmla="*/ 127894 h 187462"/>
                <a:gd name="connsiteX435" fmla="*/ 58297 w 178964"/>
                <a:gd name="connsiteY435" fmla="*/ 119075 h 187462"/>
                <a:gd name="connsiteX436" fmla="*/ 56548 w 178964"/>
                <a:gd name="connsiteY436" fmla="*/ 123021 h 187462"/>
                <a:gd name="connsiteX437" fmla="*/ 60461 w 178964"/>
                <a:gd name="connsiteY437" fmla="*/ 124785 h 187462"/>
                <a:gd name="connsiteX438" fmla="*/ 62210 w 178964"/>
                <a:gd name="connsiteY438" fmla="*/ 120839 h 187462"/>
                <a:gd name="connsiteX439" fmla="*/ 58297 w 178964"/>
                <a:gd name="connsiteY439" fmla="*/ 119075 h 187462"/>
                <a:gd name="connsiteX440" fmla="*/ 54947 w 178964"/>
                <a:gd name="connsiteY440" fmla="*/ 110256 h 187462"/>
                <a:gd name="connsiteX441" fmla="*/ 53198 w 178964"/>
                <a:gd name="connsiteY441" fmla="*/ 114202 h 187462"/>
                <a:gd name="connsiteX442" fmla="*/ 57111 w 178964"/>
                <a:gd name="connsiteY442" fmla="*/ 115966 h 187462"/>
                <a:gd name="connsiteX443" fmla="*/ 58860 w 178964"/>
                <a:gd name="connsiteY443" fmla="*/ 112019 h 187462"/>
                <a:gd name="connsiteX444" fmla="*/ 54947 w 178964"/>
                <a:gd name="connsiteY444" fmla="*/ 110256 h 187462"/>
                <a:gd name="connsiteX445" fmla="*/ 51627 w 178964"/>
                <a:gd name="connsiteY445" fmla="*/ 101437 h 187462"/>
                <a:gd name="connsiteX446" fmla="*/ 49878 w 178964"/>
                <a:gd name="connsiteY446" fmla="*/ 105383 h 187462"/>
                <a:gd name="connsiteX447" fmla="*/ 53791 w 178964"/>
                <a:gd name="connsiteY447" fmla="*/ 107147 h 187462"/>
                <a:gd name="connsiteX448" fmla="*/ 55540 w 178964"/>
                <a:gd name="connsiteY448" fmla="*/ 103200 h 187462"/>
                <a:gd name="connsiteX449" fmla="*/ 51627 w 178964"/>
                <a:gd name="connsiteY449" fmla="*/ 101437 h 187462"/>
                <a:gd name="connsiteX450" fmla="*/ 48306 w 178964"/>
                <a:gd name="connsiteY450" fmla="*/ 92617 h 187462"/>
                <a:gd name="connsiteX451" fmla="*/ 46557 w 178964"/>
                <a:gd name="connsiteY451" fmla="*/ 96563 h 187462"/>
                <a:gd name="connsiteX452" fmla="*/ 50470 w 178964"/>
                <a:gd name="connsiteY452" fmla="*/ 98327 h 187462"/>
                <a:gd name="connsiteX453" fmla="*/ 52220 w 178964"/>
                <a:gd name="connsiteY453" fmla="*/ 94381 h 187462"/>
                <a:gd name="connsiteX454" fmla="*/ 48306 w 178964"/>
                <a:gd name="connsiteY454" fmla="*/ 92617 h 187462"/>
                <a:gd name="connsiteX455" fmla="*/ 44987 w 178964"/>
                <a:gd name="connsiteY455" fmla="*/ 83798 h 187462"/>
                <a:gd name="connsiteX456" fmla="*/ 43237 w 178964"/>
                <a:gd name="connsiteY456" fmla="*/ 87744 h 187462"/>
                <a:gd name="connsiteX457" fmla="*/ 47151 w 178964"/>
                <a:gd name="connsiteY457" fmla="*/ 89508 h 187462"/>
                <a:gd name="connsiteX458" fmla="*/ 48899 w 178964"/>
                <a:gd name="connsiteY458" fmla="*/ 85562 h 187462"/>
                <a:gd name="connsiteX459" fmla="*/ 44987 w 178964"/>
                <a:gd name="connsiteY459" fmla="*/ 83798 h 187462"/>
                <a:gd name="connsiteX460" fmla="*/ 41636 w 178964"/>
                <a:gd name="connsiteY460" fmla="*/ 74949 h 187462"/>
                <a:gd name="connsiteX461" fmla="*/ 39888 w 178964"/>
                <a:gd name="connsiteY461" fmla="*/ 78895 h 187462"/>
                <a:gd name="connsiteX462" fmla="*/ 43800 w 178964"/>
                <a:gd name="connsiteY462" fmla="*/ 80659 h 187462"/>
                <a:gd name="connsiteX463" fmla="*/ 45550 w 178964"/>
                <a:gd name="connsiteY463" fmla="*/ 76713 h 187462"/>
                <a:gd name="connsiteX464" fmla="*/ 41636 w 178964"/>
                <a:gd name="connsiteY464" fmla="*/ 74949 h 187462"/>
                <a:gd name="connsiteX465" fmla="*/ 38317 w 178964"/>
                <a:gd name="connsiteY465" fmla="*/ 66129 h 187462"/>
                <a:gd name="connsiteX466" fmla="*/ 36567 w 178964"/>
                <a:gd name="connsiteY466" fmla="*/ 70076 h 187462"/>
                <a:gd name="connsiteX467" fmla="*/ 40481 w 178964"/>
                <a:gd name="connsiteY467" fmla="*/ 71839 h 187462"/>
                <a:gd name="connsiteX468" fmla="*/ 42229 w 178964"/>
                <a:gd name="connsiteY468" fmla="*/ 67893 h 187462"/>
                <a:gd name="connsiteX469" fmla="*/ 38317 w 178964"/>
                <a:gd name="connsiteY469" fmla="*/ 66129 h 187462"/>
                <a:gd name="connsiteX470" fmla="*/ 34996 w 178964"/>
                <a:gd name="connsiteY470" fmla="*/ 57310 h 187462"/>
                <a:gd name="connsiteX471" fmla="*/ 33247 w 178964"/>
                <a:gd name="connsiteY471" fmla="*/ 61257 h 187462"/>
                <a:gd name="connsiteX472" fmla="*/ 37160 w 178964"/>
                <a:gd name="connsiteY472" fmla="*/ 63020 h 187462"/>
                <a:gd name="connsiteX473" fmla="*/ 38909 w 178964"/>
                <a:gd name="connsiteY473" fmla="*/ 59074 h 187462"/>
                <a:gd name="connsiteX474" fmla="*/ 34996 w 178964"/>
                <a:gd name="connsiteY474" fmla="*/ 57310 h 187462"/>
                <a:gd name="connsiteX475" fmla="*/ 31676 w 178964"/>
                <a:gd name="connsiteY475" fmla="*/ 48491 h 187462"/>
                <a:gd name="connsiteX476" fmla="*/ 29927 w 178964"/>
                <a:gd name="connsiteY476" fmla="*/ 52437 h 187462"/>
                <a:gd name="connsiteX477" fmla="*/ 33840 w 178964"/>
                <a:gd name="connsiteY477" fmla="*/ 54201 h 187462"/>
                <a:gd name="connsiteX478" fmla="*/ 35589 w 178964"/>
                <a:gd name="connsiteY478" fmla="*/ 50255 h 187462"/>
                <a:gd name="connsiteX479" fmla="*/ 31676 w 178964"/>
                <a:gd name="connsiteY479" fmla="*/ 48491 h 187462"/>
                <a:gd name="connsiteX480" fmla="*/ 28326 w 178964"/>
                <a:gd name="connsiteY480" fmla="*/ 39672 h 187462"/>
                <a:gd name="connsiteX481" fmla="*/ 26577 w 178964"/>
                <a:gd name="connsiteY481" fmla="*/ 43618 h 187462"/>
                <a:gd name="connsiteX482" fmla="*/ 30490 w 178964"/>
                <a:gd name="connsiteY482" fmla="*/ 45382 h 187462"/>
                <a:gd name="connsiteX483" fmla="*/ 32239 w 178964"/>
                <a:gd name="connsiteY483" fmla="*/ 41436 h 187462"/>
                <a:gd name="connsiteX484" fmla="*/ 28326 w 178964"/>
                <a:gd name="connsiteY484" fmla="*/ 39672 h 187462"/>
                <a:gd name="connsiteX485" fmla="*/ 25006 w 178964"/>
                <a:gd name="connsiteY485" fmla="*/ 30852 h 187462"/>
                <a:gd name="connsiteX486" fmla="*/ 23257 w 178964"/>
                <a:gd name="connsiteY486" fmla="*/ 34799 h 187462"/>
                <a:gd name="connsiteX487" fmla="*/ 27170 w 178964"/>
                <a:gd name="connsiteY487" fmla="*/ 36562 h 187462"/>
                <a:gd name="connsiteX488" fmla="*/ 28919 w 178964"/>
                <a:gd name="connsiteY488" fmla="*/ 32616 h 187462"/>
                <a:gd name="connsiteX489" fmla="*/ 25006 w 178964"/>
                <a:gd name="connsiteY489" fmla="*/ 30852 h 187462"/>
                <a:gd name="connsiteX490" fmla="*/ 21686 w 178964"/>
                <a:gd name="connsiteY490" fmla="*/ 22033 h 187462"/>
                <a:gd name="connsiteX491" fmla="*/ 19937 w 178964"/>
                <a:gd name="connsiteY491" fmla="*/ 25979 h 187462"/>
                <a:gd name="connsiteX492" fmla="*/ 23850 w 178964"/>
                <a:gd name="connsiteY492" fmla="*/ 27743 h 187462"/>
                <a:gd name="connsiteX493" fmla="*/ 25599 w 178964"/>
                <a:gd name="connsiteY493" fmla="*/ 23797 h 187462"/>
                <a:gd name="connsiteX494" fmla="*/ 21686 w 178964"/>
                <a:gd name="connsiteY494" fmla="*/ 22033 h 187462"/>
                <a:gd name="connsiteX495" fmla="*/ 18366 w 178964"/>
                <a:gd name="connsiteY495" fmla="*/ 13214 h 187462"/>
                <a:gd name="connsiteX496" fmla="*/ 16617 w 178964"/>
                <a:gd name="connsiteY496" fmla="*/ 17160 h 187462"/>
                <a:gd name="connsiteX497" fmla="*/ 20530 w 178964"/>
                <a:gd name="connsiteY497" fmla="*/ 18924 h 187462"/>
                <a:gd name="connsiteX498" fmla="*/ 22279 w 178964"/>
                <a:gd name="connsiteY498" fmla="*/ 14978 h 187462"/>
                <a:gd name="connsiteX499" fmla="*/ 18366 w 178964"/>
                <a:gd name="connsiteY499" fmla="*/ 13214 h 187462"/>
                <a:gd name="connsiteX500" fmla="*/ 79759 w 178964"/>
                <a:gd name="connsiteY500" fmla="*/ 181647 h 187462"/>
                <a:gd name="connsiteX501" fmla="*/ 78366 w 178964"/>
                <a:gd name="connsiteY501" fmla="*/ 185742 h 187462"/>
                <a:gd name="connsiteX502" fmla="*/ 82427 w 178964"/>
                <a:gd name="connsiteY502" fmla="*/ 187148 h 187462"/>
                <a:gd name="connsiteX503" fmla="*/ 83820 w 178964"/>
                <a:gd name="connsiteY503" fmla="*/ 183052 h 187462"/>
                <a:gd name="connsiteX504" fmla="*/ 79759 w 178964"/>
                <a:gd name="connsiteY504" fmla="*/ 181647 h 187462"/>
                <a:gd name="connsiteX505" fmla="*/ 75668 w 178964"/>
                <a:gd name="connsiteY505" fmla="*/ 173157 h 187462"/>
                <a:gd name="connsiteX506" fmla="*/ 74275 w 178964"/>
                <a:gd name="connsiteY506" fmla="*/ 177252 h 187462"/>
                <a:gd name="connsiteX507" fmla="*/ 78336 w 178964"/>
                <a:gd name="connsiteY507" fmla="*/ 178657 h 187462"/>
                <a:gd name="connsiteX508" fmla="*/ 79730 w 178964"/>
                <a:gd name="connsiteY508" fmla="*/ 174561 h 187462"/>
                <a:gd name="connsiteX509" fmla="*/ 75668 w 178964"/>
                <a:gd name="connsiteY509" fmla="*/ 173157 h 187462"/>
                <a:gd name="connsiteX510" fmla="*/ 71548 w 178964"/>
                <a:gd name="connsiteY510" fmla="*/ 164666 h 187462"/>
                <a:gd name="connsiteX511" fmla="*/ 70155 w 178964"/>
                <a:gd name="connsiteY511" fmla="*/ 168762 h 187462"/>
                <a:gd name="connsiteX512" fmla="*/ 74216 w 178964"/>
                <a:gd name="connsiteY512" fmla="*/ 170167 h 187462"/>
                <a:gd name="connsiteX513" fmla="*/ 75609 w 178964"/>
                <a:gd name="connsiteY513" fmla="*/ 166071 h 187462"/>
                <a:gd name="connsiteX514" fmla="*/ 71548 w 178964"/>
                <a:gd name="connsiteY514" fmla="*/ 164666 h 187462"/>
                <a:gd name="connsiteX515" fmla="*/ 67457 w 178964"/>
                <a:gd name="connsiteY515" fmla="*/ 156175 h 187462"/>
                <a:gd name="connsiteX516" fmla="*/ 66063 w 178964"/>
                <a:gd name="connsiteY516" fmla="*/ 160271 h 187462"/>
                <a:gd name="connsiteX517" fmla="*/ 70125 w 178964"/>
                <a:gd name="connsiteY517" fmla="*/ 161676 h 187462"/>
                <a:gd name="connsiteX518" fmla="*/ 71518 w 178964"/>
                <a:gd name="connsiteY518" fmla="*/ 157580 h 187462"/>
                <a:gd name="connsiteX519" fmla="*/ 67457 w 178964"/>
                <a:gd name="connsiteY519" fmla="*/ 156175 h 187462"/>
                <a:gd name="connsiteX520" fmla="*/ 63336 w 178964"/>
                <a:gd name="connsiteY520" fmla="*/ 147715 h 187462"/>
                <a:gd name="connsiteX521" fmla="*/ 61943 w 178964"/>
                <a:gd name="connsiteY521" fmla="*/ 151811 h 187462"/>
                <a:gd name="connsiteX522" fmla="*/ 66004 w 178964"/>
                <a:gd name="connsiteY522" fmla="*/ 153216 h 187462"/>
                <a:gd name="connsiteX523" fmla="*/ 67397 w 178964"/>
                <a:gd name="connsiteY523" fmla="*/ 149120 h 187462"/>
                <a:gd name="connsiteX524" fmla="*/ 63336 w 178964"/>
                <a:gd name="connsiteY524" fmla="*/ 147715 h 187462"/>
                <a:gd name="connsiteX525" fmla="*/ 59215 w 178964"/>
                <a:gd name="connsiteY525" fmla="*/ 139225 h 187462"/>
                <a:gd name="connsiteX526" fmla="*/ 57822 w 178964"/>
                <a:gd name="connsiteY526" fmla="*/ 143321 h 187462"/>
                <a:gd name="connsiteX527" fmla="*/ 61884 w 178964"/>
                <a:gd name="connsiteY527" fmla="*/ 144726 h 187462"/>
                <a:gd name="connsiteX528" fmla="*/ 63277 w 178964"/>
                <a:gd name="connsiteY528" fmla="*/ 140630 h 187462"/>
                <a:gd name="connsiteX529" fmla="*/ 59215 w 178964"/>
                <a:gd name="connsiteY529" fmla="*/ 139225 h 187462"/>
                <a:gd name="connsiteX530" fmla="*/ 55125 w 178964"/>
                <a:gd name="connsiteY530" fmla="*/ 130734 h 187462"/>
                <a:gd name="connsiteX531" fmla="*/ 53732 w 178964"/>
                <a:gd name="connsiteY531" fmla="*/ 134830 h 187462"/>
                <a:gd name="connsiteX532" fmla="*/ 57793 w 178964"/>
                <a:gd name="connsiteY532" fmla="*/ 136235 h 187462"/>
                <a:gd name="connsiteX533" fmla="*/ 59186 w 178964"/>
                <a:gd name="connsiteY533" fmla="*/ 132139 h 187462"/>
                <a:gd name="connsiteX534" fmla="*/ 55125 w 178964"/>
                <a:gd name="connsiteY534" fmla="*/ 130734 h 187462"/>
                <a:gd name="connsiteX535" fmla="*/ 51004 w 178964"/>
                <a:gd name="connsiteY535" fmla="*/ 122274 h 187462"/>
                <a:gd name="connsiteX536" fmla="*/ 49611 w 178964"/>
                <a:gd name="connsiteY536" fmla="*/ 126369 h 187462"/>
                <a:gd name="connsiteX537" fmla="*/ 53672 w 178964"/>
                <a:gd name="connsiteY537" fmla="*/ 127774 h 187462"/>
                <a:gd name="connsiteX538" fmla="*/ 55065 w 178964"/>
                <a:gd name="connsiteY538" fmla="*/ 123679 h 187462"/>
                <a:gd name="connsiteX539" fmla="*/ 51004 w 178964"/>
                <a:gd name="connsiteY539" fmla="*/ 122274 h 187462"/>
                <a:gd name="connsiteX540" fmla="*/ 46913 w 178964"/>
                <a:gd name="connsiteY540" fmla="*/ 113783 h 187462"/>
                <a:gd name="connsiteX541" fmla="*/ 45520 w 178964"/>
                <a:gd name="connsiteY541" fmla="*/ 117879 h 187462"/>
                <a:gd name="connsiteX542" fmla="*/ 49581 w 178964"/>
                <a:gd name="connsiteY542" fmla="*/ 119284 h 187462"/>
                <a:gd name="connsiteX543" fmla="*/ 50974 w 178964"/>
                <a:gd name="connsiteY543" fmla="*/ 115189 h 187462"/>
                <a:gd name="connsiteX544" fmla="*/ 46913 w 178964"/>
                <a:gd name="connsiteY544" fmla="*/ 113783 h 187462"/>
                <a:gd name="connsiteX545" fmla="*/ 42793 w 178964"/>
                <a:gd name="connsiteY545" fmla="*/ 105293 h 187462"/>
                <a:gd name="connsiteX546" fmla="*/ 41399 w 178964"/>
                <a:gd name="connsiteY546" fmla="*/ 109389 h 187462"/>
                <a:gd name="connsiteX547" fmla="*/ 45461 w 178964"/>
                <a:gd name="connsiteY547" fmla="*/ 110794 h 187462"/>
                <a:gd name="connsiteX548" fmla="*/ 46854 w 178964"/>
                <a:gd name="connsiteY548" fmla="*/ 106698 h 187462"/>
                <a:gd name="connsiteX549" fmla="*/ 42793 w 178964"/>
                <a:gd name="connsiteY549" fmla="*/ 105293 h 187462"/>
                <a:gd name="connsiteX550" fmla="*/ 38702 w 178964"/>
                <a:gd name="connsiteY550" fmla="*/ 96832 h 187462"/>
                <a:gd name="connsiteX551" fmla="*/ 37308 w 178964"/>
                <a:gd name="connsiteY551" fmla="*/ 100928 h 187462"/>
                <a:gd name="connsiteX552" fmla="*/ 41369 w 178964"/>
                <a:gd name="connsiteY552" fmla="*/ 102333 h 187462"/>
                <a:gd name="connsiteX553" fmla="*/ 42763 w 178964"/>
                <a:gd name="connsiteY553" fmla="*/ 98237 h 187462"/>
                <a:gd name="connsiteX554" fmla="*/ 38702 w 178964"/>
                <a:gd name="connsiteY554" fmla="*/ 96832 h 187462"/>
                <a:gd name="connsiteX555" fmla="*/ 34581 w 178964"/>
                <a:gd name="connsiteY555" fmla="*/ 88342 h 187462"/>
                <a:gd name="connsiteX556" fmla="*/ 33188 w 178964"/>
                <a:gd name="connsiteY556" fmla="*/ 92438 h 187462"/>
                <a:gd name="connsiteX557" fmla="*/ 37249 w 178964"/>
                <a:gd name="connsiteY557" fmla="*/ 93843 h 187462"/>
                <a:gd name="connsiteX558" fmla="*/ 38642 w 178964"/>
                <a:gd name="connsiteY558" fmla="*/ 89747 h 187462"/>
                <a:gd name="connsiteX559" fmla="*/ 34581 w 178964"/>
                <a:gd name="connsiteY559" fmla="*/ 88342 h 187462"/>
                <a:gd name="connsiteX560" fmla="*/ 30460 w 178964"/>
                <a:gd name="connsiteY560" fmla="*/ 79851 h 187462"/>
                <a:gd name="connsiteX561" fmla="*/ 29067 w 178964"/>
                <a:gd name="connsiteY561" fmla="*/ 83947 h 187462"/>
                <a:gd name="connsiteX562" fmla="*/ 33129 w 178964"/>
                <a:gd name="connsiteY562" fmla="*/ 85353 h 187462"/>
                <a:gd name="connsiteX563" fmla="*/ 34522 w 178964"/>
                <a:gd name="connsiteY563" fmla="*/ 81257 h 187462"/>
                <a:gd name="connsiteX564" fmla="*/ 30460 w 178964"/>
                <a:gd name="connsiteY564" fmla="*/ 79851 h 187462"/>
                <a:gd name="connsiteX565" fmla="*/ 26370 w 178964"/>
                <a:gd name="connsiteY565" fmla="*/ 71391 h 187462"/>
                <a:gd name="connsiteX566" fmla="*/ 24977 w 178964"/>
                <a:gd name="connsiteY566" fmla="*/ 75487 h 187462"/>
                <a:gd name="connsiteX567" fmla="*/ 29038 w 178964"/>
                <a:gd name="connsiteY567" fmla="*/ 76892 h 187462"/>
                <a:gd name="connsiteX568" fmla="*/ 30431 w 178964"/>
                <a:gd name="connsiteY568" fmla="*/ 72796 h 187462"/>
                <a:gd name="connsiteX569" fmla="*/ 26370 w 178964"/>
                <a:gd name="connsiteY569" fmla="*/ 71391 h 187462"/>
                <a:gd name="connsiteX570" fmla="*/ 22249 w 178964"/>
                <a:gd name="connsiteY570" fmla="*/ 62901 h 187462"/>
                <a:gd name="connsiteX571" fmla="*/ 20856 w 178964"/>
                <a:gd name="connsiteY571" fmla="*/ 66996 h 187462"/>
                <a:gd name="connsiteX572" fmla="*/ 24917 w 178964"/>
                <a:gd name="connsiteY572" fmla="*/ 68401 h 187462"/>
                <a:gd name="connsiteX573" fmla="*/ 26310 w 178964"/>
                <a:gd name="connsiteY573" fmla="*/ 64306 h 187462"/>
                <a:gd name="connsiteX574" fmla="*/ 22249 w 178964"/>
                <a:gd name="connsiteY574" fmla="*/ 62901 h 187462"/>
                <a:gd name="connsiteX575" fmla="*/ 18158 w 178964"/>
                <a:gd name="connsiteY575" fmla="*/ 54410 h 187462"/>
                <a:gd name="connsiteX576" fmla="*/ 16765 w 178964"/>
                <a:gd name="connsiteY576" fmla="*/ 58506 h 187462"/>
                <a:gd name="connsiteX577" fmla="*/ 20826 w 178964"/>
                <a:gd name="connsiteY577" fmla="*/ 59911 h 187462"/>
                <a:gd name="connsiteX578" fmla="*/ 22219 w 178964"/>
                <a:gd name="connsiteY578" fmla="*/ 55816 h 187462"/>
                <a:gd name="connsiteX579" fmla="*/ 18158 w 178964"/>
                <a:gd name="connsiteY579" fmla="*/ 54410 h 187462"/>
                <a:gd name="connsiteX580" fmla="*/ 14037 w 178964"/>
                <a:gd name="connsiteY580" fmla="*/ 45950 h 187462"/>
                <a:gd name="connsiteX581" fmla="*/ 12644 w 178964"/>
                <a:gd name="connsiteY581" fmla="*/ 50045 h 187462"/>
                <a:gd name="connsiteX582" fmla="*/ 16706 w 178964"/>
                <a:gd name="connsiteY582" fmla="*/ 51451 h 187462"/>
                <a:gd name="connsiteX583" fmla="*/ 18099 w 178964"/>
                <a:gd name="connsiteY583" fmla="*/ 47355 h 187462"/>
                <a:gd name="connsiteX584" fmla="*/ 14037 w 178964"/>
                <a:gd name="connsiteY584" fmla="*/ 45950 h 187462"/>
                <a:gd name="connsiteX585" fmla="*/ 9917 w 178964"/>
                <a:gd name="connsiteY585" fmla="*/ 37460 h 187462"/>
                <a:gd name="connsiteX586" fmla="*/ 8524 w 178964"/>
                <a:gd name="connsiteY586" fmla="*/ 41555 h 187462"/>
                <a:gd name="connsiteX587" fmla="*/ 12585 w 178964"/>
                <a:gd name="connsiteY587" fmla="*/ 42960 h 187462"/>
                <a:gd name="connsiteX588" fmla="*/ 13979 w 178964"/>
                <a:gd name="connsiteY588" fmla="*/ 38865 h 187462"/>
                <a:gd name="connsiteX589" fmla="*/ 9917 w 178964"/>
                <a:gd name="connsiteY589" fmla="*/ 37460 h 187462"/>
                <a:gd name="connsiteX590" fmla="*/ 5826 w 178964"/>
                <a:gd name="connsiteY590" fmla="*/ 28969 h 187462"/>
                <a:gd name="connsiteX591" fmla="*/ 4433 w 178964"/>
                <a:gd name="connsiteY591" fmla="*/ 33065 h 187462"/>
                <a:gd name="connsiteX592" fmla="*/ 8494 w 178964"/>
                <a:gd name="connsiteY592" fmla="*/ 34470 h 187462"/>
                <a:gd name="connsiteX593" fmla="*/ 9887 w 178964"/>
                <a:gd name="connsiteY593" fmla="*/ 30374 h 187462"/>
                <a:gd name="connsiteX594" fmla="*/ 5826 w 178964"/>
                <a:gd name="connsiteY594" fmla="*/ 28969 h 187462"/>
                <a:gd name="connsiteX595" fmla="*/ 1706 w 178964"/>
                <a:gd name="connsiteY595" fmla="*/ 20508 h 187462"/>
                <a:gd name="connsiteX596" fmla="*/ 312 w 178964"/>
                <a:gd name="connsiteY596" fmla="*/ 24604 h 187462"/>
                <a:gd name="connsiteX597" fmla="*/ 4374 w 178964"/>
                <a:gd name="connsiteY597" fmla="*/ 26009 h 187462"/>
                <a:gd name="connsiteX598" fmla="*/ 5767 w 178964"/>
                <a:gd name="connsiteY598" fmla="*/ 21914 h 187462"/>
                <a:gd name="connsiteX599" fmla="*/ 1706 w 178964"/>
                <a:gd name="connsiteY599" fmla="*/ 20508 h 187462"/>
                <a:gd name="connsiteX600" fmla="*/ 88326 w 178964"/>
                <a:gd name="connsiteY600" fmla="*/ 182215 h 187462"/>
                <a:gd name="connsiteX601" fmla="*/ 91053 w 178964"/>
                <a:gd name="connsiteY601" fmla="*/ 185533 h 187462"/>
                <a:gd name="connsiteX602" fmla="*/ 94344 w 178964"/>
                <a:gd name="connsiteY602" fmla="*/ 182783 h 187462"/>
                <a:gd name="connsiteX603" fmla="*/ 91617 w 178964"/>
                <a:gd name="connsiteY603" fmla="*/ 179465 h 187462"/>
                <a:gd name="connsiteX604" fmla="*/ 88326 w 178964"/>
                <a:gd name="connsiteY604" fmla="*/ 182215 h 187462"/>
                <a:gd name="connsiteX605" fmla="*/ 89156 w 178964"/>
                <a:gd name="connsiteY605" fmla="*/ 172798 h 187462"/>
                <a:gd name="connsiteX606" fmla="*/ 91884 w 178964"/>
                <a:gd name="connsiteY606" fmla="*/ 176116 h 187462"/>
                <a:gd name="connsiteX607" fmla="*/ 95174 w 178964"/>
                <a:gd name="connsiteY607" fmla="*/ 173366 h 187462"/>
                <a:gd name="connsiteX608" fmla="*/ 92447 w 178964"/>
                <a:gd name="connsiteY608" fmla="*/ 170047 h 187462"/>
                <a:gd name="connsiteX609" fmla="*/ 89156 w 178964"/>
                <a:gd name="connsiteY609" fmla="*/ 172798 h 187462"/>
                <a:gd name="connsiteX610" fmla="*/ 90016 w 178964"/>
                <a:gd name="connsiteY610" fmla="*/ 163411 h 187462"/>
                <a:gd name="connsiteX611" fmla="*/ 92743 w 178964"/>
                <a:gd name="connsiteY611" fmla="*/ 166729 h 187462"/>
                <a:gd name="connsiteX612" fmla="*/ 96034 w 178964"/>
                <a:gd name="connsiteY612" fmla="*/ 163978 h 187462"/>
                <a:gd name="connsiteX613" fmla="*/ 93306 w 178964"/>
                <a:gd name="connsiteY613" fmla="*/ 160660 h 187462"/>
                <a:gd name="connsiteX614" fmla="*/ 90016 w 178964"/>
                <a:gd name="connsiteY614" fmla="*/ 163411 h 187462"/>
                <a:gd name="connsiteX615" fmla="*/ 90875 w 178964"/>
                <a:gd name="connsiteY615" fmla="*/ 153993 h 187462"/>
                <a:gd name="connsiteX616" fmla="*/ 93603 w 178964"/>
                <a:gd name="connsiteY616" fmla="*/ 157312 h 187462"/>
                <a:gd name="connsiteX617" fmla="*/ 96893 w 178964"/>
                <a:gd name="connsiteY617" fmla="*/ 154561 h 187462"/>
                <a:gd name="connsiteX618" fmla="*/ 94166 w 178964"/>
                <a:gd name="connsiteY618" fmla="*/ 151243 h 187462"/>
                <a:gd name="connsiteX619" fmla="*/ 90875 w 178964"/>
                <a:gd name="connsiteY619" fmla="*/ 153993 h 187462"/>
                <a:gd name="connsiteX620" fmla="*/ 91706 w 178964"/>
                <a:gd name="connsiteY620" fmla="*/ 144606 h 187462"/>
                <a:gd name="connsiteX621" fmla="*/ 94433 w 178964"/>
                <a:gd name="connsiteY621" fmla="*/ 147924 h 187462"/>
                <a:gd name="connsiteX622" fmla="*/ 97723 w 178964"/>
                <a:gd name="connsiteY622" fmla="*/ 145174 h 187462"/>
                <a:gd name="connsiteX623" fmla="*/ 94996 w 178964"/>
                <a:gd name="connsiteY623" fmla="*/ 141855 h 187462"/>
                <a:gd name="connsiteX624" fmla="*/ 91706 w 178964"/>
                <a:gd name="connsiteY624" fmla="*/ 144606 h 187462"/>
                <a:gd name="connsiteX625" fmla="*/ 92565 w 178964"/>
                <a:gd name="connsiteY625" fmla="*/ 135189 h 187462"/>
                <a:gd name="connsiteX626" fmla="*/ 95293 w 178964"/>
                <a:gd name="connsiteY626" fmla="*/ 138507 h 187462"/>
                <a:gd name="connsiteX627" fmla="*/ 98583 w 178964"/>
                <a:gd name="connsiteY627" fmla="*/ 135757 h 187462"/>
                <a:gd name="connsiteX628" fmla="*/ 95856 w 178964"/>
                <a:gd name="connsiteY628" fmla="*/ 132438 h 187462"/>
                <a:gd name="connsiteX629" fmla="*/ 92565 w 178964"/>
                <a:gd name="connsiteY629" fmla="*/ 135189 h 187462"/>
                <a:gd name="connsiteX630" fmla="*/ 93425 w 178964"/>
                <a:gd name="connsiteY630" fmla="*/ 125801 h 187462"/>
                <a:gd name="connsiteX631" fmla="*/ 96152 w 178964"/>
                <a:gd name="connsiteY631" fmla="*/ 129120 h 187462"/>
                <a:gd name="connsiteX632" fmla="*/ 99443 w 178964"/>
                <a:gd name="connsiteY632" fmla="*/ 126369 h 187462"/>
                <a:gd name="connsiteX633" fmla="*/ 96716 w 178964"/>
                <a:gd name="connsiteY633" fmla="*/ 123051 h 187462"/>
                <a:gd name="connsiteX634" fmla="*/ 93425 w 178964"/>
                <a:gd name="connsiteY634" fmla="*/ 125801 h 187462"/>
                <a:gd name="connsiteX635" fmla="*/ 94255 w 178964"/>
                <a:gd name="connsiteY635" fmla="*/ 116414 h 187462"/>
                <a:gd name="connsiteX636" fmla="*/ 96982 w 178964"/>
                <a:gd name="connsiteY636" fmla="*/ 119732 h 187462"/>
                <a:gd name="connsiteX637" fmla="*/ 100273 w 178964"/>
                <a:gd name="connsiteY637" fmla="*/ 116982 h 187462"/>
                <a:gd name="connsiteX638" fmla="*/ 97545 w 178964"/>
                <a:gd name="connsiteY638" fmla="*/ 113664 h 187462"/>
                <a:gd name="connsiteX639" fmla="*/ 94255 w 178964"/>
                <a:gd name="connsiteY639" fmla="*/ 116414 h 187462"/>
                <a:gd name="connsiteX640" fmla="*/ 95115 w 178964"/>
                <a:gd name="connsiteY640" fmla="*/ 106997 h 187462"/>
                <a:gd name="connsiteX641" fmla="*/ 97842 w 178964"/>
                <a:gd name="connsiteY641" fmla="*/ 110315 h 187462"/>
                <a:gd name="connsiteX642" fmla="*/ 101133 w 178964"/>
                <a:gd name="connsiteY642" fmla="*/ 107565 h 187462"/>
                <a:gd name="connsiteX643" fmla="*/ 98405 w 178964"/>
                <a:gd name="connsiteY643" fmla="*/ 104246 h 187462"/>
                <a:gd name="connsiteX644" fmla="*/ 95115 w 178964"/>
                <a:gd name="connsiteY644" fmla="*/ 106997 h 187462"/>
                <a:gd name="connsiteX645" fmla="*/ 95975 w 178964"/>
                <a:gd name="connsiteY645" fmla="*/ 97609 h 187462"/>
                <a:gd name="connsiteX646" fmla="*/ 98702 w 178964"/>
                <a:gd name="connsiteY646" fmla="*/ 100928 h 187462"/>
                <a:gd name="connsiteX647" fmla="*/ 101992 w 178964"/>
                <a:gd name="connsiteY647" fmla="*/ 98178 h 187462"/>
                <a:gd name="connsiteX648" fmla="*/ 99265 w 178964"/>
                <a:gd name="connsiteY648" fmla="*/ 94859 h 187462"/>
                <a:gd name="connsiteX649" fmla="*/ 95975 w 178964"/>
                <a:gd name="connsiteY649" fmla="*/ 97609 h 187462"/>
                <a:gd name="connsiteX650" fmla="*/ 96805 w 178964"/>
                <a:gd name="connsiteY650" fmla="*/ 88192 h 187462"/>
                <a:gd name="connsiteX651" fmla="*/ 99532 w 178964"/>
                <a:gd name="connsiteY651" fmla="*/ 91511 h 187462"/>
                <a:gd name="connsiteX652" fmla="*/ 102822 w 178964"/>
                <a:gd name="connsiteY652" fmla="*/ 88761 h 187462"/>
                <a:gd name="connsiteX653" fmla="*/ 100095 w 178964"/>
                <a:gd name="connsiteY653" fmla="*/ 85442 h 187462"/>
                <a:gd name="connsiteX654" fmla="*/ 96805 w 178964"/>
                <a:gd name="connsiteY654" fmla="*/ 88192 h 187462"/>
                <a:gd name="connsiteX655" fmla="*/ 97664 w 178964"/>
                <a:gd name="connsiteY655" fmla="*/ 78805 h 187462"/>
                <a:gd name="connsiteX656" fmla="*/ 100392 w 178964"/>
                <a:gd name="connsiteY656" fmla="*/ 82124 h 187462"/>
                <a:gd name="connsiteX657" fmla="*/ 103682 w 178964"/>
                <a:gd name="connsiteY657" fmla="*/ 79373 h 187462"/>
                <a:gd name="connsiteX658" fmla="*/ 100955 w 178964"/>
                <a:gd name="connsiteY658" fmla="*/ 76055 h 187462"/>
                <a:gd name="connsiteX659" fmla="*/ 97664 w 178964"/>
                <a:gd name="connsiteY659" fmla="*/ 78805 h 187462"/>
                <a:gd name="connsiteX660" fmla="*/ 98524 w 178964"/>
                <a:gd name="connsiteY660" fmla="*/ 69418 h 187462"/>
                <a:gd name="connsiteX661" fmla="*/ 101251 w 178964"/>
                <a:gd name="connsiteY661" fmla="*/ 72736 h 187462"/>
                <a:gd name="connsiteX662" fmla="*/ 104542 w 178964"/>
                <a:gd name="connsiteY662" fmla="*/ 69986 h 187462"/>
                <a:gd name="connsiteX663" fmla="*/ 101815 w 178964"/>
                <a:gd name="connsiteY663" fmla="*/ 66668 h 187462"/>
                <a:gd name="connsiteX664" fmla="*/ 98524 w 178964"/>
                <a:gd name="connsiteY664" fmla="*/ 69418 h 187462"/>
                <a:gd name="connsiteX665" fmla="*/ 99354 w 178964"/>
                <a:gd name="connsiteY665" fmla="*/ 60001 h 187462"/>
                <a:gd name="connsiteX666" fmla="*/ 102081 w 178964"/>
                <a:gd name="connsiteY666" fmla="*/ 63319 h 187462"/>
                <a:gd name="connsiteX667" fmla="*/ 105372 w 178964"/>
                <a:gd name="connsiteY667" fmla="*/ 60569 h 187462"/>
                <a:gd name="connsiteX668" fmla="*/ 102645 w 178964"/>
                <a:gd name="connsiteY668" fmla="*/ 57251 h 187462"/>
                <a:gd name="connsiteX669" fmla="*/ 99354 w 178964"/>
                <a:gd name="connsiteY669" fmla="*/ 60001 h 187462"/>
                <a:gd name="connsiteX670" fmla="*/ 100214 w 178964"/>
                <a:gd name="connsiteY670" fmla="*/ 50613 h 187462"/>
                <a:gd name="connsiteX671" fmla="*/ 102941 w 178964"/>
                <a:gd name="connsiteY671" fmla="*/ 53932 h 187462"/>
                <a:gd name="connsiteX672" fmla="*/ 106232 w 178964"/>
                <a:gd name="connsiteY672" fmla="*/ 51182 h 187462"/>
                <a:gd name="connsiteX673" fmla="*/ 103504 w 178964"/>
                <a:gd name="connsiteY673" fmla="*/ 47863 h 187462"/>
                <a:gd name="connsiteX674" fmla="*/ 100214 w 178964"/>
                <a:gd name="connsiteY674" fmla="*/ 50613 h 187462"/>
                <a:gd name="connsiteX675" fmla="*/ 101073 w 178964"/>
                <a:gd name="connsiteY675" fmla="*/ 41196 h 187462"/>
                <a:gd name="connsiteX676" fmla="*/ 103801 w 178964"/>
                <a:gd name="connsiteY676" fmla="*/ 44515 h 187462"/>
                <a:gd name="connsiteX677" fmla="*/ 107091 w 178964"/>
                <a:gd name="connsiteY677" fmla="*/ 41765 h 187462"/>
                <a:gd name="connsiteX678" fmla="*/ 104364 w 178964"/>
                <a:gd name="connsiteY678" fmla="*/ 38446 h 187462"/>
                <a:gd name="connsiteX679" fmla="*/ 101073 w 178964"/>
                <a:gd name="connsiteY679" fmla="*/ 41196 h 187462"/>
                <a:gd name="connsiteX680" fmla="*/ 101904 w 178964"/>
                <a:gd name="connsiteY680" fmla="*/ 31809 h 187462"/>
                <a:gd name="connsiteX681" fmla="*/ 104631 w 178964"/>
                <a:gd name="connsiteY681" fmla="*/ 35128 h 187462"/>
                <a:gd name="connsiteX682" fmla="*/ 107921 w 178964"/>
                <a:gd name="connsiteY682" fmla="*/ 32377 h 187462"/>
                <a:gd name="connsiteX683" fmla="*/ 105194 w 178964"/>
                <a:gd name="connsiteY683" fmla="*/ 29059 h 187462"/>
                <a:gd name="connsiteX684" fmla="*/ 101904 w 178964"/>
                <a:gd name="connsiteY684" fmla="*/ 31809 h 187462"/>
                <a:gd name="connsiteX685" fmla="*/ 102763 w 178964"/>
                <a:gd name="connsiteY685" fmla="*/ 22392 h 187462"/>
                <a:gd name="connsiteX686" fmla="*/ 105490 w 178964"/>
                <a:gd name="connsiteY686" fmla="*/ 25711 h 187462"/>
                <a:gd name="connsiteX687" fmla="*/ 108781 w 178964"/>
                <a:gd name="connsiteY687" fmla="*/ 22960 h 187462"/>
                <a:gd name="connsiteX688" fmla="*/ 106054 w 178964"/>
                <a:gd name="connsiteY688" fmla="*/ 19642 h 187462"/>
                <a:gd name="connsiteX689" fmla="*/ 102763 w 178964"/>
                <a:gd name="connsiteY689" fmla="*/ 22392 h 187462"/>
                <a:gd name="connsiteX690" fmla="*/ 103593 w 178964"/>
                <a:gd name="connsiteY690" fmla="*/ 13005 h 187462"/>
                <a:gd name="connsiteX691" fmla="*/ 106321 w 178964"/>
                <a:gd name="connsiteY691" fmla="*/ 16323 h 187462"/>
                <a:gd name="connsiteX692" fmla="*/ 109611 w 178964"/>
                <a:gd name="connsiteY692" fmla="*/ 13573 h 187462"/>
                <a:gd name="connsiteX693" fmla="*/ 106884 w 178964"/>
                <a:gd name="connsiteY693" fmla="*/ 10254 h 187462"/>
                <a:gd name="connsiteX694" fmla="*/ 103593 w 178964"/>
                <a:gd name="connsiteY694" fmla="*/ 13005 h 187462"/>
                <a:gd name="connsiteX695" fmla="*/ 104453 w 178964"/>
                <a:gd name="connsiteY695" fmla="*/ 3618 h 187462"/>
                <a:gd name="connsiteX696" fmla="*/ 107180 w 178964"/>
                <a:gd name="connsiteY696" fmla="*/ 6936 h 187462"/>
                <a:gd name="connsiteX697" fmla="*/ 110471 w 178964"/>
                <a:gd name="connsiteY697" fmla="*/ 4185 h 187462"/>
                <a:gd name="connsiteX698" fmla="*/ 107743 w 178964"/>
                <a:gd name="connsiteY698" fmla="*/ 867 h 187462"/>
                <a:gd name="connsiteX699" fmla="*/ 104453 w 178964"/>
                <a:gd name="connsiteY699" fmla="*/ 3618 h 187462"/>
                <a:gd name="connsiteX700" fmla="*/ 90046 w 178964"/>
                <a:gd name="connsiteY700" fmla="*/ 182185 h 187462"/>
                <a:gd name="connsiteX701" fmla="*/ 92476 w 178964"/>
                <a:gd name="connsiteY701" fmla="*/ 185742 h 187462"/>
                <a:gd name="connsiteX702" fmla="*/ 96004 w 178964"/>
                <a:gd name="connsiteY702" fmla="*/ 183291 h 187462"/>
                <a:gd name="connsiteX703" fmla="*/ 93573 w 178964"/>
                <a:gd name="connsiteY703" fmla="*/ 179733 h 187462"/>
                <a:gd name="connsiteX704" fmla="*/ 90046 w 178964"/>
                <a:gd name="connsiteY704" fmla="*/ 182185 h 187462"/>
                <a:gd name="connsiteX705" fmla="*/ 91735 w 178964"/>
                <a:gd name="connsiteY705" fmla="*/ 172887 h 187462"/>
                <a:gd name="connsiteX706" fmla="*/ 94166 w 178964"/>
                <a:gd name="connsiteY706" fmla="*/ 176445 h 187462"/>
                <a:gd name="connsiteX707" fmla="*/ 97694 w 178964"/>
                <a:gd name="connsiteY707" fmla="*/ 173993 h 187462"/>
                <a:gd name="connsiteX708" fmla="*/ 95263 w 178964"/>
                <a:gd name="connsiteY708" fmla="*/ 170436 h 187462"/>
                <a:gd name="connsiteX709" fmla="*/ 91735 w 178964"/>
                <a:gd name="connsiteY709" fmla="*/ 172887 h 187462"/>
                <a:gd name="connsiteX710" fmla="*/ 93425 w 178964"/>
                <a:gd name="connsiteY710" fmla="*/ 163619 h 187462"/>
                <a:gd name="connsiteX711" fmla="*/ 95856 w 178964"/>
                <a:gd name="connsiteY711" fmla="*/ 167177 h 187462"/>
                <a:gd name="connsiteX712" fmla="*/ 99384 w 178964"/>
                <a:gd name="connsiteY712" fmla="*/ 164726 h 187462"/>
                <a:gd name="connsiteX713" fmla="*/ 96953 w 178964"/>
                <a:gd name="connsiteY713" fmla="*/ 161168 h 187462"/>
                <a:gd name="connsiteX714" fmla="*/ 93425 w 178964"/>
                <a:gd name="connsiteY714" fmla="*/ 163619 h 187462"/>
                <a:gd name="connsiteX715" fmla="*/ 95115 w 178964"/>
                <a:gd name="connsiteY715" fmla="*/ 154322 h 187462"/>
                <a:gd name="connsiteX716" fmla="*/ 97545 w 178964"/>
                <a:gd name="connsiteY716" fmla="*/ 157879 h 187462"/>
                <a:gd name="connsiteX717" fmla="*/ 101073 w 178964"/>
                <a:gd name="connsiteY717" fmla="*/ 155428 h 187462"/>
                <a:gd name="connsiteX718" fmla="*/ 98642 w 178964"/>
                <a:gd name="connsiteY718" fmla="*/ 151870 h 187462"/>
                <a:gd name="connsiteX719" fmla="*/ 95115 w 178964"/>
                <a:gd name="connsiteY719" fmla="*/ 154322 h 187462"/>
                <a:gd name="connsiteX720" fmla="*/ 96805 w 178964"/>
                <a:gd name="connsiteY720" fmla="*/ 145054 h 187462"/>
                <a:gd name="connsiteX721" fmla="*/ 99235 w 178964"/>
                <a:gd name="connsiteY721" fmla="*/ 148612 h 187462"/>
                <a:gd name="connsiteX722" fmla="*/ 102763 w 178964"/>
                <a:gd name="connsiteY722" fmla="*/ 146160 h 187462"/>
                <a:gd name="connsiteX723" fmla="*/ 100332 w 178964"/>
                <a:gd name="connsiteY723" fmla="*/ 142603 h 187462"/>
                <a:gd name="connsiteX724" fmla="*/ 96805 w 178964"/>
                <a:gd name="connsiteY724" fmla="*/ 145054 h 187462"/>
                <a:gd name="connsiteX725" fmla="*/ 98494 w 178964"/>
                <a:gd name="connsiteY725" fmla="*/ 135757 h 187462"/>
                <a:gd name="connsiteX726" fmla="*/ 100925 w 178964"/>
                <a:gd name="connsiteY726" fmla="*/ 139315 h 187462"/>
                <a:gd name="connsiteX727" fmla="*/ 104453 w 178964"/>
                <a:gd name="connsiteY727" fmla="*/ 136863 h 187462"/>
                <a:gd name="connsiteX728" fmla="*/ 102022 w 178964"/>
                <a:gd name="connsiteY728" fmla="*/ 133305 h 187462"/>
                <a:gd name="connsiteX729" fmla="*/ 98494 w 178964"/>
                <a:gd name="connsiteY729" fmla="*/ 135757 h 187462"/>
                <a:gd name="connsiteX730" fmla="*/ 100184 w 178964"/>
                <a:gd name="connsiteY730" fmla="*/ 126489 h 187462"/>
                <a:gd name="connsiteX731" fmla="*/ 102615 w 178964"/>
                <a:gd name="connsiteY731" fmla="*/ 130046 h 187462"/>
                <a:gd name="connsiteX732" fmla="*/ 106143 w 178964"/>
                <a:gd name="connsiteY732" fmla="*/ 127595 h 187462"/>
                <a:gd name="connsiteX733" fmla="*/ 103712 w 178964"/>
                <a:gd name="connsiteY733" fmla="*/ 124037 h 187462"/>
                <a:gd name="connsiteX734" fmla="*/ 100184 w 178964"/>
                <a:gd name="connsiteY734" fmla="*/ 126489 h 187462"/>
                <a:gd name="connsiteX735" fmla="*/ 101904 w 178964"/>
                <a:gd name="connsiteY735" fmla="*/ 117192 h 187462"/>
                <a:gd name="connsiteX736" fmla="*/ 104334 w 178964"/>
                <a:gd name="connsiteY736" fmla="*/ 120749 h 187462"/>
                <a:gd name="connsiteX737" fmla="*/ 107862 w 178964"/>
                <a:gd name="connsiteY737" fmla="*/ 118298 h 187462"/>
                <a:gd name="connsiteX738" fmla="*/ 105431 w 178964"/>
                <a:gd name="connsiteY738" fmla="*/ 114740 h 187462"/>
                <a:gd name="connsiteX739" fmla="*/ 101904 w 178964"/>
                <a:gd name="connsiteY739" fmla="*/ 117192 h 187462"/>
                <a:gd name="connsiteX740" fmla="*/ 103593 w 178964"/>
                <a:gd name="connsiteY740" fmla="*/ 107894 h 187462"/>
                <a:gd name="connsiteX741" fmla="*/ 106024 w 178964"/>
                <a:gd name="connsiteY741" fmla="*/ 111452 h 187462"/>
                <a:gd name="connsiteX742" fmla="*/ 109551 w 178964"/>
                <a:gd name="connsiteY742" fmla="*/ 109000 h 187462"/>
                <a:gd name="connsiteX743" fmla="*/ 107121 w 178964"/>
                <a:gd name="connsiteY743" fmla="*/ 105443 h 187462"/>
                <a:gd name="connsiteX744" fmla="*/ 103593 w 178964"/>
                <a:gd name="connsiteY744" fmla="*/ 107894 h 187462"/>
                <a:gd name="connsiteX745" fmla="*/ 105283 w 178964"/>
                <a:gd name="connsiteY745" fmla="*/ 98626 h 187462"/>
                <a:gd name="connsiteX746" fmla="*/ 107714 w 178964"/>
                <a:gd name="connsiteY746" fmla="*/ 102184 h 187462"/>
                <a:gd name="connsiteX747" fmla="*/ 111241 w 178964"/>
                <a:gd name="connsiteY747" fmla="*/ 99732 h 187462"/>
                <a:gd name="connsiteX748" fmla="*/ 108810 w 178964"/>
                <a:gd name="connsiteY748" fmla="*/ 96175 h 187462"/>
                <a:gd name="connsiteX749" fmla="*/ 105283 w 178964"/>
                <a:gd name="connsiteY749" fmla="*/ 98626 h 187462"/>
                <a:gd name="connsiteX750" fmla="*/ 106973 w 178964"/>
                <a:gd name="connsiteY750" fmla="*/ 89329 h 187462"/>
                <a:gd name="connsiteX751" fmla="*/ 109403 w 178964"/>
                <a:gd name="connsiteY751" fmla="*/ 92886 h 187462"/>
                <a:gd name="connsiteX752" fmla="*/ 112931 w 178964"/>
                <a:gd name="connsiteY752" fmla="*/ 90435 h 187462"/>
                <a:gd name="connsiteX753" fmla="*/ 110500 w 178964"/>
                <a:gd name="connsiteY753" fmla="*/ 86877 h 187462"/>
                <a:gd name="connsiteX754" fmla="*/ 106973 w 178964"/>
                <a:gd name="connsiteY754" fmla="*/ 89329 h 187462"/>
                <a:gd name="connsiteX755" fmla="*/ 108662 w 178964"/>
                <a:gd name="connsiteY755" fmla="*/ 80061 h 187462"/>
                <a:gd name="connsiteX756" fmla="*/ 111093 w 178964"/>
                <a:gd name="connsiteY756" fmla="*/ 83619 h 187462"/>
                <a:gd name="connsiteX757" fmla="*/ 114621 w 178964"/>
                <a:gd name="connsiteY757" fmla="*/ 81167 h 187462"/>
                <a:gd name="connsiteX758" fmla="*/ 112190 w 178964"/>
                <a:gd name="connsiteY758" fmla="*/ 77610 h 187462"/>
                <a:gd name="connsiteX759" fmla="*/ 108662 w 178964"/>
                <a:gd name="connsiteY759" fmla="*/ 80061 h 187462"/>
                <a:gd name="connsiteX760" fmla="*/ 110352 w 178964"/>
                <a:gd name="connsiteY760" fmla="*/ 70763 h 187462"/>
                <a:gd name="connsiteX761" fmla="*/ 112783 w 178964"/>
                <a:gd name="connsiteY761" fmla="*/ 74321 h 187462"/>
                <a:gd name="connsiteX762" fmla="*/ 116310 w 178964"/>
                <a:gd name="connsiteY762" fmla="*/ 71869 h 187462"/>
                <a:gd name="connsiteX763" fmla="*/ 113879 w 178964"/>
                <a:gd name="connsiteY763" fmla="*/ 68312 h 187462"/>
                <a:gd name="connsiteX764" fmla="*/ 110352 w 178964"/>
                <a:gd name="connsiteY764" fmla="*/ 70763 h 187462"/>
                <a:gd name="connsiteX765" fmla="*/ 112042 w 178964"/>
                <a:gd name="connsiteY765" fmla="*/ 61496 h 187462"/>
                <a:gd name="connsiteX766" fmla="*/ 114473 w 178964"/>
                <a:gd name="connsiteY766" fmla="*/ 65053 h 187462"/>
                <a:gd name="connsiteX767" fmla="*/ 118000 w 178964"/>
                <a:gd name="connsiteY767" fmla="*/ 62602 h 187462"/>
                <a:gd name="connsiteX768" fmla="*/ 115569 w 178964"/>
                <a:gd name="connsiteY768" fmla="*/ 59044 h 187462"/>
                <a:gd name="connsiteX769" fmla="*/ 112042 w 178964"/>
                <a:gd name="connsiteY769" fmla="*/ 61496 h 187462"/>
                <a:gd name="connsiteX770" fmla="*/ 113732 w 178964"/>
                <a:gd name="connsiteY770" fmla="*/ 52198 h 187462"/>
                <a:gd name="connsiteX771" fmla="*/ 116162 w 178964"/>
                <a:gd name="connsiteY771" fmla="*/ 55756 h 187462"/>
                <a:gd name="connsiteX772" fmla="*/ 119690 w 178964"/>
                <a:gd name="connsiteY772" fmla="*/ 53304 h 187462"/>
                <a:gd name="connsiteX773" fmla="*/ 117259 w 178964"/>
                <a:gd name="connsiteY773" fmla="*/ 49747 h 187462"/>
                <a:gd name="connsiteX774" fmla="*/ 113732 w 178964"/>
                <a:gd name="connsiteY774" fmla="*/ 52198 h 187462"/>
                <a:gd name="connsiteX775" fmla="*/ 115421 w 178964"/>
                <a:gd name="connsiteY775" fmla="*/ 42930 h 187462"/>
                <a:gd name="connsiteX776" fmla="*/ 117852 w 178964"/>
                <a:gd name="connsiteY776" fmla="*/ 46488 h 187462"/>
                <a:gd name="connsiteX777" fmla="*/ 121380 w 178964"/>
                <a:gd name="connsiteY777" fmla="*/ 44036 h 187462"/>
                <a:gd name="connsiteX778" fmla="*/ 118949 w 178964"/>
                <a:gd name="connsiteY778" fmla="*/ 40479 h 187462"/>
                <a:gd name="connsiteX779" fmla="*/ 115421 w 178964"/>
                <a:gd name="connsiteY779" fmla="*/ 42930 h 187462"/>
                <a:gd name="connsiteX780" fmla="*/ 117111 w 178964"/>
                <a:gd name="connsiteY780" fmla="*/ 33633 h 187462"/>
                <a:gd name="connsiteX781" fmla="*/ 119542 w 178964"/>
                <a:gd name="connsiteY781" fmla="*/ 37190 h 187462"/>
                <a:gd name="connsiteX782" fmla="*/ 123069 w 178964"/>
                <a:gd name="connsiteY782" fmla="*/ 34739 h 187462"/>
                <a:gd name="connsiteX783" fmla="*/ 120638 w 178964"/>
                <a:gd name="connsiteY783" fmla="*/ 31181 h 187462"/>
                <a:gd name="connsiteX784" fmla="*/ 117111 w 178964"/>
                <a:gd name="connsiteY784" fmla="*/ 33633 h 187462"/>
                <a:gd name="connsiteX785" fmla="*/ 118801 w 178964"/>
                <a:gd name="connsiteY785" fmla="*/ 24365 h 187462"/>
                <a:gd name="connsiteX786" fmla="*/ 121231 w 178964"/>
                <a:gd name="connsiteY786" fmla="*/ 27922 h 187462"/>
                <a:gd name="connsiteX787" fmla="*/ 124759 w 178964"/>
                <a:gd name="connsiteY787" fmla="*/ 25471 h 187462"/>
                <a:gd name="connsiteX788" fmla="*/ 122328 w 178964"/>
                <a:gd name="connsiteY788" fmla="*/ 21914 h 187462"/>
                <a:gd name="connsiteX789" fmla="*/ 118801 w 178964"/>
                <a:gd name="connsiteY789" fmla="*/ 24365 h 187462"/>
                <a:gd name="connsiteX790" fmla="*/ 120490 w 178964"/>
                <a:gd name="connsiteY790" fmla="*/ 15068 h 187462"/>
                <a:gd name="connsiteX791" fmla="*/ 122921 w 178964"/>
                <a:gd name="connsiteY791" fmla="*/ 18625 h 187462"/>
                <a:gd name="connsiteX792" fmla="*/ 126449 w 178964"/>
                <a:gd name="connsiteY792" fmla="*/ 16173 h 187462"/>
                <a:gd name="connsiteX793" fmla="*/ 124018 w 178964"/>
                <a:gd name="connsiteY793" fmla="*/ 12616 h 187462"/>
                <a:gd name="connsiteX794" fmla="*/ 120490 w 178964"/>
                <a:gd name="connsiteY794" fmla="*/ 15068 h 187462"/>
                <a:gd name="connsiteX795" fmla="*/ 122180 w 178964"/>
                <a:gd name="connsiteY795" fmla="*/ 5800 h 187462"/>
                <a:gd name="connsiteX796" fmla="*/ 124611 w 178964"/>
                <a:gd name="connsiteY796" fmla="*/ 9357 h 187462"/>
                <a:gd name="connsiteX797" fmla="*/ 128139 w 178964"/>
                <a:gd name="connsiteY797" fmla="*/ 6906 h 187462"/>
                <a:gd name="connsiteX798" fmla="*/ 125708 w 178964"/>
                <a:gd name="connsiteY798" fmla="*/ 3348 h 187462"/>
                <a:gd name="connsiteX799" fmla="*/ 122180 w 178964"/>
                <a:gd name="connsiteY799" fmla="*/ 5800 h 187462"/>
                <a:gd name="connsiteX800" fmla="*/ 91765 w 178964"/>
                <a:gd name="connsiteY800" fmla="*/ 182304 h 187462"/>
                <a:gd name="connsiteX801" fmla="*/ 93870 w 178964"/>
                <a:gd name="connsiteY801" fmla="*/ 186071 h 187462"/>
                <a:gd name="connsiteX802" fmla="*/ 97605 w 178964"/>
                <a:gd name="connsiteY802" fmla="*/ 183949 h 187462"/>
                <a:gd name="connsiteX803" fmla="*/ 95500 w 178964"/>
                <a:gd name="connsiteY803" fmla="*/ 180182 h 187462"/>
                <a:gd name="connsiteX804" fmla="*/ 91765 w 178964"/>
                <a:gd name="connsiteY804" fmla="*/ 182304 h 187462"/>
                <a:gd name="connsiteX805" fmla="*/ 94285 w 178964"/>
                <a:gd name="connsiteY805" fmla="*/ 173216 h 187462"/>
                <a:gd name="connsiteX806" fmla="*/ 96389 w 178964"/>
                <a:gd name="connsiteY806" fmla="*/ 176983 h 187462"/>
                <a:gd name="connsiteX807" fmla="*/ 100125 w 178964"/>
                <a:gd name="connsiteY807" fmla="*/ 174861 h 187462"/>
                <a:gd name="connsiteX808" fmla="*/ 98020 w 178964"/>
                <a:gd name="connsiteY808" fmla="*/ 171094 h 187462"/>
                <a:gd name="connsiteX809" fmla="*/ 94285 w 178964"/>
                <a:gd name="connsiteY809" fmla="*/ 173216 h 187462"/>
                <a:gd name="connsiteX810" fmla="*/ 96805 w 178964"/>
                <a:gd name="connsiteY810" fmla="*/ 164128 h 187462"/>
                <a:gd name="connsiteX811" fmla="*/ 98909 w 178964"/>
                <a:gd name="connsiteY811" fmla="*/ 167895 h 187462"/>
                <a:gd name="connsiteX812" fmla="*/ 102645 w 178964"/>
                <a:gd name="connsiteY812" fmla="*/ 165772 h 187462"/>
                <a:gd name="connsiteX813" fmla="*/ 100540 w 178964"/>
                <a:gd name="connsiteY813" fmla="*/ 162005 h 187462"/>
                <a:gd name="connsiteX814" fmla="*/ 96805 w 178964"/>
                <a:gd name="connsiteY814" fmla="*/ 164128 h 187462"/>
                <a:gd name="connsiteX815" fmla="*/ 99324 w 178964"/>
                <a:gd name="connsiteY815" fmla="*/ 155040 h 187462"/>
                <a:gd name="connsiteX816" fmla="*/ 101429 w 178964"/>
                <a:gd name="connsiteY816" fmla="*/ 158806 h 187462"/>
                <a:gd name="connsiteX817" fmla="*/ 105164 w 178964"/>
                <a:gd name="connsiteY817" fmla="*/ 156684 h 187462"/>
                <a:gd name="connsiteX818" fmla="*/ 103059 w 178964"/>
                <a:gd name="connsiteY818" fmla="*/ 152917 h 187462"/>
                <a:gd name="connsiteX819" fmla="*/ 99324 w 178964"/>
                <a:gd name="connsiteY819" fmla="*/ 155040 h 187462"/>
                <a:gd name="connsiteX820" fmla="*/ 101844 w 178964"/>
                <a:gd name="connsiteY820" fmla="*/ 145951 h 187462"/>
                <a:gd name="connsiteX821" fmla="*/ 103949 w 178964"/>
                <a:gd name="connsiteY821" fmla="*/ 149718 h 187462"/>
                <a:gd name="connsiteX822" fmla="*/ 107684 w 178964"/>
                <a:gd name="connsiteY822" fmla="*/ 147595 h 187462"/>
                <a:gd name="connsiteX823" fmla="*/ 105579 w 178964"/>
                <a:gd name="connsiteY823" fmla="*/ 143828 h 187462"/>
                <a:gd name="connsiteX824" fmla="*/ 101844 w 178964"/>
                <a:gd name="connsiteY824" fmla="*/ 145951 h 187462"/>
                <a:gd name="connsiteX825" fmla="*/ 104364 w 178964"/>
                <a:gd name="connsiteY825" fmla="*/ 136863 h 187462"/>
                <a:gd name="connsiteX826" fmla="*/ 106468 w 178964"/>
                <a:gd name="connsiteY826" fmla="*/ 140630 h 187462"/>
                <a:gd name="connsiteX827" fmla="*/ 110204 w 178964"/>
                <a:gd name="connsiteY827" fmla="*/ 138507 h 187462"/>
                <a:gd name="connsiteX828" fmla="*/ 108099 w 178964"/>
                <a:gd name="connsiteY828" fmla="*/ 134740 h 187462"/>
                <a:gd name="connsiteX829" fmla="*/ 104364 w 178964"/>
                <a:gd name="connsiteY829" fmla="*/ 136863 h 187462"/>
                <a:gd name="connsiteX830" fmla="*/ 106884 w 178964"/>
                <a:gd name="connsiteY830" fmla="*/ 127774 h 187462"/>
                <a:gd name="connsiteX831" fmla="*/ 108988 w 178964"/>
                <a:gd name="connsiteY831" fmla="*/ 131542 h 187462"/>
                <a:gd name="connsiteX832" fmla="*/ 112724 w 178964"/>
                <a:gd name="connsiteY832" fmla="*/ 129419 h 187462"/>
                <a:gd name="connsiteX833" fmla="*/ 110619 w 178964"/>
                <a:gd name="connsiteY833" fmla="*/ 125652 h 187462"/>
                <a:gd name="connsiteX834" fmla="*/ 106884 w 178964"/>
                <a:gd name="connsiteY834" fmla="*/ 127774 h 187462"/>
                <a:gd name="connsiteX835" fmla="*/ 109403 w 178964"/>
                <a:gd name="connsiteY835" fmla="*/ 118686 h 187462"/>
                <a:gd name="connsiteX836" fmla="*/ 111508 w 178964"/>
                <a:gd name="connsiteY836" fmla="*/ 122453 h 187462"/>
                <a:gd name="connsiteX837" fmla="*/ 115244 w 178964"/>
                <a:gd name="connsiteY837" fmla="*/ 120330 h 187462"/>
                <a:gd name="connsiteX838" fmla="*/ 113138 w 178964"/>
                <a:gd name="connsiteY838" fmla="*/ 116564 h 187462"/>
                <a:gd name="connsiteX839" fmla="*/ 109403 w 178964"/>
                <a:gd name="connsiteY839" fmla="*/ 118686 h 187462"/>
                <a:gd name="connsiteX840" fmla="*/ 111923 w 178964"/>
                <a:gd name="connsiteY840" fmla="*/ 109598 h 187462"/>
                <a:gd name="connsiteX841" fmla="*/ 114028 w 178964"/>
                <a:gd name="connsiteY841" fmla="*/ 113365 h 187462"/>
                <a:gd name="connsiteX842" fmla="*/ 117763 w 178964"/>
                <a:gd name="connsiteY842" fmla="*/ 111242 h 187462"/>
                <a:gd name="connsiteX843" fmla="*/ 115658 w 178964"/>
                <a:gd name="connsiteY843" fmla="*/ 107476 h 187462"/>
                <a:gd name="connsiteX844" fmla="*/ 111923 w 178964"/>
                <a:gd name="connsiteY844" fmla="*/ 109598 h 187462"/>
                <a:gd name="connsiteX845" fmla="*/ 114443 w 178964"/>
                <a:gd name="connsiteY845" fmla="*/ 100480 h 187462"/>
                <a:gd name="connsiteX846" fmla="*/ 116548 w 178964"/>
                <a:gd name="connsiteY846" fmla="*/ 104246 h 187462"/>
                <a:gd name="connsiteX847" fmla="*/ 120283 w 178964"/>
                <a:gd name="connsiteY847" fmla="*/ 102124 h 187462"/>
                <a:gd name="connsiteX848" fmla="*/ 118178 w 178964"/>
                <a:gd name="connsiteY848" fmla="*/ 98357 h 187462"/>
                <a:gd name="connsiteX849" fmla="*/ 114443 w 178964"/>
                <a:gd name="connsiteY849" fmla="*/ 100480 h 187462"/>
                <a:gd name="connsiteX850" fmla="*/ 116963 w 178964"/>
                <a:gd name="connsiteY850" fmla="*/ 91392 h 187462"/>
                <a:gd name="connsiteX851" fmla="*/ 119067 w 178964"/>
                <a:gd name="connsiteY851" fmla="*/ 95158 h 187462"/>
                <a:gd name="connsiteX852" fmla="*/ 122802 w 178964"/>
                <a:gd name="connsiteY852" fmla="*/ 93036 h 187462"/>
                <a:gd name="connsiteX853" fmla="*/ 120698 w 178964"/>
                <a:gd name="connsiteY853" fmla="*/ 89269 h 187462"/>
                <a:gd name="connsiteX854" fmla="*/ 116963 w 178964"/>
                <a:gd name="connsiteY854" fmla="*/ 91392 h 187462"/>
                <a:gd name="connsiteX855" fmla="*/ 119483 w 178964"/>
                <a:gd name="connsiteY855" fmla="*/ 82303 h 187462"/>
                <a:gd name="connsiteX856" fmla="*/ 121587 w 178964"/>
                <a:gd name="connsiteY856" fmla="*/ 86070 h 187462"/>
                <a:gd name="connsiteX857" fmla="*/ 125322 w 178964"/>
                <a:gd name="connsiteY857" fmla="*/ 83947 h 187462"/>
                <a:gd name="connsiteX858" fmla="*/ 123218 w 178964"/>
                <a:gd name="connsiteY858" fmla="*/ 80180 h 187462"/>
                <a:gd name="connsiteX859" fmla="*/ 119483 w 178964"/>
                <a:gd name="connsiteY859" fmla="*/ 82303 h 187462"/>
                <a:gd name="connsiteX860" fmla="*/ 122002 w 178964"/>
                <a:gd name="connsiteY860" fmla="*/ 73215 h 187462"/>
                <a:gd name="connsiteX861" fmla="*/ 124107 w 178964"/>
                <a:gd name="connsiteY861" fmla="*/ 76982 h 187462"/>
                <a:gd name="connsiteX862" fmla="*/ 127842 w 178964"/>
                <a:gd name="connsiteY862" fmla="*/ 74859 h 187462"/>
                <a:gd name="connsiteX863" fmla="*/ 125737 w 178964"/>
                <a:gd name="connsiteY863" fmla="*/ 71092 h 187462"/>
                <a:gd name="connsiteX864" fmla="*/ 122002 w 178964"/>
                <a:gd name="connsiteY864" fmla="*/ 73215 h 187462"/>
                <a:gd name="connsiteX865" fmla="*/ 124522 w 178964"/>
                <a:gd name="connsiteY865" fmla="*/ 64126 h 187462"/>
                <a:gd name="connsiteX866" fmla="*/ 126627 w 178964"/>
                <a:gd name="connsiteY866" fmla="*/ 67893 h 187462"/>
                <a:gd name="connsiteX867" fmla="*/ 130362 w 178964"/>
                <a:gd name="connsiteY867" fmla="*/ 65770 h 187462"/>
                <a:gd name="connsiteX868" fmla="*/ 128257 w 178964"/>
                <a:gd name="connsiteY868" fmla="*/ 62004 h 187462"/>
                <a:gd name="connsiteX869" fmla="*/ 124522 w 178964"/>
                <a:gd name="connsiteY869" fmla="*/ 64126 h 187462"/>
                <a:gd name="connsiteX870" fmla="*/ 127042 w 178964"/>
                <a:gd name="connsiteY870" fmla="*/ 55038 h 187462"/>
                <a:gd name="connsiteX871" fmla="*/ 129147 w 178964"/>
                <a:gd name="connsiteY871" fmla="*/ 58805 h 187462"/>
                <a:gd name="connsiteX872" fmla="*/ 132882 w 178964"/>
                <a:gd name="connsiteY872" fmla="*/ 56682 h 187462"/>
                <a:gd name="connsiteX873" fmla="*/ 130777 w 178964"/>
                <a:gd name="connsiteY873" fmla="*/ 52916 h 187462"/>
                <a:gd name="connsiteX874" fmla="*/ 127042 w 178964"/>
                <a:gd name="connsiteY874" fmla="*/ 55038 h 187462"/>
                <a:gd name="connsiteX875" fmla="*/ 129561 w 178964"/>
                <a:gd name="connsiteY875" fmla="*/ 45950 h 187462"/>
                <a:gd name="connsiteX876" fmla="*/ 131666 w 178964"/>
                <a:gd name="connsiteY876" fmla="*/ 49717 h 187462"/>
                <a:gd name="connsiteX877" fmla="*/ 135401 w 178964"/>
                <a:gd name="connsiteY877" fmla="*/ 47594 h 187462"/>
                <a:gd name="connsiteX878" fmla="*/ 133297 w 178964"/>
                <a:gd name="connsiteY878" fmla="*/ 43827 h 187462"/>
                <a:gd name="connsiteX879" fmla="*/ 129561 w 178964"/>
                <a:gd name="connsiteY879" fmla="*/ 45950 h 187462"/>
                <a:gd name="connsiteX880" fmla="*/ 132081 w 178964"/>
                <a:gd name="connsiteY880" fmla="*/ 36861 h 187462"/>
                <a:gd name="connsiteX881" fmla="*/ 134186 w 178964"/>
                <a:gd name="connsiteY881" fmla="*/ 40628 h 187462"/>
                <a:gd name="connsiteX882" fmla="*/ 137921 w 178964"/>
                <a:gd name="connsiteY882" fmla="*/ 38506 h 187462"/>
                <a:gd name="connsiteX883" fmla="*/ 135817 w 178964"/>
                <a:gd name="connsiteY883" fmla="*/ 34739 h 187462"/>
                <a:gd name="connsiteX884" fmla="*/ 132081 w 178964"/>
                <a:gd name="connsiteY884" fmla="*/ 36861 h 187462"/>
                <a:gd name="connsiteX885" fmla="*/ 134601 w 178964"/>
                <a:gd name="connsiteY885" fmla="*/ 27773 h 187462"/>
                <a:gd name="connsiteX886" fmla="*/ 136706 w 178964"/>
                <a:gd name="connsiteY886" fmla="*/ 31540 h 187462"/>
                <a:gd name="connsiteX887" fmla="*/ 140441 w 178964"/>
                <a:gd name="connsiteY887" fmla="*/ 29418 h 187462"/>
                <a:gd name="connsiteX888" fmla="*/ 138336 w 178964"/>
                <a:gd name="connsiteY888" fmla="*/ 25651 h 187462"/>
                <a:gd name="connsiteX889" fmla="*/ 134601 w 178964"/>
                <a:gd name="connsiteY889" fmla="*/ 27773 h 187462"/>
                <a:gd name="connsiteX890" fmla="*/ 137121 w 178964"/>
                <a:gd name="connsiteY890" fmla="*/ 18685 h 187462"/>
                <a:gd name="connsiteX891" fmla="*/ 139225 w 178964"/>
                <a:gd name="connsiteY891" fmla="*/ 22452 h 187462"/>
                <a:gd name="connsiteX892" fmla="*/ 142961 w 178964"/>
                <a:gd name="connsiteY892" fmla="*/ 20329 h 187462"/>
                <a:gd name="connsiteX893" fmla="*/ 140856 w 178964"/>
                <a:gd name="connsiteY893" fmla="*/ 16562 h 187462"/>
                <a:gd name="connsiteX894" fmla="*/ 137121 w 178964"/>
                <a:gd name="connsiteY894" fmla="*/ 18685 h 187462"/>
                <a:gd name="connsiteX895" fmla="*/ 139641 w 178964"/>
                <a:gd name="connsiteY895" fmla="*/ 9597 h 187462"/>
                <a:gd name="connsiteX896" fmla="*/ 141745 w 178964"/>
                <a:gd name="connsiteY896" fmla="*/ 13364 h 187462"/>
                <a:gd name="connsiteX897" fmla="*/ 145481 w 178964"/>
                <a:gd name="connsiteY897" fmla="*/ 11241 h 187462"/>
                <a:gd name="connsiteX898" fmla="*/ 143375 w 178964"/>
                <a:gd name="connsiteY898" fmla="*/ 7474 h 187462"/>
                <a:gd name="connsiteX899" fmla="*/ 139641 w 178964"/>
                <a:gd name="connsiteY899" fmla="*/ 9597 h 187462"/>
                <a:gd name="connsiteX900" fmla="*/ 93484 w 178964"/>
                <a:gd name="connsiteY900" fmla="*/ 182603 h 187462"/>
                <a:gd name="connsiteX901" fmla="*/ 95234 w 178964"/>
                <a:gd name="connsiteY901" fmla="*/ 186550 h 187462"/>
                <a:gd name="connsiteX902" fmla="*/ 99146 w 178964"/>
                <a:gd name="connsiteY902" fmla="*/ 184786 h 187462"/>
                <a:gd name="connsiteX903" fmla="*/ 97398 w 178964"/>
                <a:gd name="connsiteY903" fmla="*/ 180840 h 187462"/>
                <a:gd name="connsiteX904" fmla="*/ 93484 w 178964"/>
                <a:gd name="connsiteY904" fmla="*/ 182603 h 187462"/>
                <a:gd name="connsiteX905" fmla="*/ 96805 w 178964"/>
                <a:gd name="connsiteY905" fmla="*/ 173784 h 187462"/>
                <a:gd name="connsiteX906" fmla="*/ 98554 w 178964"/>
                <a:gd name="connsiteY906" fmla="*/ 177730 h 187462"/>
                <a:gd name="connsiteX907" fmla="*/ 102467 w 178964"/>
                <a:gd name="connsiteY907" fmla="*/ 175966 h 187462"/>
                <a:gd name="connsiteX908" fmla="*/ 100718 w 178964"/>
                <a:gd name="connsiteY908" fmla="*/ 172020 h 187462"/>
                <a:gd name="connsiteX909" fmla="*/ 96805 w 178964"/>
                <a:gd name="connsiteY909" fmla="*/ 173784 h 187462"/>
                <a:gd name="connsiteX910" fmla="*/ 100125 w 178964"/>
                <a:gd name="connsiteY910" fmla="*/ 164935 h 187462"/>
                <a:gd name="connsiteX911" fmla="*/ 101874 w 178964"/>
                <a:gd name="connsiteY911" fmla="*/ 168881 h 187462"/>
                <a:gd name="connsiteX912" fmla="*/ 105787 w 178964"/>
                <a:gd name="connsiteY912" fmla="*/ 167118 h 187462"/>
                <a:gd name="connsiteX913" fmla="*/ 104038 w 178964"/>
                <a:gd name="connsiteY913" fmla="*/ 163171 h 187462"/>
                <a:gd name="connsiteX914" fmla="*/ 100125 w 178964"/>
                <a:gd name="connsiteY914" fmla="*/ 164935 h 187462"/>
                <a:gd name="connsiteX915" fmla="*/ 103445 w 178964"/>
                <a:gd name="connsiteY915" fmla="*/ 156116 h 187462"/>
                <a:gd name="connsiteX916" fmla="*/ 105194 w 178964"/>
                <a:gd name="connsiteY916" fmla="*/ 160062 h 187462"/>
                <a:gd name="connsiteX917" fmla="*/ 109107 w 178964"/>
                <a:gd name="connsiteY917" fmla="*/ 158298 h 187462"/>
                <a:gd name="connsiteX918" fmla="*/ 107358 w 178964"/>
                <a:gd name="connsiteY918" fmla="*/ 154352 h 187462"/>
                <a:gd name="connsiteX919" fmla="*/ 103445 w 178964"/>
                <a:gd name="connsiteY919" fmla="*/ 156116 h 187462"/>
                <a:gd name="connsiteX920" fmla="*/ 106795 w 178964"/>
                <a:gd name="connsiteY920" fmla="*/ 147297 h 187462"/>
                <a:gd name="connsiteX921" fmla="*/ 108544 w 178964"/>
                <a:gd name="connsiteY921" fmla="*/ 151243 h 187462"/>
                <a:gd name="connsiteX922" fmla="*/ 112457 w 178964"/>
                <a:gd name="connsiteY922" fmla="*/ 149479 h 187462"/>
                <a:gd name="connsiteX923" fmla="*/ 110708 w 178964"/>
                <a:gd name="connsiteY923" fmla="*/ 145532 h 187462"/>
                <a:gd name="connsiteX924" fmla="*/ 106795 w 178964"/>
                <a:gd name="connsiteY924" fmla="*/ 147297 h 187462"/>
                <a:gd name="connsiteX925" fmla="*/ 110115 w 178964"/>
                <a:gd name="connsiteY925" fmla="*/ 138477 h 187462"/>
                <a:gd name="connsiteX926" fmla="*/ 111864 w 178964"/>
                <a:gd name="connsiteY926" fmla="*/ 142423 h 187462"/>
                <a:gd name="connsiteX927" fmla="*/ 115777 w 178964"/>
                <a:gd name="connsiteY927" fmla="*/ 140660 h 187462"/>
                <a:gd name="connsiteX928" fmla="*/ 114028 w 178964"/>
                <a:gd name="connsiteY928" fmla="*/ 136713 h 187462"/>
                <a:gd name="connsiteX929" fmla="*/ 110115 w 178964"/>
                <a:gd name="connsiteY929" fmla="*/ 138477 h 187462"/>
                <a:gd name="connsiteX930" fmla="*/ 113435 w 178964"/>
                <a:gd name="connsiteY930" fmla="*/ 129658 h 187462"/>
                <a:gd name="connsiteX931" fmla="*/ 115184 w 178964"/>
                <a:gd name="connsiteY931" fmla="*/ 133604 h 187462"/>
                <a:gd name="connsiteX932" fmla="*/ 119097 w 178964"/>
                <a:gd name="connsiteY932" fmla="*/ 131840 h 187462"/>
                <a:gd name="connsiteX933" fmla="*/ 117348 w 178964"/>
                <a:gd name="connsiteY933" fmla="*/ 127894 h 187462"/>
                <a:gd name="connsiteX934" fmla="*/ 113435 w 178964"/>
                <a:gd name="connsiteY934" fmla="*/ 129658 h 187462"/>
                <a:gd name="connsiteX935" fmla="*/ 116755 w 178964"/>
                <a:gd name="connsiteY935" fmla="*/ 120839 h 187462"/>
                <a:gd name="connsiteX936" fmla="*/ 118504 w 178964"/>
                <a:gd name="connsiteY936" fmla="*/ 124785 h 187462"/>
                <a:gd name="connsiteX937" fmla="*/ 122417 w 178964"/>
                <a:gd name="connsiteY937" fmla="*/ 123021 h 187462"/>
                <a:gd name="connsiteX938" fmla="*/ 120668 w 178964"/>
                <a:gd name="connsiteY938" fmla="*/ 119075 h 187462"/>
                <a:gd name="connsiteX939" fmla="*/ 116755 w 178964"/>
                <a:gd name="connsiteY939" fmla="*/ 120839 h 187462"/>
                <a:gd name="connsiteX940" fmla="*/ 120105 w 178964"/>
                <a:gd name="connsiteY940" fmla="*/ 112019 h 187462"/>
                <a:gd name="connsiteX941" fmla="*/ 121854 w 178964"/>
                <a:gd name="connsiteY941" fmla="*/ 115966 h 187462"/>
                <a:gd name="connsiteX942" fmla="*/ 125767 w 178964"/>
                <a:gd name="connsiteY942" fmla="*/ 114202 h 187462"/>
                <a:gd name="connsiteX943" fmla="*/ 124018 w 178964"/>
                <a:gd name="connsiteY943" fmla="*/ 110256 h 187462"/>
                <a:gd name="connsiteX944" fmla="*/ 120105 w 178964"/>
                <a:gd name="connsiteY944" fmla="*/ 112019 h 187462"/>
                <a:gd name="connsiteX945" fmla="*/ 123425 w 178964"/>
                <a:gd name="connsiteY945" fmla="*/ 103200 h 187462"/>
                <a:gd name="connsiteX946" fmla="*/ 125174 w 178964"/>
                <a:gd name="connsiteY946" fmla="*/ 107147 h 187462"/>
                <a:gd name="connsiteX947" fmla="*/ 129087 w 178964"/>
                <a:gd name="connsiteY947" fmla="*/ 105383 h 187462"/>
                <a:gd name="connsiteX948" fmla="*/ 127338 w 178964"/>
                <a:gd name="connsiteY948" fmla="*/ 101437 h 187462"/>
                <a:gd name="connsiteX949" fmla="*/ 123425 w 178964"/>
                <a:gd name="connsiteY949" fmla="*/ 103200 h 187462"/>
                <a:gd name="connsiteX950" fmla="*/ 126745 w 178964"/>
                <a:gd name="connsiteY950" fmla="*/ 94381 h 187462"/>
                <a:gd name="connsiteX951" fmla="*/ 128494 w 178964"/>
                <a:gd name="connsiteY951" fmla="*/ 98327 h 187462"/>
                <a:gd name="connsiteX952" fmla="*/ 132407 w 178964"/>
                <a:gd name="connsiteY952" fmla="*/ 96563 h 187462"/>
                <a:gd name="connsiteX953" fmla="*/ 130658 w 178964"/>
                <a:gd name="connsiteY953" fmla="*/ 92617 h 187462"/>
                <a:gd name="connsiteX954" fmla="*/ 126745 w 178964"/>
                <a:gd name="connsiteY954" fmla="*/ 94381 h 187462"/>
                <a:gd name="connsiteX955" fmla="*/ 130095 w 178964"/>
                <a:gd name="connsiteY955" fmla="*/ 85562 h 187462"/>
                <a:gd name="connsiteX956" fmla="*/ 131844 w 178964"/>
                <a:gd name="connsiteY956" fmla="*/ 89508 h 187462"/>
                <a:gd name="connsiteX957" fmla="*/ 135757 w 178964"/>
                <a:gd name="connsiteY957" fmla="*/ 87744 h 187462"/>
                <a:gd name="connsiteX958" fmla="*/ 134008 w 178964"/>
                <a:gd name="connsiteY958" fmla="*/ 83798 h 187462"/>
                <a:gd name="connsiteX959" fmla="*/ 130095 w 178964"/>
                <a:gd name="connsiteY959" fmla="*/ 85562 h 187462"/>
                <a:gd name="connsiteX960" fmla="*/ 133415 w 178964"/>
                <a:gd name="connsiteY960" fmla="*/ 76742 h 187462"/>
                <a:gd name="connsiteX961" fmla="*/ 135164 w 178964"/>
                <a:gd name="connsiteY961" fmla="*/ 80689 h 187462"/>
                <a:gd name="connsiteX962" fmla="*/ 139077 w 178964"/>
                <a:gd name="connsiteY962" fmla="*/ 78925 h 187462"/>
                <a:gd name="connsiteX963" fmla="*/ 137328 w 178964"/>
                <a:gd name="connsiteY963" fmla="*/ 74979 h 187462"/>
                <a:gd name="connsiteX964" fmla="*/ 133415 w 178964"/>
                <a:gd name="connsiteY964" fmla="*/ 76742 h 187462"/>
                <a:gd name="connsiteX965" fmla="*/ 136735 w 178964"/>
                <a:gd name="connsiteY965" fmla="*/ 67923 h 187462"/>
                <a:gd name="connsiteX966" fmla="*/ 138484 w 178964"/>
                <a:gd name="connsiteY966" fmla="*/ 71869 h 187462"/>
                <a:gd name="connsiteX967" fmla="*/ 142398 w 178964"/>
                <a:gd name="connsiteY967" fmla="*/ 70105 h 187462"/>
                <a:gd name="connsiteX968" fmla="*/ 140648 w 178964"/>
                <a:gd name="connsiteY968" fmla="*/ 66159 h 187462"/>
                <a:gd name="connsiteX969" fmla="*/ 136735 w 178964"/>
                <a:gd name="connsiteY969" fmla="*/ 67923 h 187462"/>
                <a:gd name="connsiteX970" fmla="*/ 140056 w 178964"/>
                <a:gd name="connsiteY970" fmla="*/ 59074 h 187462"/>
                <a:gd name="connsiteX971" fmla="*/ 141805 w 178964"/>
                <a:gd name="connsiteY971" fmla="*/ 63020 h 187462"/>
                <a:gd name="connsiteX972" fmla="*/ 145717 w 178964"/>
                <a:gd name="connsiteY972" fmla="*/ 61257 h 187462"/>
                <a:gd name="connsiteX973" fmla="*/ 143969 w 178964"/>
                <a:gd name="connsiteY973" fmla="*/ 57310 h 187462"/>
                <a:gd name="connsiteX974" fmla="*/ 140056 w 178964"/>
                <a:gd name="connsiteY974" fmla="*/ 59074 h 187462"/>
                <a:gd name="connsiteX975" fmla="*/ 143405 w 178964"/>
                <a:gd name="connsiteY975" fmla="*/ 50255 h 187462"/>
                <a:gd name="connsiteX976" fmla="*/ 145154 w 178964"/>
                <a:gd name="connsiteY976" fmla="*/ 54201 h 187462"/>
                <a:gd name="connsiteX977" fmla="*/ 149068 w 178964"/>
                <a:gd name="connsiteY977" fmla="*/ 52437 h 187462"/>
                <a:gd name="connsiteX978" fmla="*/ 147318 w 178964"/>
                <a:gd name="connsiteY978" fmla="*/ 48491 h 187462"/>
                <a:gd name="connsiteX979" fmla="*/ 143405 w 178964"/>
                <a:gd name="connsiteY979" fmla="*/ 50255 h 187462"/>
                <a:gd name="connsiteX980" fmla="*/ 146726 w 178964"/>
                <a:gd name="connsiteY980" fmla="*/ 41436 h 187462"/>
                <a:gd name="connsiteX981" fmla="*/ 148475 w 178964"/>
                <a:gd name="connsiteY981" fmla="*/ 45382 h 187462"/>
                <a:gd name="connsiteX982" fmla="*/ 152387 w 178964"/>
                <a:gd name="connsiteY982" fmla="*/ 43618 h 187462"/>
                <a:gd name="connsiteX983" fmla="*/ 150639 w 178964"/>
                <a:gd name="connsiteY983" fmla="*/ 39672 h 187462"/>
                <a:gd name="connsiteX984" fmla="*/ 146726 w 178964"/>
                <a:gd name="connsiteY984" fmla="*/ 41436 h 187462"/>
                <a:gd name="connsiteX985" fmla="*/ 150045 w 178964"/>
                <a:gd name="connsiteY985" fmla="*/ 32616 h 187462"/>
                <a:gd name="connsiteX986" fmla="*/ 151795 w 178964"/>
                <a:gd name="connsiteY986" fmla="*/ 36562 h 187462"/>
                <a:gd name="connsiteX987" fmla="*/ 155708 w 178964"/>
                <a:gd name="connsiteY987" fmla="*/ 34799 h 187462"/>
                <a:gd name="connsiteX988" fmla="*/ 153959 w 178964"/>
                <a:gd name="connsiteY988" fmla="*/ 30852 h 187462"/>
                <a:gd name="connsiteX989" fmla="*/ 150045 w 178964"/>
                <a:gd name="connsiteY989" fmla="*/ 32616 h 187462"/>
                <a:gd name="connsiteX990" fmla="*/ 153366 w 178964"/>
                <a:gd name="connsiteY990" fmla="*/ 23797 h 187462"/>
                <a:gd name="connsiteX991" fmla="*/ 155115 w 178964"/>
                <a:gd name="connsiteY991" fmla="*/ 27743 h 187462"/>
                <a:gd name="connsiteX992" fmla="*/ 159028 w 178964"/>
                <a:gd name="connsiteY992" fmla="*/ 25979 h 187462"/>
                <a:gd name="connsiteX993" fmla="*/ 157279 w 178964"/>
                <a:gd name="connsiteY993" fmla="*/ 22033 h 187462"/>
                <a:gd name="connsiteX994" fmla="*/ 153366 w 178964"/>
                <a:gd name="connsiteY994" fmla="*/ 23797 h 187462"/>
                <a:gd name="connsiteX995" fmla="*/ 156715 w 178964"/>
                <a:gd name="connsiteY995" fmla="*/ 14978 h 187462"/>
                <a:gd name="connsiteX996" fmla="*/ 158465 w 178964"/>
                <a:gd name="connsiteY996" fmla="*/ 18924 h 187462"/>
                <a:gd name="connsiteX997" fmla="*/ 162378 w 178964"/>
                <a:gd name="connsiteY997" fmla="*/ 17160 h 187462"/>
                <a:gd name="connsiteX998" fmla="*/ 160629 w 178964"/>
                <a:gd name="connsiteY998" fmla="*/ 13214 h 187462"/>
                <a:gd name="connsiteX999" fmla="*/ 156715 w 178964"/>
                <a:gd name="connsiteY999" fmla="*/ 14978 h 187462"/>
                <a:gd name="connsiteX1000" fmla="*/ 95145 w 178964"/>
                <a:gd name="connsiteY1000" fmla="*/ 183022 h 187462"/>
                <a:gd name="connsiteX1001" fmla="*/ 96538 w 178964"/>
                <a:gd name="connsiteY1001" fmla="*/ 187118 h 187462"/>
                <a:gd name="connsiteX1002" fmla="*/ 100599 w 178964"/>
                <a:gd name="connsiteY1002" fmla="*/ 185712 h 187462"/>
                <a:gd name="connsiteX1003" fmla="*/ 99206 w 178964"/>
                <a:gd name="connsiteY1003" fmla="*/ 181617 h 187462"/>
                <a:gd name="connsiteX1004" fmla="*/ 95145 w 178964"/>
                <a:gd name="connsiteY1004" fmla="*/ 183022 h 187462"/>
                <a:gd name="connsiteX1005" fmla="*/ 99265 w 178964"/>
                <a:gd name="connsiteY1005" fmla="*/ 174561 h 187462"/>
                <a:gd name="connsiteX1006" fmla="*/ 100658 w 178964"/>
                <a:gd name="connsiteY1006" fmla="*/ 178657 h 187462"/>
                <a:gd name="connsiteX1007" fmla="*/ 104720 w 178964"/>
                <a:gd name="connsiteY1007" fmla="*/ 177252 h 187462"/>
                <a:gd name="connsiteX1008" fmla="*/ 103326 w 178964"/>
                <a:gd name="connsiteY1008" fmla="*/ 173157 h 187462"/>
                <a:gd name="connsiteX1009" fmla="*/ 99265 w 178964"/>
                <a:gd name="connsiteY1009" fmla="*/ 174561 h 187462"/>
                <a:gd name="connsiteX1010" fmla="*/ 103356 w 178964"/>
                <a:gd name="connsiteY1010" fmla="*/ 166071 h 187462"/>
                <a:gd name="connsiteX1011" fmla="*/ 104749 w 178964"/>
                <a:gd name="connsiteY1011" fmla="*/ 170167 h 187462"/>
                <a:gd name="connsiteX1012" fmla="*/ 108810 w 178964"/>
                <a:gd name="connsiteY1012" fmla="*/ 168762 h 187462"/>
                <a:gd name="connsiteX1013" fmla="*/ 107417 w 178964"/>
                <a:gd name="connsiteY1013" fmla="*/ 164666 h 187462"/>
                <a:gd name="connsiteX1014" fmla="*/ 103356 w 178964"/>
                <a:gd name="connsiteY1014" fmla="*/ 166071 h 187462"/>
                <a:gd name="connsiteX1015" fmla="*/ 107476 w 178964"/>
                <a:gd name="connsiteY1015" fmla="*/ 157580 h 187462"/>
                <a:gd name="connsiteX1016" fmla="*/ 108870 w 178964"/>
                <a:gd name="connsiteY1016" fmla="*/ 161676 h 187462"/>
                <a:gd name="connsiteX1017" fmla="*/ 112931 w 178964"/>
                <a:gd name="connsiteY1017" fmla="*/ 160271 h 187462"/>
                <a:gd name="connsiteX1018" fmla="*/ 111538 w 178964"/>
                <a:gd name="connsiteY1018" fmla="*/ 156175 h 187462"/>
                <a:gd name="connsiteX1019" fmla="*/ 107476 w 178964"/>
                <a:gd name="connsiteY1019" fmla="*/ 157580 h 187462"/>
                <a:gd name="connsiteX1020" fmla="*/ 111568 w 178964"/>
                <a:gd name="connsiteY1020" fmla="*/ 149120 h 187462"/>
                <a:gd name="connsiteX1021" fmla="*/ 112961 w 178964"/>
                <a:gd name="connsiteY1021" fmla="*/ 153216 h 187462"/>
                <a:gd name="connsiteX1022" fmla="*/ 117022 w 178964"/>
                <a:gd name="connsiteY1022" fmla="*/ 151811 h 187462"/>
                <a:gd name="connsiteX1023" fmla="*/ 115629 w 178964"/>
                <a:gd name="connsiteY1023" fmla="*/ 147715 h 187462"/>
                <a:gd name="connsiteX1024" fmla="*/ 111568 w 178964"/>
                <a:gd name="connsiteY1024" fmla="*/ 149120 h 187462"/>
                <a:gd name="connsiteX1025" fmla="*/ 115688 w 178964"/>
                <a:gd name="connsiteY1025" fmla="*/ 140630 h 187462"/>
                <a:gd name="connsiteX1026" fmla="*/ 117081 w 178964"/>
                <a:gd name="connsiteY1026" fmla="*/ 144726 h 187462"/>
                <a:gd name="connsiteX1027" fmla="*/ 121143 w 178964"/>
                <a:gd name="connsiteY1027" fmla="*/ 143321 h 187462"/>
                <a:gd name="connsiteX1028" fmla="*/ 119749 w 178964"/>
                <a:gd name="connsiteY1028" fmla="*/ 139225 h 187462"/>
                <a:gd name="connsiteX1029" fmla="*/ 115688 w 178964"/>
                <a:gd name="connsiteY1029" fmla="*/ 140630 h 187462"/>
                <a:gd name="connsiteX1030" fmla="*/ 119808 w 178964"/>
                <a:gd name="connsiteY1030" fmla="*/ 132139 h 187462"/>
                <a:gd name="connsiteX1031" fmla="*/ 121202 w 178964"/>
                <a:gd name="connsiteY1031" fmla="*/ 136235 h 187462"/>
                <a:gd name="connsiteX1032" fmla="*/ 125263 w 178964"/>
                <a:gd name="connsiteY1032" fmla="*/ 134830 h 187462"/>
                <a:gd name="connsiteX1033" fmla="*/ 123870 w 178964"/>
                <a:gd name="connsiteY1033" fmla="*/ 130734 h 187462"/>
                <a:gd name="connsiteX1034" fmla="*/ 119808 w 178964"/>
                <a:gd name="connsiteY1034" fmla="*/ 132139 h 187462"/>
                <a:gd name="connsiteX1035" fmla="*/ 123900 w 178964"/>
                <a:gd name="connsiteY1035" fmla="*/ 123679 h 187462"/>
                <a:gd name="connsiteX1036" fmla="*/ 125293 w 178964"/>
                <a:gd name="connsiteY1036" fmla="*/ 127774 h 187462"/>
                <a:gd name="connsiteX1037" fmla="*/ 129354 w 178964"/>
                <a:gd name="connsiteY1037" fmla="*/ 126369 h 187462"/>
                <a:gd name="connsiteX1038" fmla="*/ 127961 w 178964"/>
                <a:gd name="connsiteY1038" fmla="*/ 122274 h 187462"/>
                <a:gd name="connsiteX1039" fmla="*/ 123900 w 178964"/>
                <a:gd name="connsiteY1039" fmla="*/ 123679 h 187462"/>
                <a:gd name="connsiteX1040" fmla="*/ 128020 w 178964"/>
                <a:gd name="connsiteY1040" fmla="*/ 115189 h 187462"/>
                <a:gd name="connsiteX1041" fmla="*/ 129413 w 178964"/>
                <a:gd name="connsiteY1041" fmla="*/ 119284 h 187462"/>
                <a:gd name="connsiteX1042" fmla="*/ 133475 w 178964"/>
                <a:gd name="connsiteY1042" fmla="*/ 117879 h 187462"/>
                <a:gd name="connsiteX1043" fmla="*/ 132081 w 178964"/>
                <a:gd name="connsiteY1043" fmla="*/ 113783 h 187462"/>
                <a:gd name="connsiteX1044" fmla="*/ 128020 w 178964"/>
                <a:gd name="connsiteY1044" fmla="*/ 115189 h 187462"/>
                <a:gd name="connsiteX1045" fmla="*/ 132111 w 178964"/>
                <a:gd name="connsiteY1045" fmla="*/ 106698 h 187462"/>
                <a:gd name="connsiteX1046" fmla="*/ 133504 w 178964"/>
                <a:gd name="connsiteY1046" fmla="*/ 110794 h 187462"/>
                <a:gd name="connsiteX1047" fmla="*/ 137565 w 178964"/>
                <a:gd name="connsiteY1047" fmla="*/ 109389 h 187462"/>
                <a:gd name="connsiteX1048" fmla="*/ 136172 w 178964"/>
                <a:gd name="connsiteY1048" fmla="*/ 105293 h 187462"/>
                <a:gd name="connsiteX1049" fmla="*/ 132111 w 178964"/>
                <a:gd name="connsiteY1049" fmla="*/ 106698 h 187462"/>
                <a:gd name="connsiteX1050" fmla="*/ 136231 w 178964"/>
                <a:gd name="connsiteY1050" fmla="*/ 98237 h 187462"/>
                <a:gd name="connsiteX1051" fmla="*/ 137625 w 178964"/>
                <a:gd name="connsiteY1051" fmla="*/ 102333 h 187462"/>
                <a:gd name="connsiteX1052" fmla="*/ 141686 w 178964"/>
                <a:gd name="connsiteY1052" fmla="*/ 100928 h 187462"/>
                <a:gd name="connsiteX1053" fmla="*/ 140293 w 178964"/>
                <a:gd name="connsiteY1053" fmla="*/ 96832 h 187462"/>
                <a:gd name="connsiteX1054" fmla="*/ 136231 w 178964"/>
                <a:gd name="connsiteY1054" fmla="*/ 98237 h 187462"/>
                <a:gd name="connsiteX1055" fmla="*/ 140323 w 178964"/>
                <a:gd name="connsiteY1055" fmla="*/ 89747 h 187462"/>
                <a:gd name="connsiteX1056" fmla="*/ 141716 w 178964"/>
                <a:gd name="connsiteY1056" fmla="*/ 93843 h 187462"/>
                <a:gd name="connsiteX1057" fmla="*/ 145777 w 178964"/>
                <a:gd name="connsiteY1057" fmla="*/ 92438 h 187462"/>
                <a:gd name="connsiteX1058" fmla="*/ 144384 w 178964"/>
                <a:gd name="connsiteY1058" fmla="*/ 88342 h 187462"/>
                <a:gd name="connsiteX1059" fmla="*/ 140323 w 178964"/>
                <a:gd name="connsiteY1059" fmla="*/ 89747 h 187462"/>
                <a:gd name="connsiteX1060" fmla="*/ 144443 w 178964"/>
                <a:gd name="connsiteY1060" fmla="*/ 81257 h 187462"/>
                <a:gd name="connsiteX1061" fmla="*/ 145836 w 178964"/>
                <a:gd name="connsiteY1061" fmla="*/ 85353 h 187462"/>
                <a:gd name="connsiteX1062" fmla="*/ 149898 w 178964"/>
                <a:gd name="connsiteY1062" fmla="*/ 83947 h 187462"/>
                <a:gd name="connsiteX1063" fmla="*/ 148504 w 178964"/>
                <a:gd name="connsiteY1063" fmla="*/ 79851 h 187462"/>
                <a:gd name="connsiteX1064" fmla="*/ 144443 w 178964"/>
                <a:gd name="connsiteY1064" fmla="*/ 81257 h 187462"/>
                <a:gd name="connsiteX1065" fmla="*/ 148563 w 178964"/>
                <a:gd name="connsiteY1065" fmla="*/ 72796 h 187462"/>
                <a:gd name="connsiteX1066" fmla="*/ 149957 w 178964"/>
                <a:gd name="connsiteY1066" fmla="*/ 76892 h 187462"/>
                <a:gd name="connsiteX1067" fmla="*/ 154018 w 178964"/>
                <a:gd name="connsiteY1067" fmla="*/ 75487 h 187462"/>
                <a:gd name="connsiteX1068" fmla="*/ 152625 w 178964"/>
                <a:gd name="connsiteY1068" fmla="*/ 71391 h 187462"/>
                <a:gd name="connsiteX1069" fmla="*/ 148563 w 178964"/>
                <a:gd name="connsiteY1069" fmla="*/ 72796 h 187462"/>
                <a:gd name="connsiteX1070" fmla="*/ 152654 w 178964"/>
                <a:gd name="connsiteY1070" fmla="*/ 64306 h 187462"/>
                <a:gd name="connsiteX1071" fmla="*/ 154048 w 178964"/>
                <a:gd name="connsiteY1071" fmla="*/ 68401 h 187462"/>
                <a:gd name="connsiteX1072" fmla="*/ 158109 w 178964"/>
                <a:gd name="connsiteY1072" fmla="*/ 66996 h 187462"/>
                <a:gd name="connsiteX1073" fmla="*/ 156715 w 178964"/>
                <a:gd name="connsiteY1073" fmla="*/ 62901 h 187462"/>
                <a:gd name="connsiteX1074" fmla="*/ 152654 w 178964"/>
                <a:gd name="connsiteY1074" fmla="*/ 64306 h 187462"/>
                <a:gd name="connsiteX1075" fmla="*/ 156775 w 178964"/>
                <a:gd name="connsiteY1075" fmla="*/ 55816 h 187462"/>
                <a:gd name="connsiteX1076" fmla="*/ 158168 w 178964"/>
                <a:gd name="connsiteY1076" fmla="*/ 59911 h 187462"/>
                <a:gd name="connsiteX1077" fmla="*/ 162230 w 178964"/>
                <a:gd name="connsiteY1077" fmla="*/ 58506 h 187462"/>
                <a:gd name="connsiteX1078" fmla="*/ 160836 w 178964"/>
                <a:gd name="connsiteY1078" fmla="*/ 54410 h 187462"/>
                <a:gd name="connsiteX1079" fmla="*/ 156775 w 178964"/>
                <a:gd name="connsiteY1079" fmla="*/ 55816 h 187462"/>
                <a:gd name="connsiteX1080" fmla="*/ 160866 w 178964"/>
                <a:gd name="connsiteY1080" fmla="*/ 47355 h 187462"/>
                <a:gd name="connsiteX1081" fmla="*/ 162259 w 178964"/>
                <a:gd name="connsiteY1081" fmla="*/ 51451 h 187462"/>
                <a:gd name="connsiteX1082" fmla="*/ 166320 w 178964"/>
                <a:gd name="connsiteY1082" fmla="*/ 50045 h 187462"/>
                <a:gd name="connsiteX1083" fmla="*/ 164927 w 178964"/>
                <a:gd name="connsiteY1083" fmla="*/ 45950 h 187462"/>
                <a:gd name="connsiteX1084" fmla="*/ 160866 w 178964"/>
                <a:gd name="connsiteY1084" fmla="*/ 47355 h 187462"/>
                <a:gd name="connsiteX1085" fmla="*/ 164986 w 178964"/>
                <a:gd name="connsiteY1085" fmla="*/ 38865 h 187462"/>
                <a:gd name="connsiteX1086" fmla="*/ 166380 w 178964"/>
                <a:gd name="connsiteY1086" fmla="*/ 42960 h 187462"/>
                <a:gd name="connsiteX1087" fmla="*/ 170441 w 178964"/>
                <a:gd name="connsiteY1087" fmla="*/ 41555 h 187462"/>
                <a:gd name="connsiteX1088" fmla="*/ 169048 w 178964"/>
                <a:gd name="connsiteY1088" fmla="*/ 37460 h 187462"/>
                <a:gd name="connsiteX1089" fmla="*/ 164986 w 178964"/>
                <a:gd name="connsiteY1089" fmla="*/ 38865 h 187462"/>
                <a:gd name="connsiteX1090" fmla="*/ 169077 w 178964"/>
                <a:gd name="connsiteY1090" fmla="*/ 30374 h 187462"/>
                <a:gd name="connsiteX1091" fmla="*/ 170471 w 178964"/>
                <a:gd name="connsiteY1091" fmla="*/ 34470 h 187462"/>
                <a:gd name="connsiteX1092" fmla="*/ 174532 w 178964"/>
                <a:gd name="connsiteY1092" fmla="*/ 33065 h 187462"/>
                <a:gd name="connsiteX1093" fmla="*/ 173138 w 178964"/>
                <a:gd name="connsiteY1093" fmla="*/ 28969 h 187462"/>
                <a:gd name="connsiteX1094" fmla="*/ 169077 w 178964"/>
                <a:gd name="connsiteY1094" fmla="*/ 30374 h 187462"/>
                <a:gd name="connsiteX1095" fmla="*/ 173198 w 178964"/>
                <a:gd name="connsiteY1095" fmla="*/ 21914 h 187462"/>
                <a:gd name="connsiteX1096" fmla="*/ 174591 w 178964"/>
                <a:gd name="connsiteY1096" fmla="*/ 26009 h 187462"/>
                <a:gd name="connsiteX1097" fmla="*/ 178653 w 178964"/>
                <a:gd name="connsiteY1097" fmla="*/ 24604 h 187462"/>
                <a:gd name="connsiteX1098" fmla="*/ 177259 w 178964"/>
                <a:gd name="connsiteY1098" fmla="*/ 20508 h 187462"/>
                <a:gd name="connsiteX1099" fmla="*/ 173198 w 178964"/>
                <a:gd name="connsiteY1099" fmla="*/ 21914 h 18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</a:cxnLst>
              <a:rect l="l" t="t" r="r" b="b"/>
              <a:pathLst>
                <a:path w="178964" h="187462">
                  <a:moveTo>
                    <a:pt x="92358" y="182394"/>
                  </a:moveTo>
                  <a:cubicBezTo>
                    <a:pt x="92358" y="184068"/>
                    <a:pt x="90994" y="185443"/>
                    <a:pt x="89334" y="185443"/>
                  </a:cubicBezTo>
                  <a:cubicBezTo>
                    <a:pt x="87674" y="185443"/>
                    <a:pt x="86311" y="184068"/>
                    <a:pt x="86311" y="182394"/>
                  </a:cubicBezTo>
                  <a:cubicBezTo>
                    <a:pt x="86311" y="180720"/>
                    <a:pt x="87674" y="179345"/>
                    <a:pt x="89334" y="179345"/>
                  </a:cubicBezTo>
                  <a:cubicBezTo>
                    <a:pt x="90994" y="179345"/>
                    <a:pt x="92358" y="180720"/>
                    <a:pt x="92358" y="182394"/>
                  </a:cubicBezTo>
                  <a:close/>
                  <a:moveTo>
                    <a:pt x="89334" y="169898"/>
                  </a:moveTo>
                  <a:cubicBezTo>
                    <a:pt x="87674" y="169898"/>
                    <a:pt x="86311" y="171273"/>
                    <a:pt x="86311" y="172947"/>
                  </a:cubicBezTo>
                  <a:cubicBezTo>
                    <a:pt x="86311" y="174621"/>
                    <a:pt x="87674" y="175996"/>
                    <a:pt x="89334" y="175996"/>
                  </a:cubicBezTo>
                  <a:cubicBezTo>
                    <a:pt x="90994" y="175996"/>
                    <a:pt x="92358" y="174621"/>
                    <a:pt x="92358" y="172947"/>
                  </a:cubicBezTo>
                  <a:cubicBezTo>
                    <a:pt x="92358" y="171273"/>
                    <a:pt x="90994" y="169898"/>
                    <a:pt x="89334" y="169898"/>
                  </a:cubicBezTo>
                  <a:close/>
                  <a:moveTo>
                    <a:pt x="89334" y="160451"/>
                  </a:moveTo>
                  <a:cubicBezTo>
                    <a:pt x="87674" y="160451"/>
                    <a:pt x="86311" y="161826"/>
                    <a:pt x="86311" y="163500"/>
                  </a:cubicBezTo>
                  <a:cubicBezTo>
                    <a:pt x="86311" y="165174"/>
                    <a:pt x="87674" y="166549"/>
                    <a:pt x="89334" y="166549"/>
                  </a:cubicBezTo>
                  <a:cubicBezTo>
                    <a:pt x="90994" y="166549"/>
                    <a:pt x="92358" y="165174"/>
                    <a:pt x="92358" y="163500"/>
                  </a:cubicBezTo>
                  <a:cubicBezTo>
                    <a:pt x="92358" y="161826"/>
                    <a:pt x="90994" y="160451"/>
                    <a:pt x="89334" y="160451"/>
                  </a:cubicBezTo>
                  <a:close/>
                  <a:moveTo>
                    <a:pt x="89334" y="151004"/>
                  </a:moveTo>
                  <a:cubicBezTo>
                    <a:pt x="87674" y="151004"/>
                    <a:pt x="86311" y="152379"/>
                    <a:pt x="86311" y="154053"/>
                  </a:cubicBezTo>
                  <a:cubicBezTo>
                    <a:pt x="86311" y="155727"/>
                    <a:pt x="87674" y="157102"/>
                    <a:pt x="89334" y="157102"/>
                  </a:cubicBezTo>
                  <a:cubicBezTo>
                    <a:pt x="90994" y="157102"/>
                    <a:pt x="92358" y="155727"/>
                    <a:pt x="92358" y="154053"/>
                  </a:cubicBezTo>
                  <a:cubicBezTo>
                    <a:pt x="92358" y="152379"/>
                    <a:pt x="90994" y="151004"/>
                    <a:pt x="89334" y="151004"/>
                  </a:cubicBezTo>
                  <a:close/>
                  <a:moveTo>
                    <a:pt x="89334" y="141586"/>
                  </a:moveTo>
                  <a:cubicBezTo>
                    <a:pt x="87674" y="141586"/>
                    <a:pt x="86311" y="142962"/>
                    <a:pt x="86311" y="144636"/>
                  </a:cubicBezTo>
                  <a:cubicBezTo>
                    <a:pt x="86311" y="146310"/>
                    <a:pt x="87674" y="147685"/>
                    <a:pt x="89334" y="147685"/>
                  </a:cubicBezTo>
                  <a:cubicBezTo>
                    <a:pt x="90994" y="147685"/>
                    <a:pt x="92358" y="146310"/>
                    <a:pt x="92358" y="144636"/>
                  </a:cubicBezTo>
                  <a:cubicBezTo>
                    <a:pt x="92358" y="142962"/>
                    <a:pt x="90994" y="141586"/>
                    <a:pt x="89334" y="141586"/>
                  </a:cubicBezTo>
                  <a:close/>
                  <a:moveTo>
                    <a:pt x="89334" y="132139"/>
                  </a:moveTo>
                  <a:cubicBezTo>
                    <a:pt x="87674" y="132139"/>
                    <a:pt x="86311" y="133515"/>
                    <a:pt x="86311" y="135189"/>
                  </a:cubicBezTo>
                  <a:cubicBezTo>
                    <a:pt x="86311" y="136863"/>
                    <a:pt x="87674" y="138238"/>
                    <a:pt x="89334" y="138238"/>
                  </a:cubicBezTo>
                  <a:cubicBezTo>
                    <a:pt x="90994" y="138238"/>
                    <a:pt x="92358" y="136863"/>
                    <a:pt x="92358" y="135189"/>
                  </a:cubicBezTo>
                  <a:cubicBezTo>
                    <a:pt x="92358" y="133515"/>
                    <a:pt x="90994" y="132139"/>
                    <a:pt x="89334" y="132139"/>
                  </a:cubicBezTo>
                  <a:close/>
                  <a:moveTo>
                    <a:pt x="89334" y="122692"/>
                  </a:moveTo>
                  <a:cubicBezTo>
                    <a:pt x="87674" y="122692"/>
                    <a:pt x="86311" y="124067"/>
                    <a:pt x="86311" y="125741"/>
                  </a:cubicBezTo>
                  <a:cubicBezTo>
                    <a:pt x="86311" y="127416"/>
                    <a:pt x="87674" y="128791"/>
                    <a:pt x="89334" y="128791"/>
                  </a:cubicBezTo>
                  <a:cubicBezTo>
                    <a:pt x="90994" y="128791"/>
                    <a:pt x="92358" y="127416"/>
                    <a:pt x="92358" y="125741"/>
                  </a:cubicBezTo>
                  <a:cubicBezTo>
                    <a:pt x="92358" y="124067"/>
                    <a:pt x="90994" y="122692"/>
                    <a:pt x="89334" y="122692"/>
                  </a:cubicBezTo>
                  <a:close/>
                  <a:moveTo>
                    <a:pt x="89334" y="113275"/>
                  </a:moveTo>
                  <a:cubicBezTo>
                    <a:pt x="87674" y="113275"/>
                    <a:pt x="86311" y="114650"/>
                    <a:pt x="86311" y="116324"/>
                  </a:cubicBezTo>
                  <a:cubicBezTo>
                    <a:pt x="86311" y="117998"/>
                    <a:pt x="87674" y="119374"/>
                    <a:pt x="89334" y="119374"/>
                  </a:cubicBezTo>
                  <a:cubicBezTo>
                    <a:pt x="90994" y="119374"/>
                    <a:pt x="92358" y="117998"/>
                    <a:pt x="92358" y="116324"/>
                  </a:cubicBezTo>
                  <a:cubicBezTo>
                    <a:pt x="92358" y="114650"/>
                    <a:pt x="90994" y="113275"/>
                    <a:pt x="89334" y="113275"/>
                  </a:cubicBezTo>
                  <a:close/>
                  <a:moveTo>
                    <a:pt x="89334" y="103828"/>
                  </a:moveTo>
                  <a:cubicBezTo>
                    <a:pt x="87674" y="103828"/>
                    <a:pt x="86311" y="105203"/>
                    <a:pt x="86311" y="106877"/>
                  </a:cubicBezTo>
                  <a:cubicBezTo>
                    <a:pt x="86311" y="108552"/>
                    <a:pt x="87674" y="109927"/>
                    <a:pt x="89334" y="109927"/>
                  </a:cubicBezTo>
                  <a:cubicBezTo>
                    <a:pt x="90994" y="109927"/>
                    <a:pt x="92358" y="108552"/>
                    <a:pt x="92358" y="106877"/>
                  </a:cubicBezTo>
                  <a:cubicBezTo>
                    <a:pt x="92358" y="105203"/>
                    <a:pt x="90994" y="103828"/>
                    <a:pt x="89334" y="103828"/>
                  </a:cubicBezTo>
                  <a:close/>
                  <a:moveTo>
                    <a:pt x="89334" y="94381"/>
                  </a:moveTo>
                  <a:cubicBezTo>
                    <a:pt x="87674" y="94381"/>
                    <a:pt x="86311" y="95756"/>
                    <a:pt x="86311" y="97431"/>
                  </a:cubicBezTo>
                  <a:cubicBezTo>
                    <a:pt x="86311" y="99105"/>
                    <a:pt x="87674" y="100480"/>
                    <a:pt x="89334" y="100480"/>
                  </a:cubicBezTo>
                  <a:cubicBezTo>
                    <a:pt x="90994" y="100480"/>
                    <a:pt x="92358" y="99105"/>
                    <a:pt x="92358" y="97431"/>
                  </a:cubicBezTo>
                  <a:cubicBezTo>
                    <a:pt x="92358" y="95756"/>
                    <a:pt x="90994" y="94381"/>
                    <a:pt x="89334" y="94381"/>
                  </a:cubicBezTo>
                  <a:close/>
                  <a:moveTo>
                    <a:pt x="89334" y="84934"/>
                  </a:moveTo>
                  <a:cubicBezTo>
                    <a:pt x="87674" y="84934"/>
                    <a:pt x="86311" y="86309"/>
                    <a:pt x="86311" y="87983"/>
                  </a:cubicBezTo>
                  <a:cubicBezTo>
                    <a:pt x="86311" y="89658"/>
                    <a:pt x="87674" y="91033"/>
                    <a:pt x="89334" y="91033"/>
                  </a:cubicBezTo>
                  <a:cubicBezTo>
                    <a:pt x="90994" y="91033"/>
                    <a:pt x="92358" y="89658"/>
                    <a:pt x="92358" y="87983"/>
                  </a:cubicBezTo>
                  <a:cubicBezTo>
                    <a:pt x="92358" y="86309"/>
                    <a:pt x="90994" y="84934"/>
                    <a:pt x="89334" y="84934"/>
                  </a:cubicBezTo>
                  <a:close/>
                  <a:moveTo>
                    <a:pt x="89334" y="75517"/>
                  </a:moveTo>
                  <a:cubicBezTo>
                    <a:pt x="87674" y="75517"/>
                    <a:pt x="86311" y="76892"/>
                    <a:pt x="86311" y="78566"/>
                  </a:cubicBezTo>
                  <a:cubicBezTo>
                    <a:pt x="86311" y="80240"/>
                    <a:pt x="87674" y="81616"/>
                    <a:pt x="89334" y="81616"/>
                  </a:cubicBezTo>
                  <a:cubicBezTo>
                    <a:pt x="90994" y="81616"/>
                    <a:pt x="92358" y="80240"/>
                    <a:pt x="92358" y="78566"/>
                  </a:cubicBezTo>
                  <a:cubicBezTo>
                    <a:pt x="92358" y="76892"/>
                    <a:pt x="90994" y="75517"/>
                    <a:pt x="89334" y="75517"/>
                  </a:cubicBezTo>
                  <a:close/>
                  <a:moveTo>
                    <a:pt x="89334" y="66069"/>
                  </a:moveTo>
                  <a:cubicBezTo>
                    <a:pt x="87674" y="66069"/>
                    <a:pt x="86311" y="67445"/>
                    <a:pt x="86311" y="69119"/>
                  </a:cubicBezTo>
                  <a:cubicBezTo>
                    <a:pt x="86311" y="70793"/>
                    <a:pt x="87674" y="72168"/>
                    <a:pt x="89334" y="72168"/>
                  </a:cubicBezTo>
                  <a:cubicBezTo>
                    <a:pt x="90994" y="72168"/>
                    <a:pt x="92358" y="70793"/>
                    <a:pt x="92358" y="69119"/>
                  </a:cubicBezTo>
                  <a:cubicBezTo>
                    <a:pt x="92358" y="67445"/>
                    <a:pt x="90994" y="66069"/>
                    <a:pt x="89334" y="66069"/>
                  </a:cubicBezTo>
                  <a:close/>
                  <a:moveTo>
                    <a:pt x="89334" y="56623"/>
                  </a:moveTo>
                  <a:cubicBezTo>
                    <a:pt x="87674" y="56623"/>
                    <a:pt x="86311" y="57998"/>
                    <a:pt x="86311" y="59672"/>
                  </a:cubicBezTo>
                  <a:cubicBezTo>
                    <a:pt x="86311" y="61346"/>
                    <a:pt x="87674" y="62721"/>
                    <a:pt x="89334" y="62721"/>
                  </a:cubicBezTo>
                  <a:cubicBezTo>
                    <a:pt x="90994" y="62721"/>
                    <a:pt x="92358" y="61346"/>
                    <a:pt x="92358" y="59672"/>
                  </a:cubicBezTo>
                  <a:cubicBezTo>
                    <a:pt x="92358" y="57998"/>
                    <a:pt x="90994" y="56623"/>
                    <a:pt x="89334" y="56623"/>
                  </a:cubicBezTo>
                  <a:close/>
                  <a:moveTo>
                    <a:pt x="89334" y="47206"/>
                  </a:moveTo>
                  <a:cubicBezTo>
                    <a:pt x="87674" y="47206"/>
                    <a:pt x="86311" y="48581"/>
                    <a:pt x="86311" y="50255"/>
                  </a:cubicBezTo>
                  <a:cubicBezTo>
                    <a:pt x="86311" y="51929"/>
                    <a:pt x="87674" y="53304"/>
                    <a:pt x="89334" y="53304"/>
                  </a:cubicBezTo>
                  <a:cubicBezTo>
                    <a:pt x="90994" y="53304"/>
                    <a:pt x="92358" y="51929"/>
                    <a:pt x="92358" y="50255"/>
                  </a:cubicBezTo>
                  <a:cubicBezTo>
                    <a:pt x="92358" y="48581"/>
                    <a:pt x="90994" y="47206"/>
                    <a:pt x="89334" y="47206"/>
                  </a:cubicBezTo>
                  <a:close/>
                  <a:moveTo>
                    <a:pt x="89334" y="37759"/>
                  </a:moveTo>
                  <a:cubicBezTo>
                    <a:pt x="87674" y="37759"/>
                    <a:pt x="86311" y="39134"/>
                    <a:pt x="86311" y="40808"/>
                  </a:cubicBezTo>
                  <a:cubicBezTo>
                    <a:pt x="86311" y="42482"/>
                    <a:pt x="87674" y="43857"/>
                    <a:pt x="89334" y="43857"/>
                  </a:cubicBezTo>
                  <a:cubicBezTo>
                    <a:pt x="90994" y="43857"/>
                    <a:pt x="92358" y="42482"/>
                    <a:pt x="92358" y="40808"/>
                  </a:cubicBezTo>
                  <a:cubicBezTo>
                    <a:pt x="92358" y="39134"/>
                    <a:pt x="90994" y="37759"/>
                    <a:pt x="89334" y="37759"/>
                  </a:cubicBezTo>
                  <a:close/>
                  <a:moveTo>
                    <a:pt x="89334" y="28311"/>
                  </a:moveTo>
                  <a:cubicBezTo>
                    <a:pt x="87674" y="28311"/>
                    <a:pt x="86311" y="29687"/>
                    <a:pt x="86311" y="31361"/>
                  </a:cubicBezTo>
                  <a:cubicBezTo>
                    <a:pt x="86311" y="33035"/>
                    <a:pt x="87674" y="34410"/>
                    <a:pt x="89334" y="34410"/>
                  </a:cubicBezTo>
                  <a:cubicBezTo>
                    <a:pt x="90994" y="34410"/>
                    <a:pt x="92358" y="33035"/>
                    <a:pt x="92358" y="31361"/>
                  </a:cubicBezTo>
                  <a:cubicBezTo>
                    <a:pt x="92358" y="29687"/>
                    <a:pt x="90994" y="28311"/>
                    <a:pt x="89334" y="28311"/>
                  </a:cubicBezTo>
                  <a:close/>
                  <a:moveTo>
                    <a:pt x="89334" y="18864"/>
                  </a:moveTo>
                  <a:cubicBezTo>
                    <a:pt x="87674" y="18864"/>
                    <a:pt x="86311" y="20239"/>
                    <a:pt x="86311" y="21914"/>
                  </a:cubicBezTo>
                  <a:cubicBezTo>
                    <a:pt x="86311" y="23588"/>
                    <a:pt x="87674" y="24963"/>
                    <a:pt x="89334" y="24963"/>
                  </a:cubicBezTo>
                  <a:cubicBezTo>
                    <a:pt x="90994" y="24963"/>
                    <a:pt x="92358" y="23588"/>
                    <a:pt x="92358" y="21914"/>
                  </a:cubicBezTo>
                  <a:cubicBezTo>
                    <a:pt x="92358" y="20239"/>
                    <a:pt x="90994" y="18864"/>
                    <a:pt x="89334" y="18864"/>
                  </a:cubicBezTo>
                  <a:close/>
                  <a:moveTo>
                    <a:pt x="89334" y="9447"/>
                  </a:moveTo>
                  <a:cubicBezTo>
                    <a:pt x="87674" y="9447"/>
                    <a:pt x="86311" y="10822"/>
                    <a:pt x="86311" y="12496"/>
                  </a:cubicBezTo>
                  <a:cubicBezTo>
                    <a:pt x="86311" y="14170"/>
                    <a:pt x="87674" y="15546"/>
                    <a:pt x="89334" y="15546"/>
                  </a:cubicBezTo>
                  <a:cubicBezTo>
                    <a:pt x="90994" y="15546"/>
                    <a:pt x="92358" y="14170"/>
                    <a:pt x="92358" y="12496"/>
                  </a:cubicBezTo>
                  <a:cubicBezTo>
                    <a:pt x="92358" y="10822"/>
                    <a:pt x="90994" y="9447"/>
                    <a:pt x="89334" y="9447"/>
                  </a:cubicBezTo>
                  <a:close/>
                  <a:moveTo>
                    <a:pt x="89334" y="0"/>
                  </a:moveTo>
                  <a:cubicBezTo>
                    <a:pt x="87674" y="0"/>
                    <a:pt x="86311" y="1375"/>
                    <a:pt x="86311" y="3049"/>
                  </a:cubicBezTo>
                  <a:cubicBezTo>
                    <a:pt x="86311" y="4723"/>
                    <a:pt x="87674" y="6099"/>
                    <a:pt x="89334" y="6099"/>
                  </a:cubicBezTo>
                  <a:cubicBezTo>
                    <a:pt x="90994" y="6099"/>
                    <a:pt x="92358" y="4723"/>
                    <a:pt x="92358" y="3049"/>
                  </a:cubicBezTo>
                  <a:cubicBezTo>
                    <a:pt x="92358" y="1375"/>
                    <a:pt x="90994" y="0"/>
                    <a:pt x="89334" y="0"/>
                  </a:cubicBezTo>
                  <a:close/>
                  <a:moveTo>
                    <a:pt x="87348" y="179434"/>
                  </a:moveTo>
                  <a:cubicBezTo>
                    <a:pt x="85688" y="179584"/>
                    <a:pt x="84443" y="181079"/>
                    <a:pt x="84621" y="182753"/>
                  </a:cubicBezTo>
                  <a:cubicBezTo>
                    <a:pt x="84769" y="184427"/>
                    <a:pt x="86251" y="185683"/>
                    <a:pt x="87912" y="185503"/>
                  </a:cubicBezTo>
                  <a:cubicBezTo>
                    <a:pt x="89571" y="185354"/>
                    <a:pt x="90817" y="183859"/>
                    <a:pt x="90639" y="182185"/>
                  </a:cubicBezTo>
                  <a:cubicBezTo>
                    <a:pt x="90490" y="180511"/>
                    <a:pt x="89008" y="179255"/>
                    <a:pt x="87348" y="179434"/>
                  </a:cubicBezTo>
                  <a:close/>
                  <a:moveTo>
                    <a:pt x="86518" y="170047"/>
                  </a:moveTo>
                  <a:cubicBezTo>
                    <a:pt x="84858" y="170197"/>
                    <a:pt x="83613" y="171691"/>
                    <a:pt x="83791" y="173366"/>
                  </a:cubicBezTo>
                  <a:cubicBezTo>
                    <a:pt x="83939" y="175040"/>
                    <a:pt x="85421" y="176295"/>
                    <a:pt x="87081" y="176116"/>
                  </a:cubicBezTo>
                  <a:cubicBezTo>
                    <a:pt x="88741" y="175966"/>
                    <a:pt x="89987" y="174472"/>
                    <a:pt x="89809" y="172798"/>
                  </a:cubicBezTo>
                  <a:cubicBezTo>
                    <a:pt x="89660" y="171124"/>
                    <a:pt x="88178" y="169868"/>
                    <a:pt x="86518" y="170047"/>
                  </a:cubicBezTo>
                  <a:close/>
                  <a:moveTo>
                    <a:pt x="85659" y="160630"/>
                  </a:moveTo>
                  <a:cubicBezTo>
                    <a:pt x="83998" y="160780"/>
                    <a:pt x="82753" y="162274"/>
                    <a:pt x="82931" y="163948"/>
                  </a:cubicBezTo>
                  <a:cubicBezTo>
                    <a:pt x="83079" y="165622"/>
                    <a:pt x="84561" y="166878"/>
                    <a:pt x="86222" y="166699"/>
                  </a:cubicBezTo>
                  <a:cubicBezTo>
                    <a:pt x="87882" y="166549"/>
                    <a:pt x="89127" y="165055"/>
                    <a:pt x="88949" y="163381"/>
                  </a:cubicBezTo>
                  <a:cubicBezTo>
                    <a:pt x="88800" y="161706"/>
                    <a:pt x="87318" y="160451"/>
                    <a:pt x="85659" y="160630"/>
                  </a:cubicBezTo>
                  <a:close/>
                  <a:moveTo>
                    <a:pt x="84799" y="151243"/>
                  </a:moveTo>
                  <a:cubicBezTo>
                    <a:pt x="83139" y="151392"/>
                    <a:pt x="81894" y="152887"/>
                    <a:pt x="82071" y="154561"/>
                  </a:cubicBezTo>
                  <a:cubicBezTo>
                    <a:pt x="82219" y="156235"/>
                    <a:pt x="83702" y="157491"/>
                    <a:pt x="85362" y="157312"/>
                  </a:cubicBezTo>
                  <a:cubicBezTo>
                    <a:pt x="87022" y="157162"/>
                    <a:pt x="88267" y="155667"/>
                    <a:pt x="88089" y="153993"/>
                  </a:cubicBezTo>
                  <a:cubicBezTo>
                    <a:pt x="87941" y="152319"/>
                    <a:pt x="86458" y="151064"/>
                    <a:pt x="84799" y="151243"/>
                  </a:cubicBezTo>
                  <a:close/>
                  <a:moveTo>
                    <a:pt x="83969" y="141825"/>
                  </a:moveTo>
                  <a:cubicBezTo>
                    <a:pt x="82308" y="141975"/>
                    <a:pt x="81064" y="143470"/>
                    <a:pt x="81242" y="145144"/>
                  </a:cubicBezTo>
                  <a:cubicBezTo>
                    <a:pt x="81389" y="146818"/>
                    <a:pt x="82872" y="148074"/>
                    <a:pt x="84532" y="147894"/>
                  </a:cubicBezTo>
                  <a:cubicBezTo>
                    <a:pt x="86192" y="147745"/>
                    <a:pt x="87437" y="146250"/>
                    <a:pt x="87259" y="144576"/>
                  </a:cubicBezTo>
                  <a:cubicBezTo>
                    <a:pt x="87111" y="142902"/>
                    <a:pt x="85629" y="141646"/>
                    <a:pt x="83969" y="141825"/>
                  </a:cubicBezTo>
                  <a:close/>
                  <a:moveTo>
                    <a:pt x="83109" y="132438"/>
                  </a:moveTo>
                  <a:cubicBezTo>
                    <a:pt x="81449" y="132588"/>
                    <a:pt x="80204" y="134082"/>
                    <a:pt x="80382" y="135757"/>
                  </a:cubicBezTo>
                  <a:cubicBezTo>
                    <a:pt x="80530" y="137431"/>
                    <a:pt x="82012" y="138687"/>
                    <a:pt x="83672" y="138507"/>
                  </a:cubicBezTo>
                  <a:cubicBezTo>
                    <a:pt x="85332" y="138358"/>
                    <a:pt x="86577" y="136863"/>
                    <a:pt x="86400" y="135189"/>
                  </a:cubicBezTo>
                  <a:cubicBezTo>
                    <a:pt x="86251" y="133515"/>
                    <a:pt x="84769" y="132259"/>
                    <a:pt x="83109" y="132438"/>
                  </a:cubicBezTo>
                  <a:close/>
                  <a:moveTo>
                    <a:pt x="82249" y="123051"/>
                  </a:moveTo>
                  <a:cubicBezTo>
                    <a:pt x="80589" y="123201"/>
                    <a:pt x="79344" y="124695"/>
                    <a:pt x="79522" y="126369"/>
                  </a:cubicBezTo>
                  <a:cubicBezTo>
                    <a:pt x="79670" y="128043"/>
                    <a:pt x="81153" y="129299"/>
                    <a:pt x="82812" y="129120"/>
                  </a:cubicBezTo>
                  <a:cubicBezTo>
                    <a:pt x="84472" y="128970"/>
                    <a:pt x="85717" y="127476"/>
                    <a:pt x="85540" y="125801"/>
                  </a:cubicBezTo>
                  <a:cubicBezTo>
                    <a:pt x="85392" y="124127"/>
                    <a:pt x="83909" y="122872"/>
                    <a:pt x="82249" y="123051"/>
                  </a:cubicBezTo>
                  <a:close/>
                  <a:moveTo>
                    <a:pt x="81419" y="113634"/>
                  </a:moveTo>
                  <a:cubicBezTo>
                    <a:pt x="79759" y="113783"/>
                    <a:pt x="78514" y="115278"/>
                    <a:pt x="78692" y="116952"/>
                  </a:cubicBezTo>
                  <a:cubicBezTo>
                    <a:pt x="78840" y="118626"/>
                    <a:pt x="80322" y="119882"/>
                    <a:pt x="81983" y="119702"/>
                  </a:cubicBezTo>
                  <a:cubicBezTo>
                    <a:pt x="83642" y="119553"/>
                    <a:pt x="84888" y="118058"/>
                    <a:pt x="84710" y="116384"/>
                  </a:cubicBezTo>
                  <a:cubicBezTo>
                    <a:pt x="84561" y="114710"/>
                    <a:pt x="83079" y="113455"/>
                    <a:pt x="81419" y="113634"/>
                  </a:cubicBezTo>
                  <a:close/>
                  <a:moveTo>
                    <a:pt x="80559" y="104246"/>
                  </a:moveTo>
                  <a:cubicBezTo>
                    <a:pt x="78900" y="104396"/>
                    <a:pt x="77654" y="105891"/>
                    <a:pt x="77832" y="107565"/>
                  </a:cubicBezTo>
                  <a:cubicBezTo>
                    <a:pt x="77980" y="109239"/>
                    <a:pt x="79463" y="110495"/>
                    <a:pt x="81123" y="110315"/>
                  </a:cubicBezTo>
                  <a:cubicBezTo>
                    <a:pt x="82783" y="110166"/>
                    <a:pt x="84028" y="108671"/>
                    <a:pt x="83850" y="106997"/>
                  </a:cubicBezTo>
                  <a:cubicBezTo>
                    <a:pt x="83702" y="105323"/>
                    <a:pt x="82219" y="104067"/>
                    <a:pt x="80559" y="104246"/>
                  </a:cubicBezTo>
                  <a:close/>
                  <a:moveTo>
                    <a:pt x="79700" y="94829"/>
                  </a:moveTo>
                  <a:cubicBezTo>
                    <a:pt x="78040" y="94979"/>
                    <a:pt x="76795" y="96474"/>
                    <a:pt x="76972" y="98148"/>
                  </a:cubicBezTo>
                  <a:cubicBezTo>
                    <a:pt x="77121" y="99822"/>
                    <a:pt x="78603" y="101078"/>
                    <a:pt x="80263" y="100898"/>
                  </a:cubicBezTo>
                  <a:cubicBezTo>
                    <a:pt x="81923" y="100749"/>
                    <a:pt x="83168" y="99254"/>
                    <a:pt x="82990" y="97580"/>
                  </a:cubicBezTo>
                  <a:cubicBezTo>
                    <a:pt x="82842" y="95905"/>
                    <a:pt x="81360" y="94650"/>
                    <a:pt x="79700" y="94829"/>
                  </a:cubicBezTo>
                  <a:close/>
                  <a:moveTo>
                    <a:pt x="78870" y="85442"/>
                  </a:moveTo>
                  <a:cubicBezTo>
                    <a:pt x="77210" y="85592"/>
                    <a:pt x="75965" y="87086"/>
                    <a:pt x="76142" y="88761"/>
                  </a:cubicBezTo>
                  <a:cubicBezTo>
                    <a:pt x="76291" y="90435"/>
                    <a:pt x="77773" y="91691"/>
                    <a:pt x="79433" y="91511"/>
                  </a:cubicBezTo>
                  <a:cubicBezTo>
                    <a:pt x="81093" y="91362"/>
                    <a:pt x="82338" y="89866"/>
                    <a:pt x="82160" y="88192"/>
                  </a:cubicBezTo>
                  <a:cubicBezTo>
                    <a:pt x="82012" y="86518"/>
                    <a:pt x="80530" y="85263"/>
                    <a:pt x="78870" y="85442"/>
                  </a:cubicBezTo>
                  <a:close/>
                  <a:moveTo>
                    <a:pt x="78010" y="76055"/>
                  </a:moveTo>
                  <a:cubicBezTo>
                    <a:pt x="76350" y="76204"/>
                    <a:pt x="75105" y="77699"/>
                    <a:pt x="75283" y="79373"/>
                  </a:cubicBezTo>
                  <a:cubicBezTo>
                    <a:pt x="75431" y="81048"/>
                    <a:pt x="76913" y="82303"/>
                    <a:pt x="78573" y="82124"/>
                  </a:cubicBezTo>
                  <a:cubicBezTo>
                    <a:pt x="80233" y="81974"/>
                    <a:pt x="81478" y="80479"/>
                    <a:pt x="81300" y="78805"/>
                  </a:cubicBezTo>
                  <a:cubicBezTo>
                    <a:pt x="81153" y="77131"/>
                    <a:pt x="79670" y="75875"/>
                    <a:pt x="78010" y="76055"/>
                  </a:cubicBezTo>
                  <a:close/>
                  <a:moveTo>
                    <a:pt x="77150" y="66638"/>
                  </a:moveTo>
                  <a:cubicBezTo>
                    <a:pt x="75490" y="66787"/>
                    <a:pt x="74245" y="68282"/>
                    <a:pt x="74423" y="69956"/>
                  </a:cubicBezTo>
                  <a:cubicBezTo>
                    <a:pt x="74572" y="71630"/>
                    <a:pt x="76054" y="72886"/>
                    <a:pt x="77713" y="72707"/>
                  </a:cubicBezTo>
                  <a:cubicBezTo>
                    <a:pt x="79374" y="72557"/>
                    <a:pt x="80619" y="71062"/>
                    <a:pt x="80441" y="69388"/>
                  </a:cubicBezTo>
                  <a:cubicBezTo>
                    <a:pt x="80293" y="67714"/>
                    <a:pt x="78811" y="66458"/>
                    <a:pt x="77150" y="66638"/>
                  </a:cubicBezTo>
                  <a:close/>
                  <a:moveTo>
                    <a:pt x="76320" y="57251"/>
                  </a:moveTo>
                  <a:cubicBezTo>
                    <a:pt x="74660" y="57400"/>
                    <a:pt x="73415" y="58895"/>
                    <a:pt x="73593" y="60569"/>
                  </a:cubicBezTo>
                  <a:cubicBezTo>
                    <a:pt x="73741" y="62243"/>
                    <a:pt x="75224" y="63499"/>
                    <a:pt x="76883" y="63319"/>
                  </a:cubicBezTo>
                  <a:cubicBezTo>
                    <a:pt x="78544" y="63170"/>
                    <a:pt x="79788" y="61675"/>
                    <a:pt x="79611" y="60001"/>
                  </a:cubicBezTo>
                  <a:cubicBezTo>
                    <a:pt x="79463" y="58327"/>
                    <a:pt x="77980" y="57071"/>
                    <a:pt x="76320" y="57251"/>
                  </a:cubicBezTo>
                  <a:close/>
                  <a:moveTo>
                    <a:pt x="75460" y="47833"/>
                  </a:moveTo>
                  <a:cubicBezTo>
                    <a:pt x="73801" y="47983"/>
                    <a:pt x="72555" y="49478"/>
                    <a:pt x="72733" y="51152"/>
                  </a:cubicBezTo>
                  <a:cubicBezTo>
                    <a:pt x="72882" y="52826"/>
                    <a:pt x="74364" y="54081"/>
                    <a:pt x="76024" y="53902"/>
                  </a:cubicBezTo>
                  <a:cubicBezTo>
                    <a:pt x="77684" y="53753"/>
                    <a:pt x="78929" y="52258"/>
                    <a:pt x="78751" y="50584"/>
                  </a:cubicBezTo>
                  <a:cubicBezTo>
                    <a:pt x="78603" y="48910"/>
                    <a:pt x="77121" y="47654"/>
                    <a:pt x="75460" y="47833"/>
                  </a:cubicBezTo>
                  <a:close/>
                  <a:moveTo>
                    <a:pt x="74601" y="38446"/>
                  </a:moveTo>
                  <a:cubicBezTo>
                    <a:pt x="72941" y="38595"/>
                    <a:pt x="71696" y="40090"/>
                    <a:pt x="71874" y="41765"/>
                  </a:cubicBezTo>
                  <a:cubicBezTo>
                    <a:pt x="72022" y="43439"/>
                    <a:pt x="73504" y="44694"/>
                    <a:pt x="75164" y="44515"/>
                  </a:cubicBezTo>
                  <a:cubicBezTo>
                    <a:pt x="76825" y="44365"/>
                    <a:pt x="78069" y="42871"/>
                    <a:pt x="77891" y="41196"/>
                  </a:cubicBezTo>
                  <a:cubicBezTo>
                    <a:pt x="77743" y="39522"/>
                    <a:pt x="76261" y="38266"/>
                    <a:pt x="74601" y="38446"/>
                  </a:cubicBezTo>
                  <a:close/>
                  <a:moveTo>
                    <a:pt x="73771" y="29029"/>
                  </a:moveTo>
                  <a:cubicBezTo>
                    <a:pt x="72111" y="29178"/>
                    <a:pt x="70866" y="30673"/>
                    <a:pt x="71043" y="32347"/>
                  </a:cubicBezTo>
                  <a:cubicBezTo>
                    <a:pt x="71192" y="34021"/>
                    <a:pt x="72674" y="35277"/>
                    <a:pt x="74334" y="35098"/>
                  </a:cubicBezTo>
                  <a:cubicBezTo>
                    <a:pt x="75994" y="34948"/>
                    <a:pt x="77239" y="33454"/>
                    <a:pt x="77061" y="31779"/>
                  </a:cubicBezTo>
                  <a:cubicBezTo>
                    <a:pt x="76913" y="30105"/>
                    <a:pt x="75431" y="28849"/>
                    <a:pt x="73771" y="29029"/>
                  </a:cubicBezTo>
                  <a:close/>
                  <a:moveTo>
                    <a:pt x="72911" y="19642"/>
                  </a:moveTo>
                  <a:cubicBezTo>
                    <a:pt x="71251" y="19791"/>
                    <a:pt x="70006" y="21286"/>
                    <a:pt x="70184" y="22960"/>
                  </a:cubicBezTo>
                  <a:cubicBezTo>
                    <a:pt x="70332" y="24634"/>
                    <a:pt x="71814" y="25889"/>
                    <a:pt x="73474" y="25711"/>
                  </a:cubicBezTo>
                  <a:cubicBezTo>
                    <a:pt x="75135" y="25561"/>
                    <a:pt x="76380" y="24066"/>
                    <a:pt x="76202" y="22392"/>
                  </a:cubicBezTo>
                  <a:cubicBezTo>
                    <a:pt x="76054" y="20718"/>
                    <a:pt x="74572" y="19462"/>
                    <a:pt x="72911" y="19642"/>
                  </a:cubicBezTo>
                  <a:close/>
                  <a:moveTo>
                    <a:pt x="72052" y="10254"/>
                  </a:moveTo>
                  <a:cubicBezTo>
                    <a:pt x="70391" y="10404"/>
                    <a:pt x="69146" y="11899"/>
                    <a:pt x="69324" y="13573"/>
                  </a:cubicBezTo>
                  <a:cubicBezTo>
                    <a:pt x="69472" y="15247"/>
                    <a:pt x="70954" y="16502"/>
                    <a:pt x="72615" y="16323"/>
                  </a:cubicBezTo>
                  <a:cubicBezTo>
                    <a:pt x="74275" y="16173"/>
                    <a:pt x="75520" y="14679"/>
                    <a:pt x="75342" y="13005"/>
                  </a:cubicBezTo>
                  <a:cubicBezTo>
                    <a:pt x="75194" y="11331"/>
                    <a:pt x="73712" y="10075"/>
                    <a:pt x="72052" y="10254"/>
                  </a:cubicBezTo>
                  <a:close/>
                  <a:moveTo>
                    <a:pt x="71221" y="837"/>
                  </a:moveTo>
                  <a:cubicBezTo>
                    <a:pt x="69561" y="987"/>
                    <a:pt x="68316" y="2481"/>
                    <a:pt x="68494" y="4155"/>
                  </a:cubicBezTo>
                  <a:cubicBezTo>
                    <a:pt x="68643" y="5830"/>
                    <a:pt x="70125" y="7085"/>
                    <a:pt x="71785" y="6906"/>
                  </a:cubicBezTo>
                  <a:cubicBezTo>
                    <a:pt x="73445" y="6756"/>
                    <a:pt x="74690" y="5262"/>
                    <a:pt x="74512" y="3588"/>
                  </a:cubicBezTo>
                  <a:cubicBezTo>
                    <a:pt x="74364" y="1914"/>
                    <a:pt x="72882" y="658"/>
                    <a:pt x="71221" y="837"/>
                  </a:cubicBezTo>
                  <a:close/>
                  <a:moveTo>
                    <a:pt x="85392" y="179733"/>
                  </a:moveTo>
                  <a:cubicBezTo>
                    <a:pt x="83761" y="180032"/>
                    <a:pt x="82664" y="181617"/>
                    <a:pt x="82961" y="183291"/>
                  </a:cubicBezTo>
                  <a:cubicBezTo>
                    <a:pt x="83257" y="184935"/>
                    <a:pt x="84828" y="186041"/>
                    <a:pt x="86488" y="185742"/>
                  </a:cubicBezTo>
                  <a:cubicBezTo>
                    <a:pt x="88148" y="185443"/>
                    <a:pt x="89216" y="183859"/>
                    <a:pt x="88919" y="182185"/>
                  </a:cubicBezTo>
                  <a:cubicBezTo>
                    <a:pt x="88623" y="180541"/>
                    <a:pt x="87052" y="179434"/>
                    <a:pt x="85392" y="179733"/>
                  </a:cubicBezTo>
                  <a:close/>
                  <a:moveTo>
                    <a:pt x="83702" y="170436"/>
                  </a:moveTo>
                  <a:cubicBezTo>
                    <a:pt x="82071" y="170735"/>
                    <a:pt x="80975" y="172319"/>
                    <a:pt x="81271" y="173993"/>
                  </a:cubicBezTo>
                  <a:cubicBezTo>
                    <a:pt x="81567" y="175638"/>
                    <a:pt x="83139" y="176744"/>
                    <a:pt x="84799" y="176445"/>
                  </a:cubicBezTo>
                  <a:cubicBezTo>
                    <a:pt x="86429" y="176146"/>
                    <a:pt x="87526" y="174561"/>
                    <a:pt x="87229" y="172887"/>
                  </a:cubicBezTo>
                  <a:cubicBezTo>
                    <a:pt x="86933" y="171243"/>
                    <a:pt x="85362" y="170137"/>
                    <a:pt x="83702" y="170436"/>
                  </a:cubicBezTo>
                  <a:close/>
                  <a:moveTo>
                    <a:pt x="82012" y="161168"/>
                  </a:moveTo>
                  <a:cubicBezTo>
                    <a:pt x="80382" y="161467"/>
                    <a:pt x="79285" y="163052"/>
                    <a:pt x="79581" y="164726"/>
                  </a:cubicBezTo>
                  <a:cubicBezTo>
                    <a:pt x="79877" y="166400"/>
                    <a:pt x="81449" y="167476"/>
                    <a:pt x="83109" y="167177"/>
                  </a:cubicBezTo>
                  <a:cubicBezTo>
                    <a:pt x="84739" y="166878"/>
                    <a:pt x="85836" y="165294"/>
                    <a:pt x="85540" y="163619"/>
                  </a:cubicBezTo>
                  <a:cubicBezTo>
                    <a:pt x="85243" y="161945"/>
                    <a:pt x="83672" y="160869"/>
                    <a:pt x="82012" y="161168"/>
                  </a:cubicBezTo>
                  <a:close/>
                  <a:moveTo>
                    <a:pt x="80322" y="151870"/>
                  </a:moveTo>
                  <a:cubicBezTo>
                    <a:pt x="78692" y="152169"/>
                    <a:pt x="77595" y="153754"/>
                    <a:pt x="77891" y="155428"/>
                  </a:cubicBezTo>
                  <a:cubicBezTo>
                    <a:pt x="78188" y="157102"/>
                    <a:pt x="79759" y="158178"/>
                    <a:pt x="81419" y="157879"/>
                  </a:cubicBezTo>
                  <a:cubicBezTo>
                    <a:pt x="83050" y="157580"/>
                    <a:pt x="84147" y="155996"/>
                    <a:pt x="83850" y="154322"/>
                  </a:cubicBezTo>
                  <a:cubicBezTo>
                    <a:pt x="83553" y="152648"/>
                    <a:pt x="81983" y="151571"/>
                    <a:pt x="80322" y="151870"/>
                  </a:cubicBezTo>
                  <a:close/>
                  <a:moveTo>
                    <a:pt x="78633" y="142603"/>
                  </a:moveTo>
                  <a:cubicBezTo>
                    <a:pt x="77002" y="142902"/>
                    <a:pt x="75905" y="144486"/>
                    <a:pt x="76202" y="146160"/>
                  </a:cubicBezTo>
                  <a:cubicBezTo>
                    <a:pt x="76498" y="147834"/>
                    <a:pt x="78069" y="148911"/>
                    <a:pt x="79730" y="148612"/>
                  </a:cubicBezTo>
                  <a:cubicBezTo>
                    <a:pt x="81389" y="148313"/>
                    <a:pt x="82457" y="146729"/>
                    <a:pt x="82160" y="145054"/>
                  </a:cubicBezTo>
                  <a:cubicBezTo>
                    <a:pt x="81864" y="143410"/>
                    <a:pt x="80293" y="142304"/>
                    <a:pt x="78633" y="142603"/>
                  </a:cubicBezTo>
                  <a:close/>
                  <a:moveTo>
                    <a:pt x="76943" y="133305"/>
                  </a:moveTo>
                  <a:cubicBezTo>
                    <a:pt x="75313" y="133604"/>
                    <a:pt x="74216" y="135189"/>
                    <a:pt x="74512" y="136863"/>
                  </a:cubicBezTo>
                  <a:cubicBezTo>
                    <a:pt x="74808" y="138507"/>
                    <a:pt x="76380" y="139614"/>
                    <a:pt x="78040" y="139315"/>
                  </a:cubicBezTo>
                  <a:cubicBezTo>
                    <a:pt x="79700" y="139015"/>
                    <a:pt x="80767" y="137431"/>
                    <a:pt x="80471" y="135757"/>
                  </a:cubicBezTo>
                  <a:cubicBezTo>
                    <a:pt x="80174" y="134112"/>
                    <a:pt x="78603" y="133006"/>
                    <a:pt x="76943" y="133305"/>
                  </a:cubicBezTo>
                  <a:close/>
                  <a:moveTo>
                    <a:pt x="75253" y="124037"/>
                  </a:moveTo>
                  <a:cubicBezTo>
                    <a:pt x="73623" y="124336"/>
                    <a:pt x="72526" y="125921"/>
                    <a:pt x="72822" y="127595"/>
                  </a:cubicBezTo>
                  <a:cubicBezTo>
                    <a:pt x="73119" y="129240"/>
                    <a:pt x="74690" y="130346"/>
                    <a:pt x="76350" y="130046"/>
                  </a:cubicBezTo>
                  <a:cubicBezTo>
                    <a:pt x="77980" y="129747"/>
                    <a:pt x="79078" y="128163"/>
                    <a:pt x="78781" y="126489"/>
                  </a:cubicBezTo>
                  <a:cubicBezTo>
                    <a:pt x="78484" y="124845"/>
                    <a:pt x="76913" y="123738"/>
                    <a:pt x="75253" y="124037"/>
                  </a:cubicBezTo>
                  <a:close/>
                  <a:moveTo>
                    <a:pt x="73563" y="114740"/>
                  </a:moveTo>
                  <a:cubicBezTo>
                    <a:pt x="71933" y="115039"/>
                    <a:pt x="70836" y="116623"/>
                    <a:pt x="71132" y="118298"/>
                  </a:cubicBezTo>
                  <a:cubicBezTo>
                    <a:pt x="71429" y="119942"/>
                    <a:pt x="73000" y="121048"/>
                    <a:pt x="74660" y="120749"/>
                  </a:cubicBezTo>
                  <a:cubicBezTo>
                    <a:pt x="76320" y="120450"/>
                    <a:pt x="77388" y="118866"/>
                    <a:pt x="77091" y="117192"/>
                  </a:cubicBezTo>
                  <a:cubicBezTo>
                    <a:pt x="76795" y="115547"/>
                    <a:pt x="75224" y="114441"/>
                    <a:pt x="73563" y="114740"/>
                  </a:cubicBezTo>
                  <a:close/>
                  <a:moveTo>
                    <a:pt x="71844" y="105473"/>
                  </a:moveTo>
                  <a:cubicBezTo>
                    <a:pt x="70213" y="105771"/>
                    <a:pt x="69117" y="107356"/>
                    <a:pt x="69413" y="109030"/>
                  </a:cubicBezTo>
                  <a:cubicBezTo>
                    <a:pt x="69710" y="110704"/>
                    <a:pt x="71281" y="111780"/>
                    <a:pt x="72941" y="111482"/>
                  </a:cubicBezTo>
                  <a:cubicBezTo>
                    <a:pt x="74572" y="111183"/>
                    <a:pt x="75668" y="109598"/>
                    <a:pt x="75371" y="107924"/>
                  </a:cubicBezTo>
                  <a:cubicBezTo>
                    <a:pt x="75075" y="106249"/>
                    <a:pt x="73504" y="105173"/>
                    <a:pt x="71844" y="105473"/>
                  </a:cubicBezTo>
                  <a:close/>
                  <a:moveTo>
                    <a:pt x="70155" y="96175"/>
                  </a:moveTo>
                  <a:cubicBezTo>
                    <a:pt x="68524" y="96474"/>
                    <a:pt x="67427" y="98058"/>
                    <a:pt x="67724" y="99732"/>
                  </a:cubicBezTo>
                  <a:cubicBezTo>
                    <a:pt x="68020" y="101377"/>
                    <a:pt x="69591" y="102483"/>
                    <a:pt x="71251" y="102184"/>
                  </a:cubicBezTo>
                  <a:cubicBezTo>
                    <a:pt x="72882" y="101885"/>
                    <a:pt x="73978" y="100300"/>
                    <a:pt x="73682" y="98626"/>
                  </a:cubicBezTo>
                  <a:cubicBezTo>
                    <a:pt x="73385" y="96952"/>
                    <a:pt x="71814" y="95876"/>
                    <a:pt x="70155" y="96175"/>
                  </a:cubicBezTo>
                  <a:close/>
                  <a:moveTo>
                    <a:pt x="68465" y="86877"/>
                  </a:moveTo>
                  <a:cubicBezTo>
                    <a:pt x="66834" y="87176"/>
                    <a:pt x="65738" y="88761"/>
                    <a:pt x="66034" y="90435"/>
                  </a:cubicBezTo>
                  <a:cubicBezTo>
                    <a:pt x="66330" y="92079"/>
                    <a:pt x="67902" y="93185"/>
                    <a:pt x="69561" y="92886"/>
                  </a:cubicBezTo>
                  <a:cubicBezTo>
                    <a:pt x="71192" y="92587"/>
                    <a:pt x="72289" y="91003"/>
                    <a:pt x="71992" y="89329"/>
                  </a:cubicBezTo>
                  <a:cubicBezTo>
                    <a:pt x="71696" y="87685"/>
                    <a:pt x="70125" y="86578"/>
                    <a:pt x="68465" y="86877"/>
                  </a:cubicBezTo>
                  <a:close/>
                  <a:moveTo>
                    <a:pt x="66775" y="77610"/>
                  </a:moveTo>
                  <a:cubicBezTo>
                    <a:pt x="65144" y="77908"/>
                    <a:pt x="64048" y="79493"/>
                    <a:pt x="64344" y="81167"/>
                  </a:cubicBezTo>
                  <a:cubicBezTo>
                    <a:pt x="64640" y="82811"/>
                    <a:pt x="66212" y="83917"/>
                    <a:pt x="67872" y="83619"/>
                  </a:cubicBezTo>
                  <a:cubicBezTo>
                    <a:pt x="69532" y="83320"/>
                    <a:pt x="70599" y="81735"/>
                    <a:pt x="70302" y="80061"/>
                  </a:cubicBezTo>
                  <a:cubicBezTo>
                    <a:pt x="70006" y="78417"/>
                    <a:pt x="68435" y="77311"/>
                    <a:pt x="66775" y="77610"/>
                  </a:cubicBezTo>
                  <a:close/>
                  <a:moveTo>
                    <a:pt x="65085" y="68312"/>
                  </a:moveTo>
                  <a:cubicBezTo>
                    <a:pt x="63455" y="68611"/>
                    <a:pt x="62358" y="70195"/>
                    <a:pt x="62654" y="71869"/>
                  </a:cubicBezTo>
                  <a:cubicBezTo>
                    <a:pt x="62951" y="73514"/>
                    <a:pt x="64522" y="74620"/>
                    <a:pt x="66182" y="74321"/>
                  </a:cubicBezTo>
                  <a:cubicBezTo>
                    <a:pt x="67813" y="74022"/>
                    <a:pt x="68909" y="72437"/>
                    <a:pt x="68613" y="70763"/>
                  </a:cubicBezTo>
                  <a:cubicBezTo>
                    <a:pt x="68316" y="69119"/>
                    <a:pt x="66745" y="68013"/>
                    <a:pt x="65085" y="68312"/>
                  </a:cubicBezTo>
                  <a:close/>
                  <a:moveTo>
                    <a:pt x="63396" y="59044"/>
                  </a:moveTo>
                  <a:cubicBezTo>
                    <a:pt x="61765" y="59343"/>
                    <a:pt x="60668" y="60928"/>
                    <a:pt x="60965" y="62602"/>
                  </a:cubicBezTo>
                  <a:cubicBezTo>
                    <a:pt x="61261" y="64246"/>
                    <a:pt x="62832" y="65352"/>
                    <a:pt x="64492" y="65053"/>
                  </a:cubicBezTo>
                  <a:cubicBezTo>
                    <a:pt x="66152" y="64754"/>
                    <a:pt x="67219" y="63170"/>
                    <a:pt x="66923" y="61496"/>
                  </a:cubicBezTo>
                  <a:cubicBezTo>
                    <a:pt x="66627" y="59851"/>
                    <a:pt x="65055" y="58745"/>
                    <a:pt x="63396" y="59044"/>
                  </a:cubicBezTo>
                  <a:close/>
                  <a:moveTo>
                    <a:pt x="61706" y="49747"/>
                  </a:moveTo>
                  <a:cubicBezTo>
                    <a:pt x="60075" y="50045"/>
                    <a:pt x="58979" y="51630"/>
                    <a:pt x="59275" y="53304"/>
                  </a:cubicBezTo>
                  <a:cubicBezTo>
                    <a:pt x="59571" y="54948"/>
                    <a:pt x="61143" y="56054"/>
                    <a:pt x="62802" y="55756"/>
                  </a:cubicBezTo>
                  <a:cubicBezTo>
                    <a:pt x="64433" y="55457"/>
                    <a:pt x="65530" y="53872"/>
                    <a:pt x="65233" y="52198"/>
                  </a:cubicBezTo>
                  <a:cubicBezTo>
                    <a:pt x="64937" y="50524"/>
                    <a:pt x="63366" y="49448"/>
                    <a:pt x="61706" y="49747"/>
                  </a:cubicBezTo>
                  <a:close/>
                  <a:moveTo>
                    <a:pt x="60016" y="40479"/>
                  </a:moveTo>
                  <a:cubicBezTo>
                    <a:pt x="58385" y="40778"/>
                    <a:pt x="57289" y="42362"/>
                    <a:pt x="57585" y="44036"/>
                  </a:cubicBezTo>
                  <a:cubicBezTo>
                    <a:pt x="57882" y="45681"/>
                    <a:pt x="59453" y="46787"/>
                    <a:pt x="61113" y="46488"/>
                  </a:cubicBezTo>
                  <a:cubicBezTo>
                    <a:pt x="62743" y="46189"/>
                    <a:pt x="63840" y="44604"/>
                    <a:pt x="63543" y="42930"/>
                  </a:cubicBezTo>
                  <a:cubicBezTo>
                    <a:pt x="63247" y="41286"/>
                    <a:pt x="61676" y="40180"/>
                    <a:pt x="60016" y="40479"/>
                  </a:cubicBezTo>
                  <a:close/>
                  <a:moveTo>
                    <a:pt x="58326" y="31181"/>
                  </a:moveTo>
                  <a:cubicBezTo>
                    <a:pt x="56696" y="31480"/>
                    <a:pt x="55599" y="33065"/>
                    <a:pt x="55896" y="34739"/>
                  </a:cubicBezTo>
                  <a:cubicBezTo>
                    <a:pt x="56192" y="36413"/>
                    <a:pt x="57763" y="37489"/>
                    <a:pt x="59423" y="37190"/>
                  </a:cubicBezTo>
                  <a:cubicBezTo>
                    <a:pt x="61054" y="36891"/>
                    <a:pt x="62150" y="35307"/>
                    <a:pt x="61854" y="33633"/>
                  </a:cubicBezTo>
                  <a:cubicBezTo>
                    <a:pt x="61557" y="31988"/>
                    <a:pt x="59986" y="30882"/>
                    <a:pt x="58326" y="31181"/>
                  </a:cubicBezTo>
                  <a:close/>
                  <a:moveTo>
                    <a:pt x="56637" y="21914"/>
                  </a:moveTo>
                  <a:cubicBezTo>
                    <a:pt x="55006" y="22212"/>
                    <a:pt x="53910" y="23797"/>
                    <a:pt x="54206" y="25471"/>
                  </a:cubicBezTo>
                  <a:cubicBezTo>
                    <a:pt x="54502" y="27116"/>
                    <a:pt x="56073" y="28221"/>
                    <a:pt x="57733" y="27922"/>
                  </a:cubicBezTo>
                  <a:cubicBezTo>
                    <a:pt x="59364" y="27624"/>
                    <a:pt x="60461" y="26039"/>
                    <a:pt x="60164" y="24365"/>
                  </a:cubicBezTo>
                  <a:cubicBezTo>
                    <a:pt x="59868" y="22721"/>
                    <a:pt x="58297" y="21615"/>
                    <a:pt x="56637" y="21914"/>
                  </a:cubicBezTo>
                  <a:close/>
                  <a:moveTo>
                    <a:pt x="54947" y="12616"/>
                  </a:moveTo>
                  <a:cubicBezTo>
                    <a:pt x="53316" y="12915"/>
                    <a:pt x="52220" y="14499"/>
                    <a:pt x="52516" y="16173"/>
                  </a:cubicBezTo>
                  <a:cubicBezTo>
                    <a:pt x="52812" y="17818"/>
                    <a:pt x="54384" y="18924"/>
                    <a:pt x="56044" y="18625"/>
                  </a:cubicBezTo>
                  <a:cubicBezTo>
                    <a:pt x="57674" y="18326"/>
                    <a:pt x="58771" y="16742"/>
                    <a:pt x="58474" y="15068"/>
                  </a:cubicBezTo>
                  <a:cubicBezTo>
                    <a:pt x="58178" y="13423"/>
                    <a:pt x="56607" y="12317"/>
                    <a:pt x="54947" y="12616"/>
                  </a:cubicBezTo>
                  <a:close/>
                  <a:moveTo>
                    <a:pt x="53257" y="3348"/>
                  </a:moveTo>
                  <a:cubicBezTo>
                    <a:pt x="51627" y="3647"/>
                    <a:pt x="50530" y="5232"/>
                    <a:pt x="50826" y="6906"/>
                  </a:cubicBezTo>
                  <a:cubicBezTo>
                    <a:pt x="51123" y="8550"/>
                    <a:pt x="52694" y="9657"/>
                    <a:pt x="54354" y="9357"/>
                  </a:cubicBezTo>
                  <a:cubicBezTo>
                    <a:pt x="55985" y="9058"/>
                    <a:pt x="57081" y="7474"/>
                    <a:pt x="56785" y="5800"/>
                  </a:cubicBezTo>
                  <a:cubicBezTo>
                    <a:pt x="56488" y="4155"/>
                    <a:pt x="54917" y="3049"/>
                    <a:pt x="53257" y="3348"/>
                  </a:cubicBezTo>
                  <a:close/>
                  <a:moveTo>
                    <a:pt x="83464" y="180182"/>
                  </a:moveTo>
                  <a:cubicBezTo>
                    <a:pt x="81864" y="180630"/>
                    <a:pt x="80915" y="182334"/>
                    <a:pt x="81360" y="183949"/>
                  </a:cubicBezTo>
                  <a:cubicBezTo>
                    <a:pt x="81805" y="185563"/>
                    <a:pt x="83494" y="186520"/>
                    <a:pt x="85095" y="186071"/>
                  </a:cubicBezTo>
                  <a:cubicBezTo>
                    <a:pt x="86696" y="185623"/>
                    <a:pt x="87645" y="183919"/>
                    <a:pt x="87200" y="182304"/>
                  </a:cubicBezTo>
                  <a:cubicBezTo>
                    <a:pt x="86755" y="180690"/>
                    <a:pt x="85065" y="179733"/>
                    <a:pt x="83464" y="180182"/>
                  </a:cubicBezTo>
                  <a:close/>
                  <a:moveTo>
                    <a:pt x="80945" y="171094"/>
                  </a:moveTo>
                  <a:cubicBezTo>
                    <a:pt x="79344" y="171542"/>
                    <a:pt x="78395" y="173246"/>
                    <a:pt x="78840" y="174861"/>
                  </a:cubicBezTo>
                  <a:cubicBezTo>
                    <a:pt x="79285" y="176475"/>
                    <a:pt x="80975" y="177431"/>
                    <a:pt x="82575" y="176983"/>
                  </a:cubicBezTo>
                  <a:cubicBezTo>
                    <a:pt x="84176" y="176535"/>
                    <a:pt x="85125" y="174831"/>
                    <a:pt x="84680" y="173216"/>
                  </a:cubicBezTo>
                  <a:cubicBezTo>
                    <a:pt x="84235" y="171602"/>
                    <a:pt x="82546" y="170645"/>
                    <a:pt x="80945" y="171094"/>
                  </a:cubicBezTo>
                  <a:close/>
                  <a:moveTo>
                    <a:pt x="78425" y="162005"/>
                  </a:moveTo>
                  <a:cubicBezTo>
                    <a:pt x="76825" y="162454"/>
                    <a:pt x="75876" y="164158"/>
                    <a:pt x="76320" y="165772"/>
                  </a:cubicBezTo>
                  <a:cubicBezTo>
                    <a:pt x="76765" y="167387"/>
                    <a:pt x="78455" y="168343"/>
                    <a:pt x="80055" y="167895"/>
                  </a:cubicBezTo>
                  <a:cubicBezTo>
                    <a:pt x="81656" y="167447"/>
                    <a:pt x="82605" y="165742"/>
                    <a:pt x="82160" y="164128"/>
                  </a:cubicBezTo>
                  <a:cubicBezTo>
                    <a:pt x="81716" y="162513"/>
                    <a:pt x="80026" y="161557"/>
                    <a:pt x="78425" y="162005"/>
                  </a:cubicBezTo>
                  <a:close/>
                  <a:moveTo>
                    <a:pt x="75905" y="152917"/>
                  </a:moveTo>
                  <a:cubicBezTo>
                    <a:pt x="74305" y="153366"/>
                    <a:pt x="73356" y="155070"/>
                    <a:pt x="73801" y="156684"/>
                  </a:cubicBezTo>
                  <a:cubicBezTo>
                    <a:pt x="74245" y="158298"/>
                    <a:pt x="75935" y="159255"/>
                    <a:pt x="77536" y="158806"/>
                  </a:cubicBezTo>
                  <a:cubicBezTo>
                    <a:pt x="79136" y="158358"/>
                    <a:pt x="80085" y="156654"/>
                    <a:pt x="79641" y="155040"/>
                  </a:cubicBezTo>
                  <a:cubicBezTo>
                    <a:pt x="79196" y="153425"/>
                    <a:pt x="77506" y="152468"/>
                    <a:pt x="75905" y="152917"/>
                  </a:cubicBezTo>
                  <a:close/>
                  <a:moveTo>
                    <a:pt x="73385" y="143828"/>
                  </a:moveTo>
                  <a:cubicBezTo>
                    <a:pt x="71785" y="144277"/>
                    <a:pt x="70836" y="145981"/>
                    <a:pt x="71281" y="147595"/>
                  </a:cubicBezTo>
                  <a:cubicBezTo>
                    <a:pt x="71725" y="149210"/>
                    <a:pt x="73415" y="150166"/>
                    <a:pt x="75016" y="149718"/>
                  </a:cubicBezTo>
                  <a:cubicBezTo>
                    <a:pt x="76617" y="149270"/>
                    <a:pt x="77566" y="147565"/>
                    <a:pt x="77121" y="145951"/>
                  </a:cubicBezTo>
                  <a:cubicBezTo>
                    <a:pt x="76676" y="144337"/>
                    <a:pt x="74986" y="143380"/>
                    <a:pt x="73385" y="143828"/>
                  </a:cubicBezTo>
                  <a:close/>
                  <a:moveTo>
                    <a:pt x="70866" y="134740"/>
                  </a:moveTo>
                  <a:cubicBezTo>
                    <a:pt x="69265" y="135189"/>
                    <a:pt x="68316" y="136893"/>
                    <a:pt x="68761" y="138507"/>
                  </a:cubicBezTo>
                  <a:cubicBezTo>
                    <a:pt x="69206" y="140121"/>
                    <a:pt x="70896" y="141078"/>
                    <a:pt x="72496" y="140630"/>
                  </a:cubicBezTo>
                  <a:cubicBezTo>
                    <a:pt x="74097" y="140181"/>
                    <a:pt x="75046" y="138477"/>
                    <a:pt x="74601" y="136863"/>
                  </a:cubicBezTo>
                  <a:cubicBezTo>
                    <a:pt x="74156" y="135249"/>
                    <a:pt x="72466" y="134292"/>
                    <a:pt x="70866" y="134740"/>
                  </a:cubicBezTo>
                  <a:close/>
                  <a:moveTo>
                    <a:pt x="68346" y="125652"/>
                  </a:moveTo>
                  <a:cubicBezTo>
                    <a:pt x="66745" y="126100"/>
                    <a:pt x="65796" y="127804"/>
                    <a:pt x="66241" y="129419"/>
                  </a:cubicBezTo>
                  <a:cubicBezTo>
                    <a:pt x="66686" y="131033"/>
                    <a:pt x="68376" y="131990"/>
                    <a:pt x="69977" y="131542"/>
                  </a:cubicBezTo>
                  <a:cubicBezTo>
                    <a:pt x="71577" y="131093"/>
                    <a:pt x="72526" y="129389"/>
                    <a:pt x="72081" y="127774"/>
                  </a:cubicBezTo>
                  <a:cubicBezTo>
                    <a:pt x="71637" y="126160"/>
                    <a:pt x="69947" y="125204"/>
                    <a:pt x="68346" y="125652"/>
                  </a:cubicBezTo>
                  <a:close/>
                  <a:moveTo>
                    <a:pt x="65826" y="116564"/>
                  </a:moveTo>
                  <a:cubicBezTo>
                    <a:pt x="64226" y="117012"/>
                    <a:pt x="63277" y="118716"/>
                    <a:pt x="63721" y="120330"/>
                  </a:cubicBezTo>
                  <a:cubicBezTo>
                    <a:pt x="64166" y="121945"/>
                    <a:pt x="65856" y="122902"/>
                    <a:pt x="67457" y="122453"/>
                  </a:cubicBezTo>
                  <a:cubicBezTo>
                    <a:pt x="69057" y="122005"/>
                    <a:pt x="70006" y="120301"/>
                    <a:pt x="69561" y="118686"/>
                  </a:cubicBezTo>
                  <a:cubicBezTo>
                    <a:pt x="69117" y="117072"/>
                    <a:pt x="67427" y="116115"/>
                    <a:pt x="65826" y="116564"/>
                  </a:cubicBezTo>
                  <a:close/>
                  <a:moveTo>
                    <a:pt x="63307" y="107476"/>
                  </a:moveTo>
                  <a:cubicBezTo>
                    <a:pt x="61706" y="107924"/>
                    <a:pt x="60757" y="109628"/>
                    <a:pt x="61202" y="111242"/>
                  </a:cubicBezTo>
                  <a:cubicBezTo>
                    <a:pt x="61646" y="112857"/>
                    <a:pt x="63336" y="113813"/>
                    <a:pt x="64937" y="113365"/>
                  </a:cubicBezTo>
                  <a:cubicBezTo>
                    <a:pt x="66538" y="112916"/>
                    <a:pt x="67486" y="111212"/>
                    <a:pt x="67042" y="109598"/>
                  </a:cubicBezTo>
                  <a:cubicBezTo>
                    <a:pt x="66597" y="107983"/>
                    <a:pt x="64907" y="107027"/>
                    <a:pt x="63307" y="107476"/>
                  </a:cubicBezTo>
                  <a:close/>
                  <a:moveTo>
                    <a:pt x="60787" y="98387"/>
                  </a:moveTo>
                  <a:cubicBezTo>
                    <a:pt x="59186" y="98835"/>
                    <a:pt x="58237" y="100539"/>
                    <a:pt x="58682" y="102154"/>
                  </a:cubicBezTo>
                  <a:cubicBezTo>
                    <a:pt x="59126" y="103768"/>
                    <a:pt x="60816" y="104725"/>
                    <a:pt x="62417" y="104276"/>
                  </a:cubicBezTo>
                  <a:cubicBezTo>
                    <a:pt x="64018" y="103828"/>
                    <a:pt x="64967" y="102124"/>
                    <a:pt x="64522" y="100510"/>
                  </a:cubicBezTo>
                  <a:cubicBezTo>
                    <a:pt x="64077" y="98895"/>
                    <a:pt x="62388" y="97938"/>
                    <a:pt x="60787" y="98387"/>
                  </a:cubicBezTo>
                  <a:close/>
                  <a:moveTo>
                    <a:pt x="58267" y="89299"/>
                  </a:moveTo>
                  <a:cubicBezTo>
                    <a:pt x="56666" y="89747"/>
                    <a:pt x="55718" y="91451"/>
                    <a:pt x="56162" y="93066"/>
                  </a:cubicBezTo>
                  <a:cubicBezTo>
                    <a:pt x="56607" y="94680"/>
                    <a:pt x="58297" y="95637"/>
                    <a:pt x="59897" y="95188"/>
                  </a:cubicBezTo>
                  <a:cubicBezTo>
                    <a:pt x="61498" y="94740"/>
                    <a:pt x="62447" y="93036"/>
                    <a:pt x="62002" y="91421"/>
                  </a:cubicBezTo>
                  <a:cubicBezTo>
                    <a:pt x="61557" y="89807"/>
                    <a:pt x="59868" y="88850"/>
                    <a:pt x="58267" y="89299"/>
                  </a:cubicBezTo>
                  <a:close/>
                  <a:moveTo>
                    <a:pt x="55747" y="80210"/>
                  </a:moveTo>
                  <a:cubicBezTo>
                    <a:pt x="54146" y="80659"/>
                    <a:pt x="53198" y="82363"/>
                    <a:pt x="53643" y="83977"/>
                  </a:cubicBezTo>
                  <a:cubicBezTo>
                    <a:pt x="54087" y="85592"/>
                    <a:pt x="55777" y="86548"/>
                    <a:pt x="57378" y="86100"/>
                  </a:cubicBezTo>
                  <a:cubicBezTo>
                    <a:pt x="58979" y="85652"/>
                    <a:pt x="59927" y="83947"/>
                    <a:pt x="59482" y="82333"/>
                  </a:cubicBezTo>
                  <a:cubicBezTo>
                    <a:pt x="59038" y="80719"/>
                    <a:pt x="57348" y="79762"/>
                    <a:pt x="55747" y="80210"/>
                  </a:cubicBezTo>
                  <a:close/>
                  <a:moveTo>
                    <a:pt x="53227" y="71092"/>
                  </a:moveTo>
                  <a:cubicBezTo>
                    <a:pt x="51627" y="71541"/>
                    <a:pt x="50678" y="73245"/>
                    <a:pt x="51123" y="74859"/>
                  </a:cubicBezTo>
                  <a:cubicBezTo>
                    <a:pt x="51568" y="76473"/>
                    <a:pt x="53257" y="77430"/>
                    <a:pt x="54858" y="76982"/>
                  </a:cubicBezTo>
                  <a:cubicBezTo>
                    <a:pt x="56459" y="76533"/>
                    <a:pt x="57407" y="74829"/>
                    <a:pt x="56962" y="73215"/>
                  </a:cubicBezTo>
                  <a:cubicBezTo>
                    <a:pt x="56518" y="71601"/>
                    <a:pt x="54828" y="70644"/>
                    <a:pt x="53227" y="71092"/>
                  </a:cubicBezTo>
                  <a:close/>
                  <a:moveTo>
                    <a:pt x="50708" y="62004"/>
                  </a:moveTo>
                  <a:cubicBezTo>
                    <a:pt x="49107" y="62452"/>
                    <a:pt x="48158" y="64156"/>
                    <a:pt x="48603" y="65770"/>
                  </a:cubicBezTo>
                  <a:cubicBezTo>
                    <a:pt x="49048" y="67385"/>
                    <a:pt x="50737" y="68342"/>
                    <a:pt x="52338" y="67893"/>
                  </a:cubicBezTo>
                  <a:cubicBezTo>
                    <a:pt x="53939" y="67445"/>
                    <a:pt x="54887" y="65741"/>
                    <a:pt x="54443" y="64126"/>
                  </a:cubicBezTo>
                  <a:cubicBezTo>
                    <a:pt x="53998" y="62512"/>
                    <a:pt x="52309" y="61556"/>
                    <a:pt x="50708" y="62004"/>
                  </a:cubicBezTo>
                  <a:close/>
                  <a:moveTo>
                    <a:pt x="48188" y="52916"/>
                  </a:moveTo>
                  <a:cubicBezTo>
                    <a:pt x="46587" y="53364"/>
                    <a:pt x="45639" y="55068"/>
                    <a:pt x="46083" y="56682"/>
                  </a:cubicBezTo>
                  <a:cubicBezTo>
                    <a:pt x="46528" y="58297"/>
                    <a:pt x="48217" y="59254"/>
                    <a:pt x="49818" y="58805"/>
                  </a:cubicBezTo>
                  <a:cubicBezTo>
                    <a:pt x="51419" y="58356"/>
                    <a:pt x="52368" y="56652"/>
                    <a:pt x="51923" y="55038"/>
                  </a:cubicBezTo>
                  <a:cubicBezTo>
                    <a:pt x="51479" y="53424"/>
                    <a:pt x="49789" y="52467"/>
                    <a:pt x="48188" y="52916"/>
                  </a:cubicBezTo>
                  <a:close/>
                  <a:moveTo>
                    <a:pt x="45668" y="43827"/>
                  </a:moveTo>
                  <a:cubicBezTo>
                    <a:pt x="44067" y="44276"/>
                    <a:pt x="43119" y="45979"/>
                    <a:pt x="43564" y="47594"/>
                  </a:cubicBezTo>
                  <a:cubicBezTo>
                    <a:pt x="44008" y="49209"/>
                    <a:pt x="45698" y="50165"/>
                    <a:pt x="47298" y="49717"/>
                  </a:cubicBezTo>
                  <a:cubicBezTo>
                    <a:pt x="48899" y="49268"/>
                    <a:pt x="49848" y="47564"/>
                    <a:pt x="49404" y="45950"/>
                  </a:cubicBezTo>
                  <a:cubicBezTo>
                    <a:pt x="48959" y="44335"/>
                    <a:pt x="47269" y="43379"/>
                    <a:pt x="45668" y="43827"/>
                  </a:cubicBezTo>
                  <a:close/>
                  <a:moveTo>
                    <a:pt x="43148" y="34739"/>
                  </a:moveTo>
                  <a:cubicBezTo>
                    <a:pt x="41547" y="35187"/>
                    <a:pt x="40599" y="36891"/>
                    <a:pt x="41044" y="38506"/>
                  </a:cubicBezTo>
                  <a:cubicBezTo>
                    <a:pt x="41488" y="40120"/>
                    <a:pt x="43178" y="41077"/>
                    <a:pt x="44779" y="40628"/>
                  </a:cubicBezTo>
                  <a:cubicBezTo>
                    <a:pt x="46380" y="40180"/>
                    <a:pt x="47328" y="38476"/>
                    <a:pt x="46884" y="36861"/>
                  </a:cubicBezTo>
                  <a:cubicBezTo>
                    <a:pt x="46439" y="35247"/>
                    <a:pt x="44749" y="34290"/>
                    <a:pt x="43148" y="34739"/>
                  </a:cubicBezTo>
                  <a:close/>
                  <a:moveTo>
                    <a:pt x="40628" y="25651"/>
                  </a:moveTo>
                  <a:cubicBezTo>
                    <a:pt x="39028" y="26099"/>
                    <a:pt x="38079" y="27803"/>
                    <a:pt x="38524" y="29418"/>
                  </a:cubicBezTo>
                  <a:cubicBezTo>
                    <a:pt x="38969" y="31032"/>
                    <a:pt x="40658" y="31988"/>
                    <a:pt x="42259" y="31540"/>
                  </a:cubicBezTo>
                  <a:cubicBezTo>
                    <a:pt x="43860" y="31092"/>
                    <a:pt x="44809" y="29388"/>
                    <a:pt x="44364" y="27773"/>
                  </a:cubicBezTo>
                  <a:cubicBezTo>
                    <a:pt x="43919" y="26159"/>
                    <a:pt x="42229" y="25202"/>
                    <a:pt x="40628" y="25651"/>
                  </a:cubicBezTo>
                  <a:close/>
                  <a:moveTo>
                    <a:pt x="38109" y="16562"/>
                  </a:moveTo>
                  <a:cubicBezTo>
                    <a:pt x="36508" y="17011"/>
                    <a:pt x="35559" y="18715"/>
                    <a:pt x="36004" y="20329"/>
                  </a:cubicBezTo>
                  <a:cubicBezTo>
                    <a:pt x="36449" y="21943"/>
                    <a:pt x="38139" y="22900"/>
                    <a:pt x="39739" y="22452"/>
                  </a:cubicBezTo>
                  <a:cubicBezTo>
                    <a:pt x="41340" y="22003"/>
                    <a:pt x="42289" y="20299"/>
                    <a:pt x="41844" y="18685"/>
                  </a:cubicBezTo>
                  <a:cubicBezTo>
                    <a:pt x="41399" y="17071"/>
                    <a:pt x="39710" y="16114"/>
                    <a:pt x="38109" y="16562"/>
                  </a:cubicBezTo>
                  <a:close/>
                  <a:moveTo>
                    <a:pt x="35589" y="7474"/>
                  </a:moveTo>
                  <a:cubicBezTo>
                    <a:pt x="33988" y="7923"/>
                    <a:pt x="33040" y="9627"/>
                    <a:pt x="33484" y="11241"/>
                  </a:cubicBezTo>
                  <a:cubicBezTo>
                    <a:pt x="33929" y="12855"/>
                    <a:pt x="35619" y="13812"/>
                    <a:pt x="37219" y="13364"/>
                  </a:cubicBezTo>
                  <a:cubicBezTo>
                    <a:pt x="38820" y="12915"/>
                    <a:pt x="39769" y="11211"/>
                    <a:pt x="39324" y="9597"/>
                  </a:cubicBezTo>
                  <a:cubicBezTo>
                    <a:pt x="38880" y="7982"/>
                    <a:pt x="37190" y="7026"/>
                    <a:pt x="35589" y="7474"/>
                  </a:cubicBezTo>
                  <a:close/>
                  <a:moveTo>
                    <a:pt x="81597" y="180840"/>
                  </a:moveTo>
                  <a:cubicBezTo>
                    <a:pt x="80026" y="181437"/>
                    <a:pt x="79255" y="183202"/>
                    <a:pt x="79848" y="184786"/>
                  </a:cubicBezTo>
                  <a:cubicBezTo>
                    <a:pt x="80441" y="186370"/>
                    <a:pt x="82190" y="187148"/>
                    <a:pt x="83761" y="186550"/>
                  </a:cubicBezTo>
                  <a:cubicBezTo>
                    <a:pt x="85332" y="185952"/>
                    <a:pt x="86103" y="184188"/>
                    <a:pt x="85510" y="182603"/>
                  </a:cubicBezTo>
                  <a:cubicBezTo>
                    <a:pt x="84917" y="181019"/>
                    <a:pt x="83168" y="180242"/>
                    <a:pt x="81597" y="180840"/>
                  </a:cubicBezTo>
                  <a:close/>
                  <a:moveTo>
                    <a:pt x="78247" y="171990"/>
                  </a:moveTo>
                  <a:cubicBezTo>
                    <a:pt x="76676" y="172588"/>
                    <a:pt x="75905" y="174352"/>
                    <a:pt x="76498" y="175937"/>
                  </a:cubicBezTo>
                  <a:cubicBezTo>
                    <a:pt x="77091" y="177521"/>
                    <a:pt x="78840" y="178298"/>
                    <a:pt x="80411" y="177700"/>
                  </a:cubicBezTo>
                  <a:cubicBezTo>
                    <a:pt x="81983" y="177103"/>
                    <a:pt x="82753" y="175339"/>
                    <a:pt x="82160" y="173754"/>
                  </a:cubicBezTo>
                  <a:cubicBezTo>
                    <a:pt x="81567" y="172170"/>
                    <a:pt x="79819" y="171393"/>
                    <a:pt x="78247" y="171990"/>
                  </a:cubicBezTo>
                  <a:close/>
                  <a:moveTo>
                    <a:pt x="74927" y="163171"/>
                  </a:moveTo>
                  <a:cubicBezTo>
                    <a:pt x="73356" y="163769"/>
                    <a:pt x="72585" y="165533"/>
                    <a:pt x="73178" y="167118"/>
                  </a:cubicBezTo>
                  <a:cubicBezTo>
                    <a:pt x="73771" y="168702"/>
                    <a:pt x="75520" y="169479"/>
                    <a:pt x="77091" y="168881"/>
                  </a:cubicBezTo>
                  <a:cubicBezTo>
                    <a:pt x="78662" y="168283"/>
                    <a:pt x="79433" y="166519"/>
                    <a:pt x="78840" y="164935"/>
                  </a:cubicBezTo>
                  <a:cubicBezTo>
                    <a:pt x="78247" y="163351"/>
                    <a:pt x="76498" y="162573"/>
                    <a:pt x="74927" y="163171"/>
                  </a:cubicBezTo>
                  <a:close/>
                  <a:moveTo>
                    <a:pt x="71607" y="154352"/>
                  </a:moveTo>
                  <a:cubicBezTo>
                    <a:pt x="70036" y="154950"/>
                    <a:pt x="69265" y="156714"/>
                    <a:pt x="69858" y="158298"/>
                  </a:cubicBezTo>
                  <a:cubicBezTo>
                    <a:pt x="70451" y="159882"/>
                    <a:pt x="72200" y="160660"/>
                    <a:pt x="73771" y="160062"/>
                  </a:cubicBezTo>
                  <a:cubicBezTo>
                    <a:pt x="75342" y="159464"/>
                    <a:pt x="76113" y="157700"/>
                    <a:pt x="75520" y="156116"/>
                  </a:cubicBezTo>
                  <a:cubicBezTo>
                    <a:pt x="74927" y="154531"/>
                    <a:pt x="73178" y="153754"/>
                    <a:pt x="71607" y="154352"/>
                  </a:cubicBezTo>
                  <a:close/>
                  <a:moveTo>
                    <a:pt x="68287" y="145532"/>
                  </a:moveTo>
                  <a:cubicBezTo>
                    <a:pt x="66715" y="146130"/>
                    <a:pt x="65945" y="147894"/>
                    <a:pt x="66538" y="149479"/>
                  </a:cubicBezTo>
                  <a:cubicBezTo>
                    <a:pt x="67131" y="151064"/>
                    <a:pt x="68879" y="151840"/>
                    <a:pt x="70451" y="151243"/>
                  </a:cubicBezTo>
                  <a:cubicBezTo>
                    <a:pt x="72022" y="150645"/>
                    <a:pt x="72793" y="148881"/>
                    <a:pt x="72200" y="147297"/>
                  </a:cubicBezTo>
                  <a:cubicBezTo>
                    <a:pt x="71607" y="145712"/>
                    <a:pt x="69858" y="144935"/>
                    <a:pt x="68287" y="145532"/>
                  </a:cubicBezTo>
                  <a:close/>
                  <a:moveTo>
                    <a:pt x="64937" y="136713"/>
                  </a:moveTo>
                  <a:cubicBezTo>
                    <a:pt x="63366" y="137311"/>
                    <a:pt x="62595" y="139075"/>
                    <a:pt x="63188" y="140660"/>
                  </a:cubicBezTo>
                  <a:cubicBezTo>
                    <a:pt x="63781" y="142244"/>
                    <a:pt x="65530" y="143022"/>
                    <a:pt x="67101" y="142423"/>
                  </a:cubicBezTo>
                  <a:cubicBezTo>
                    <a:pt x="68672" y="141825"/>
                    <a:pt x="69443" y="140062"/>
                    <a:pt x="68850" y="138477"/>
                  </a:cubicBezTo>
                  <a:cubicBezTo>
                    <a:pt x="68257" y="136893"/>
                    <a:pt x="66508" y="136115"/>
                    <a:pt x="64937" y="136713"/>
                  </a:cubicBezTo>
                  <a:close/>
                  <a:moveTo>
                    <a:pt x="61617" y="127894"/>
                  </a:moveTo>
                  <a:cubicBezTo>
                    <a:pt x="60046" y="128492"/>
                    <a:pt x="59275" y="130256"/>
                    <a:pt x="59868" y="131840"/>
                  </a:cubicBezTo>
                  <a:cubicBezTo>
                    <a:pt x="60461" y="133425"/>
                    <a:pt x="62210" y="134202"/>
                    <a:pt x="63781" y="133604"/>
                  </a:cubicBezTo>
                  <a:cubicBezTo>
                    <a:pt x="65352" y="133006"/>
                    <a:pt x="66123" y="131243"/>
                    <a:pt x="65530" y="129658"/>
                  </a:cubicBezTo>
                  <a:cubicBezTo>
                    <a:pt x="64937" y="128073"/>
                    <a:pt x="63188" y="127296"/>
                    <a:pt x="61617" y="127894"/>
                  </a:cubicBezTo>
                  <a:close/>
                  <a:moveTo>
                    <a:pt x="58297" y="119075"/>
                  </a:moveTo>
                  <a:cubicBezTo>
                    <a:pt x="56726" y="119673"/>
                    <a:pt x="55955" y="121437"/>
                    <a:pt x="56548" y="123021"/>
                  </a:cubicBezTo>
                  <a:cubicBezTo>
                    <a:pt x="57140" y="124606"/>
                    <a:pt x="58890" y="125383"/>
                    <a:pt x="60461" y="124785"/>
                  </a:cubicBezTo>
                  <a:cubicBezTo>
                    <a:pt x="62032" y="124187"/>
                    <a:pt x="62802" y="122423"/>
                    <a:pt x="62210" y="120839"/>
                  </a:cubicBezTo>
                  <a:cubicBezTo>
                    <a:pt x="61617" y="119254"/>
                    <a:pt x="59868" y="118477"/>
                    <a:pt x="58297" y="119075"/>
                  </a:cubicBezTo>
                  <a:close/>
                  <a:moveTo>
                    <a:pt x="54947" y="110256"/>
                  </a:moveTo>
                  <a:cubicBezTo>
                    <a:pt x="53376" y="110854"/>
                    <a:pt x="52605" y="112617"/>
                    <a:pt x="53198" y="114202"/>
                  </a:cubicBezTo>
                  <a:cubicBezTo>
                    <a:pt x="53791" y="115786"/>
                    <a:pt x="55540" y="116564"/>
                    <a:pt x="57111" y="115966"/>
                  </a:cubicBezTo>
                  <a:cubicBezTo>
                    <a:pt x="58682" y="115368"/>
                    <a:pt x="59453" y="113604"/>
                    <a:pt x="58860" y="112019"/>
                  </a:cubicBezTo>
                  <a:cubicBezTo>
                    <a:pt x="58267" y="110435"/>
                    <a:pt x="56518" y="109657"/>
                    <a:pt x="54947" y="110256"/>
                  </a:cubicBezTo>
                  <a:close/>
                  <a:moveTo>
                    <a:pt x="51627" y="101437"/>
                  </a:moveTo>
                  <a:cubicBezTo>
                    <a:pt x="50056" y="102034"/>
                    <a:pt x="49285" y="103798"/>
                    <a:pt x="49878" y="105383"/>
                  </a:cubicBezTo>
                  <a:cubicBezTo>
                    <a:pt x="50470" y="106967"/>
                    <a:pt x="52220" y="107744"/>
                    <a:pt x="53791" y="107147"/>
                  </a:cubicBezTo>
                  <a:cubicBezTo>
                    <a:pt x="55362" y="106549"/>
                    <a:pt x="56133" y="104785"/>
                    <a:pt x="55540" y="103200"/>
                  </a:cubicBezTo>
                  <a:cubicBezTo>
                    <a:pt x="54947" y="101615"/>
                    <a:pt x="53198" y="100839"/>
                    <a:pt x="51627" y="101437"/>
                  </a:cubicBezTo>
                  <a:close/>
                  <a:moveTo>
                    <a:pt x="48306" y="92617"/>
                  </a:moveTo>
                  <a:cubicBezTo>
                    <a:pt x="46735" y="93215"/>
                    <a:pt x="45964" y="94979"/>
                    <a:pt x="46557" y="96563"/>
                  </a:cubicBezTo>
                  <a:cubicBezTo>
                    <a:pt x="47151" y="98148"/>
                    <a:pt x="48899" y="98925"/>
                    <a:pt x="50470" y="98327"/>
                  </a:cubicBezTo>
                  <a:cubicBezTo>
                    <a:pt x="52042" y="97729"/>
                    <a:pt x="52812" y="95965"/>
                    <a:pt x="52220" y="94381"/>
                  </a:cubicBezTo>
                  <a:cubicBezTo>
                    <a:pt x="51627" y="92797"/>
                    <a:pt x="49878" y="92019"/>
                    <a:pt x="48306" y="92617"/>
                  </a:cubicBezTo>
                  <a:close/>
                  <a:moveTo>
                    <a:pt x="44987" y="83798"/>
                  </a:moveTo>
                  <a:cubicBezTo>
                    <a:pt x="43415" y="84396"/>
                    <a:pt x="42645" y="86159"/>
                    <a:pt x="43237" y="87744"/>
                  </a:cubicBezTo>
                  <a:cubicBezTo>
                    <a:pt x="43830" y="89329"/>
                    <a:pt x="45579" y="90106"/>
                    <a:pt x="47151" y="89508"/>
                  </a:cubicBezTo>
                  <a:cubicBezTo>
                    <a:pt x="48722" y="88910"/>
                    <a:pt x="49493" y="87146"/>
                    <a:pt x="48899" y="85562"/>
                  </a:cubicBezTo>
                  <a:cubicBezTo>
                    <a:pt x="48306" y="83977"/>
                    <a:pt x="46557" y="83200"/>
                    <a:pt x="44987" y="83798"/>
                  </a:cubicBezTo>
                  <a:close/>
                  <a:moveTo>
                    <a:pt x="41636" y="74949"/>
                  </a:moveTo>
                  <a:cubicBezTo>
                    <a:pt x="40065" y="75547"/>
                    <a:pt x="39294" y="77311"/>
                    <a:pt x="39888" y="78895"/>
                  </a:cubicBezTo>
                  <a:cubicBezTo>
                    <a:pt x="40481" y="80479"/>
                    <a:pt x="42229" y="81257"/>
                    <a:pt x="43800" y="80659"/>
                  </a:cubicBezTo>
                  <a:cubicBezTo>
                    <a:pt x="45372" y="80061"/>
                    <a:pt x="46142" y="78297"/>
                    <a:pt x="45550" y="76713"/>
                  </a:cubicBezTo>
                  <a:cubicBezTo>
                    <a:pt x="44957" y="75128"/>
                    <a:pt x="43208" y="74351"/>
                    <a:pt x="41636" y="74949"/>
                  </a:cubicBezTo>
                  <a:close/>
                  <a:moveTo>
                    <a:pt x="38317" y="66129"/>
                  </a:moveTo>
                  <a:cubicBezTo>
                    <a:pt x="36745" y="66727"/>
                    <a:pt x="35975" y="68491"/>
                    <a:pt x="36567" y="70076"/>
                  </a:cubicBezTo>
                  <a:cubicBezTo>
                    <a:pt x="37160" y="71660"/>
                    <a:pt x="38909" y="72437"/>
                    <a:pt x="40481" y="71839"/>
                  </a:cubicBezTo>
                  <a:cubicBezTo>
                    <a:pt x="42052" y="71242"/>
                    <a:pt x="42823" y="69478"/>
                    <a:pt x="42229" y="67893"/>
                  </a:cubicBezTo>
                  <a:cubicBezTo>
                    <a:pt x="41636" y="66309"/>
                    <a:pt x="39888" y="65532"/>
                    <a:pt x="38317" y="66129"/>
                  </a:cubicBezTo>
                  <a:close/>
                  <a:moveTo>
                    <a:pt x="34996" y="57310"/>
                  </a:moveTo>
                  <a:cubicBezTo>
                    <a:pt x="33425" y="57908"/>
                    <a:pt x="32654" y="59672"/>
                    <a:pt x="33247" y="61257"/>
                  </a:cubicBezTo>
                  <a:cubicBezTo>
                    <a:pt x="33840" y="62841"/>
                    <a:pt x="35589" y="63618"/>
                    <a:pt x="37160" y="63020"/>
                  </a:cubicBezTo>
                  <a:cubicBezTo>
                    <a:pt x="38731" y="62422"/>
                    <a:pt x="39502" y="60658"/>
                    <a:pt x="38909" y="59074"/>
                  </a:cubicBezTo>
                  <a:cubicBezTo>
                    <a:pt x="38317" y="57490"/>
                    <a:pt x="36567" y="56712"/>
                    <a:pt x="34996" y="57310"/>
                  </a:cubicBezTo>
                  <a:close/>
                  <a:moveTo>
                    <a:pt x="31676" y="48491"/>
                  </a:moveTo>
                  <a:cubicBezTo>
                    <a:pt x="30105" y="49089"/>
                    <a:pt x="29334" y="50853"/>
                    <a:pt x="29927" y="52437"/>
                  </a:cubicBezTo>
                  <a:cubicBezTo>
                    <a:pt x="30520" y="54021"/>
                    <a:pt x="32269" y="54799"/>
                    <a:pt x="33840" y="54201"/>
                  </a:cubicBezTo>
                  <a:cubicBezTo>
                    <a:pt x="35411" y="53603"/>
                    <a:pt x="36182" y="51840"/>
                    <a:pt x="35589" y="50255"/>
                  </a:cubicBezTo>
                  <a:cubicBezTo>
                    <a:pt x="34996" y="48670"/>
                    <a:pt x="33247" y="47893"/>
                    <a:pt x="31676" y="48491"/>
                  </a:cubicBezTo>
                  <a:close/>
                  <a:moveTo>
                    <a:pt x="28326" y="39672"/>
                  </a:moveTo>
                  <a:cubicBezTo>
                    <a:pt x="26755" y="40269"/>
                    <a:pt x="25984" y="42033"/>
                    <a:pt x="26577" y="43618"/>
                  </a:cubicBezTo>
                  <a:cubicBezTo>
                    <a:pt x="27170" y="45203"/>
                    <a:pt x="28919" y="45979"/>
                    <a:pt x="30490" y="45382"/>
                  </a:cubicBezTo>
                  <a:cubicBezTo>
                    <a:pt x="32061" y="44784"/>
                    <a:pt x="32832" y="43020"/>
                    <a:pt x="32239" y="41436"/>
                  </a:cubicBezTo>
                  <a:cubicBezTo>
                    <a:pt x="31647" y="39851"/>
                    <a:pt x="29897" y="39074"/>
                    <a:pt x="28326" y="39672"/>
                  </a:cubicBezTo>
                  <a:close/>
                  <a:moveTo>
                    <a:pt x="25006" y="30852"/>
                  </a:moveTo>
                  <a:cubicBezTo>
                    <a:pt x="23435" y="31450"/>
                    <a:pt x="22664" y="33214"/>
                    <a:pt x="23257" y="34799"/>
                  </a:cubicBezTo>
                  <a:cubicBezTo>
                    <a:pt x="23850" y="36383"/>
                    <a:pt x="25599" y="37161"/>
                    <a:pt x="27170" y="36562"/>
                  </a:cubicBezTo>
                  <a:cubicBezTo>
                    <a:pt x="28741" y="35964"/>
                    <a:pt x="29512" y="34201"/>
                    <a:pt x="28919" y="32616"/>
                  </a:cubicBezTo>
                  <a:cubicBezTo>
                    <a:pt x="28326" y="31032"/>
                    <a:pt x="26577" y="30254"/>
                    <a:pt x="25006" y="30852"/>
                  </a:cubicBezTo>
                  <a:close/>
                  <a:moveTo>
                    <a:pt x="21686" y="22033"/>
                  </a:moveTo>
                  <a:cubicBezTo>
                    <a:pt x="20115" y="22631"/>
                    <a:pt x="19344" y="24395"/>
                    <a:pt x="19937" y="25979"/>
                  </a:cubicBezTo>
                  <a:cubicBezTo>
                    <a:pt x="20530" y="27564"/>
                    <a:pt x="22279" y="28341"/>
                    <a:pt x="23850" y="27743"/>
                  </a:cubicBezTo>
                  <a:cubicBezTo>
                    <a:pt x="25421" y="27145"/>
                    <a:pt x="26192" y="25382"/>
                    <a:pt x="25599" y="23797"/>
                  </a:cubicBezTo>
                  <a:cubicBezTo>
                    <a:pt x="25006" y="22212"/>
                    <a:pt x="23257" y="21435"/>
                    <a:pt x="21686" y="22033"/>
                  </a:cubicBezTo>
                  <a:close/>
                  <a:moveTo>
                    <a:pt x="18366" y="13214"/>
                  </a:moveTo>
                  <a:cubicBezTo>
                    <a:pt x="16795" y="13812"/>
                    <a:pt x="16024" y="15576"/>
                    <a:pt x="16617" y="17160"/>
                  </a:cubicBezTo>
                  <a:cubicBezTo>
                    <a:pt x="17210" y="18745"/>
                    <a:pt x="18959" y="19522"/>
                    <a:pt x="20530" y="18924"/>
                  </a:cubicBezTo>
                  <a:cubicBezTo>
                    <a:pt x="22101" y="18326"/>
                    <a:pt x="22871" y="16562"/>
                    <a:pt x="22279" y="14978"/>
                  </a:cubicBezTo>
                  <a:cubicBezTo>
                    <a:pt x="21686" y="13393"/>
                    <a:pt x="19937" y="12616"/>
                    <a:pt x="18366" y="13214"/>
                  </a:cubicBezTo>
                  <a:close/>
                  <a:moveTo>
                    <a:pt x="79759" y="181647"/>
                  </a:moveTo>
                  <a:cubicBezTo>
                    <a:pt x="78247" y="182394"/>
                    <a:pt x="77624" y="184218"/>
                    <a:pt x="78366" y="185742"/>
                  </a:cubicBezTo>
                  <a:cubicBezTo>
                    <a:pt x="79107" y="187267"/>
                    <a:pt x="80915" y="187895"/>
                    <a:pt x="82427" y="187148"/>
                  </a:cubicBezTo>
                  <a:cubicBezTo>
                    <a:pt x="83939" y="186400"/>
                    <a:pt x="84561" y="184577"/>
                    <a:pt x="83820" y="183052"/>
                  </a:cubicBezTo>
                  <a:cubicBezTo>
                    <a:pt x="83079" y="181527"/>
                    <a:pt x="81271" y="180899"/>
                    <a:pt x="79759" y="181647"/>
                  </a:cubicBezTo>
                  <a:close/>
                  <a:moveTo>
                    <a:pt x="75668" y="173157"/>
                  </a:moveTo>
                  <a:cubicBezTo>
                    <a:pt x="74156" y="173904"/>
                    <a:pt x="73534" y="175727"/>
                    <a:pt x="74275" y="177252"/>
                  </a:cubicBezTo>
                  <a:cubicBezTo>
                    <a:pt x="75016" y="178777"/>
                    <a:pt x="76825" y="179404"/>
                    <a:pt x="78336" y="178657"/>
                  </a:cubicBezTo>
                  <a:cubicBezTo>
                    <a:pt x="79848" y="177910"/>
                    <a:pt x="80471" y="176086"/>
                    <a:pt x="79730" y="174561"/>
                  </a:cubicBezTo>
                  <a:cubicBezTo>
                    <a:pt x="78989" y="173037"/>
                    <a:pt x="77180" y="172409"/>
                    <a:pt x="75668" y="173157"/>
                  </a:cubicBezTo>
                  <a:close/>
                  <a:moveTo>
                    <a:pt x="71548" y="164666"/>
                  </a:moveTo>
                  <a:cubicBezTo>
                    <a:pt x="70036" y="165414"/>
                    <a:pt x="69413" y="167237"/>
                    <a:pt x="70155" y="168762"/>
                  </a:cubicBezTo>
                  <a:cubicBezTo>
                    <a:pt x="70896" y="170286"/>
                    <a:pt x="72704" y="170914"/>
                    <a:pt x="74216" y="170167"/>
                  </a:cubicBezTo>
                  <a:cubicBezTo>
                    <a:pt x="75727" y="169420"/>
                    <a:pt x="76350" y="167596"/>
                    <a:pt x="75609" y="166071"/>
                  </a:cubicBezTo>
                  <a:cubicBezTo>
                    <a:pt x="74868" y="164546"/>
                    <a:pt x="73060" y="163918"/>
                    <a:pt x="71548" y="164666"/>
                  </a:cubicBezTo>
                  <a:close/>
                  <a:moveTo>
                    <a:pt x="67457" y="156175"/>
                  </a:moveTo>
                  <a:cubicBezTo>
                    <a:pt x="65945" y="156923"/>
                    <a:pt x="65322" y="158747"/>
                    <a:pt x="66063" y="160271"/>
                  </a:cubicBezTo>
                  <a:cubicBezTo>
                    <a:pt x="66804" y="161796"/>
                    <a:pt x="68613" y="162424"/>
                    <a:pt x="70125" y="161676"/>
                  </a:cubicBezTo>
                  <a:cubicBezTo>
                    <a:pt x="71637" y="160929"/>
                    <a:pt x="72259" y="159105"/>
                    <a:pt x="71518" y="157580"/>
                  </a:cubicBezTo>
                  <a:cubicBezTo>
                    <a:pt x="70777" y="156056"/>
                    <a:pt x="68968" y="155428"/>
                    <a:pt x="67457" y="156175"/>
                  </a:cubicBezTo>
                  <a:close/>
                  <a:moveTo>
                    <a:pt x="63336" y="147715"/>
                  </a:moveTo>
                  <a:cubicBezTo>
                    <a:pt x="61824" y="148462"/>
                    <a:pt x="61202" y="150286"/>
                    <a:pt x="61943" y="151811"/>
                  </a:cubicBezTo>
                  <a:cubicBezTo>
                    <a:pt x="62684" y="153336"/>
                    <a:pt x="64492" y="153963"/>
                    <a:pt x="66004" y="153216"/>
                  </a:cubicBezTo>
                  <a:cubicBezTo>
                    <a:pt x="67516" y="152468"/>
                    <a:pt x="68138" y="150645"/>
                    <a:pt x="67397" y="149120"/>
                  </a:cubicBezTo>
                  <a:cubicBezTo>
                    <a:pt x="66656" y="147595"/>
                    <a:pt x="64848" y="146968"/>
                    <a:pt x="63336" y="147715"/>
                  </a:cubicBezTo>
                  <a:close/>
                  <a:moveTo>
                    <a:pt x="59215" y="139225"/>
                  </a:moveTo>
                  <a:cubicBezTo>
                    <a:pt x="57704" y="139972"/>
                    <a:pt x="57081" y="141795"/>
                    <a:pt x="57822" y="143321"/>
                  </a:cubicBezTo>
                  <a:cubicBezTo>
                    <a:pt x="58563" y="144845"/>
                    <a:pt x="60372" y="145473"/>
                    <a:pt x="61884" y="144726"/>
                  </a:cubicBezTo>
                  <a:cubicBezTo>
                    <a:pt x="63396" y="143978"/>
                    <a:pt x="64018" y="142154"/>
                    <a:pt x="63277" y="140630"/>
                  </a:cubicBezTo>
                  <a:cubicBezTo>
                    <a:pt x="62536" y="139105"/>
                    <a:pt x="60727" y="138477"/>
                    <a:pt x="59215" y="139225"/>
                  </a:cubicBezTo>
                  <a:close/>
                  <a:moveTo>
                    <a:pt x="55125" y="130734"/>
                  </a:moveTo>
                  <a:cubicBezTo>
                    <a:pt x="53613" y="131482"/>
                    <a:pt x="52990" y="133305"/>
                    <a:pt x="53732" y="134830"/>
                  </a:cubicBezTo>
                  <a:cubicBezTo>
                    <a:pt x="54473" y="136355"/>
                    <a:pt x="56281" y="136983"/>
                    <a:pt x="57793" y="136235"/>
                  </a:cubicBezTo>
                  <a:cubicBezTo>
                    <a:pt x="59304" y="135488"/>
                    <a:pt x="59927" y="133664"/>
                    <a:pt x="59186" y="132139"/>
                  </a:cubicBezTo>
                  <a:cubicBezTo>
                    <a:pt x="58445" y="130615"/>
                    <a:pt x="56637" y="129987"/>
                    <a:pt x="55125" y="130734"/>
                  </a:cubicBezTo>
                  <a:close/>
                  <a:moveTo>
                    <a:pt x="51004" y="122274"/>
                  </a:moveTo>
                  <a:cubicBezTo>
                    <a:pt x="49493" y="123021"/>
                    <a:pt x="48870" y="124845"/>
                    <a:pt x="49611" y="126369"/>
                  </a:cubicBezTo>
                  <a:cubicBezTo>
                    <a:pt x="50352" y="127894"/>
                    <a:pt x="52160" y="128522"/>
                    <a:pt x="53672" y="127774"/>
                  </a:cubicBezTo>
                  <a:cubicBezTo>
                    <a:pt x="55184" y="127027"/>
                    <a:pt x="55807" y="125204"/>
                    <a:pt x="55065" y="123679"/>
                  </a:cubicBezTo>
                  <a:cubicBezTo>
                    <a:pt x="54324" y="122154"/>
                    <a:pt x="52516" y="121527"/>
                    <a:pt x="51004" y="122274"/>
                  </a:cubicBezTo>
                  <a:close/>
                  <a:moveTo>
                    <a:pt x="46913" y="113783"/>
                  </a:moveTo>
                  <a:cubicBezTo>
                    <a:pt x="45401" y="114531"/>
                    <a:pt x="44779" y="116354"/>
                    <a:pt x="45520" y="117879"/>
                  </a:cubicBezTo>
                  <a:cubicBezTo>
                    <a:pt x="46261" y="119404"/>
                    <a:pt x="48069" y="120031"/>
                    <a:pt x="49581" y="119284"/>
                  </a:cubicBezTo>
                  <a:cubicBezTo>
                    <a:pt x="51093" y="118537"/>
                    <a:pt x="51715" y="116713"/>
                    <a:pt x="50974" y="115189"/>
                  </a:cubicBezTo>
                  <a:cubicBezTo>
                    <a:pt x="50233" y="113664"/>
                    <a:pt x="48425" y="113036"/>
                    <a:pt x="46913" y="113783"/>
                  </a:cubicBezTo>
                  <a:close/>
                  <a:moveTo>
                    <a:pt x="42793" y="105293"/>
                  </a:moveTo>
                  <a:cubicBezTo>
                    <a:pt x="41281" y="106040"/>
                    <a:pt x="40658" y="107864"/>
                    <a:pt x="41399" y="109389"/>
                  </a:cubicBezTo>
                  <a:cubicBezTo>
                    <a:pt x="42140" y="110913"/>
                    <a:pt x="43949" y="111541"/>
                    <a:pt x="45461" y="110794"/>
                  </a:cubicBezTo>
                  <a:cubicBezTo>
                    <a:pt x="46973" y="110046"/>
                    <a:pt x="47595" y="108223"/>
                    <a:pt x="46854" y="106698"/>
                  </a:cubicBezTo>
                  <a:cubicBezTo>
                    <a:pt x="46113" y="105173"/>
                    <a:pt x="44305" y="104546"/>
                    <a:pt x="42793" y="105293"/>
                  </a:cubicBezTo>
                  <a:close/>
                  <a:moveTo>
                    <a:pt x="38702" y="96832"/>
                  </a:moveTo>
                  <a:cubicBezTo>
                    <a:pt x="37190" y="97580"/>
                    <a:pt x="36567" y="99404"/>
                    <a:pt x="37308" y="100928"/>
                  </a:cubicBezTo>
                  <a:cubicBezTo>
                    <a:pt x="38050" y="102453"/>
                    <a:pt x="39858" y="103081"/>
                    <a:pt x="41369" y="102333"/>
                  </a:cubicBezTo>
                  <a:cubicBezTo>
                    <a:pt x="42881" y="101586"/>
                    <a:pt x="43504" y="99762"/>
                    <a:pt x="42763" y="98237"/>
                  </a:cubicBezTo>
                  <a:cubicBezTo>
                    <a:pt x="42022" y="96713"/>
                    <a:pt x="40214" y="96085"/>
                    <a:pt x="38702" y="96832"/>
                  </a:cubicBezTo>
                  <a:close/>
                  <a:moveTo>
                    <a:pt x="34581" y="88342"/>
                  </a:moveTo>
                  <a:cubicBezTo>
                    <a:pt x="33069" y="89090"/>
                    <a:pt x="32447" y="90913"/>
                    <a:pt x="33188" y="92438"/>
                  </a:cubicBezTo>
                  <a:cubicBezTo>
                    <a:pt x="33929" y="93962"/>
                    <a:pt x="35737" y="94590"/>
                    <a:pt x="37249" y="93843"/>
                  </a:cubicBezTo>
                  <a:cubicBezTo>
                    <a:pt x="38761" y="93096"/>
                    <a:pt x="39383" y="91272"/>
                    <a:pt x="38642" y="89747"/>
                  </a:cubicBezTo>
                  <a:cubicBezTo>
                    <a:pt x="37901" y="88222"/>
                    <a:pt x="36093" y="87595"/>
                    <a:pt x="34581" y="88342"/>
                  </a:cubicBezTo>
                  <a:close/>
                  <a:moveTo>
                    <a:pt x="30460" y="79851"/>
                  </a:moveTo>
                  <a:cubicBezTo>
                    <a:pt x="28949" y="80599"/>
                    <a:pt x="28326" y="82423"/>
                    <a:pt x="29067" y="83947"/>
                  </a:cubicBezTo>
                  <a:cubicBezTo>
                    <a:pt x="29808" y="85472"/>
                    <a:pt x="31617" y="86100"/>
                    <a:pt x="33129" y="85353"/>
                  </a:cubicBezTo>
                  <a:cubicBezTo>
                    <a:pt x="34641" y="84605"/>
                    <a:pt x="35263" y="82781"/>
                    <a:pt x="34522" y="81257"/>
                  </a:cubicBezTo>
                  <a:cubicBezTo>
                    <a:pt x="33781" y="79732"/>
                    <a:pt x="31972" y="79104"/>
                    <a:pt x="30460" y="79851"/>
                  </a:cubicBezTo>
                  <a:close/>
                  <a:moveTo>
                    <a:pt x="26370" y="71391"/>
                  </a:moveTo>
                  <a:cubicBezTo>
                    <a:pt x="24858" y="72138"/>
                    <a:pt x="24235" y="73962"/>
                    <a:pt x="24977" y="75487"/>
                  </a:cubicBezTo>
                  <a:cubicBezTo>
                    <a:pt x="25718" y="77012"/>
                    <a:pt x="27526" y="77640"/>
                    <a:pt x="29038" y="76892"/>
                  </a:cubicBezTo>
                  <a:cubicBezTo>
                    <a:pt x="30549" y="76144"/>
                    <a:pt x="31172" y="74321"/>
                    <a:pt x="30431" y="72796"/>
                  </a:cubicBezTo>
                  <a:cubicBezTo>
                    <a:pt x="29690" y="71272"/>
                    <a:pt x="27882" y="70644"/>
                    <a:pt x="26370" y="71391"/>
                  </a:cubicBezTo>
                  <a:close/>
                  <a:moveTo>
                    <a:pt x="22249" y="62901"/>
                  </a:moveTo>
                  <a:cubicBezTo>
                    <a:pt x="20737" y="63648"/>
                    <a:pt x="20115" y="65472"/>
                    <a:pt x="20856" y="66996"/>
                  </a:cubicBezTo>
                  <a:cubicBezTo>
                    <a:pt x="21597" y="68521"/>
                    <a:pt x="23405" y="69149"/>
                    <a:pt x="24917" y="68401"/>
                  </a:cubicBezTo>
                  <a:cubicBezTo>
                    <a:pt x="26429" y="67654"/>
                    <a:pt x="27052" y="65830"/>
                    <a:pt x="26310" y="64306"/>
                  </a:cubicBezTo>
                  <a:cubicBezTo>
                    <a:pt x="25569" y="62781"/>
                    <a:pt x="23761" y="62153"/>
                    <a:pt x="22249" y="62901"/>
                  </a:cubicBezTo>
                  <a:close/>
                  <a:moveTo>
                    <a:pt x="18158" y="54410"/>
                  </a:moveTo>
                  <a:cubicBezTo>
                    <a:pt x="16646" y="55158"/>
                    <a:pt x="16024" y="56981"/>
                    <a:pt x="16765" y="58506"/>
                  </a:cubicBezTo>
                  <a:cubicBezTo>
                    <a:pt x="17506" y="60031"/>
                    <a:pt x="19314" y="60658"/>
                    <a:pt x="20826" y="59911"/>
                  </a:cubicBezTo>
                  <a:cubicBezTo>
                    <a:pt x="22338" y="59164"/>
                    <a:pt x="22960" y="57340"/>
                    <a:pt x="22219" y="55816"/>
                  </a:cubicBezTo>
                  <a:cubicBezTo>
                    <a:pt x="21478" y="54291"/>
                    <a:pt x="19670" y="53663"/>
                    <a:pt x="18158" y="54410"/>
                  </a:cubicBezTo>
                  <a:close/>
                  <a:moveTo>
                    <a:pt x="14037" y="45950"/>
                  </a:moveTo>
                  <a:cubicBezTo>
                    <a:pt x="12526" y="46697"/>
                    <a:pt x="11903" y="48521"/>
                    <a:pt x="12644" y="50045"/>
                  </a:cubicBezTo>
                  <a:cubicBezTo>
                    <a:pt x="13385" y="51570"/>
                    <a:pt x="15194" y="52198"/>
                    <a:pt x="16706" y="51451"/>
                  </a:cubicBezTo>
                  <a:cubicBezTo>
                    <a:pt x="18218" y="50703"/>
                    <a:pt x="18840" y="48880"/>
                    <a:pt x="18099" y="47355"/>
                  </a:cubicBezTo>
                  <a:cubicBezTo>
                    <a:pt x="17358" y="45830"/>
                    <a:pt x="15549" y="45203"/>
                    <a:pt x="14037" y="45950"/>
                  </a:cubicBezTo>
                  <a:close/>
                  <a:moveTo>
                    <a:pt x="9917" y="37460"/>
                  </a:moveTo>
                  <a:cubicBezTo>
                    <a:pt x="8405" y="38207"/>
                    <a:pt x="7783" y="40030"/>
                    <a:pt x="8524" y="41555"/>
                  </a:cubicBezTo>
                  <a:cubicBezTo>
                    <a:pt x="9265" y="43080"/>
                    <a:pt x="11073" y="43708"/>
                    <a:pt x="12585" y="42960"/>
                  </a:cubicBezTo>
                  <a:cubicBezTo>
                    <a:pt x="14097" y="42213"/>
                    <a:pt x="14720" y="40389"/>
                    <a:pt x="13979" y="38865"/>
                  </a:cubicBezTo>
                  <a:cubicBezTo>
                    <a:pt x="13238" y="37340"/>
                    <a:pt x="11429" y="36712"/>
                    <a:pt x="9917" y="37460"/>
                  </a:cubicBezTo>
                  <a:close/>
                  <a:moveTo>
                    <a:pt x="5826" y="28969"/>
                  </a:moveTo>
                  <a:cubicBezTo>
                    <a:pt x="4315" y="29717"/>
                    <a:pt x="3692" y="31540"/>
                    <a:pt x="4433" y="33065"/>
                  </a:cubicBezTo>
                  <a:cubicBezTo>
                    <a:pt x="5174" y="34589"/>
                    <a:pt x="6982" y="35217"/>
                    <a:pt x="8494" y="34470"/>
                  </a:cubicBezTo>
                  <a:cubicBezTo>
                    <a:pt x="10006" y="33723"/>
                    <a:pt x="10629" y="31899"/>
                    <a:pt x="9887" y="30374"/>
                  </a:cubicBezTo>
                  <a:cubicBezTo>
                    <a:pt x="9146" y="28849"/>
                    <a:pt x="7338" y="28221"/>
                    <a:pt x="5826" y="28969"/>
                  </a:cubicBezTo>
                  <a:close/>
                  <a:moveTo>
                    <a:pt x="1706" y="20508"/>
                  </a:moveTo>
                  <a:cubicBezTo>
                    <a:pt x="194" y="21256"/>
                    <a:pt x="-429" y="23080"/>
                    <a:pt x="312" y="24604"/>
                  </a:cubicBezTo>
                  <a:cubicBezTo>
                    <a:pt x="1053" y="26129"/>
                    <a:pt x="2862" y="26757"/>
                    <a:pt x="4374" y="26009"/>
                  </a:cubicBezTo>
                  <a:cubicBezTo>
                    <a:pt x="5885" y="25262"/>
                    <a:pt x="6508" y="23438"/>
                    <a:pt x="5767" y="21914"/>
                  </a:cubicBezTo>
                  <a:cubicBezTo>
                    <a:pt x="5026" y="20389"/>
                    <a:pt x="3217" y="19761"/>
                    <a:pt x="1706" y="20508"/>
                  </a:cubicBezTo>
                  <a:close/>
                  <a:moveTo>
                    <a:pt x="88326" y="182215"/>
                  </a:moveTo>
                  <a:cubicBezTo>
                    <a:pt x="88178" y="183889"/>
                    <a:pt x="89394" y="185383"/>
                    <a:pt x="91053" y="185533"/>
                  </a:cubicBezTo>
                  <a:cubicBezTo>
                    <a:pt x="92714" y="185683"/>
                    <a:pt x="94196" y="184457"/>
                    <a:pt x="94344" y="182783"/>
                  </a:cubicBezTo>
                  <a:cubicBezTo>
                    <a:pt x="94492" y="181109"/>
                    <a:pt x="93277" y="179614"/>
                    <a:pt x="91617" y="179465"/>
                  </a:cubicBezTo>
                  <a:cubicBezTo>
                    <a:pt x="89957" y="179315"/>
                    <a:pt x="88475" y="180541"/>
                    <a:pt x="88326" y="182215"/>
                  </a:cubicBezTo>
                  <a:close/>
                  <a:moveTo>
                    <a:pt x="89156" y="172798"/>
                  </a:moveTo>
                  <a:cubicBezTo>
                    <a:pt x="89008" y="174472"/>
                    <a:pt x="90223" y="175966"/>
                    <a:pt x="91884" y="176116"/>
                  </a:cubicBezTo>
                  <a:cubicBezTo>
                    <a:pt x="93544" y="176265"/>
                    <a:pt x="95026" y="175040"/>
                    <a:pt x="95174" y="173366"/>
                  </a:cubicBezTo>
                  <a:cubicBezTo>
                    <a:pt x="95323" y="171691"/>
                    <a:pt x="94107" y="170197"/>
                    <a:pt x="92447" y="170047"/>
                  </a:cubicBezTo>
                  <a:cubicBezTo>
                    <a:pt x="90787" y="169898"/>
                    <a:pt x="89305" y="171124"/>
                    <a:pt x="89156" y="172798"/>
                  </a:cubicBezTo>
                  <a:close/>
                  <a:moveTo>
                    <a:pt x="90016" y="163411"/>
                  </a:moveTo>
                  <a:cubicBezTo>
                    <a:pt x="89868" y="165085"/>
                    <a:pt x="91083" y="166579"/>
                    <a:pt x="92743" y="166729"/>
                  </a:cubicBezTo>
                  <a:cubicBezTo>
                    <a:pt x="94404" y="166878"/>
                    <a:pt x="95886" y="165652"/>
                    <a:pt x="96034" y="163978"/>
                  </a:cubicBezTo>
                  <a:cubicBezTo>
                    <a:pt x="96182" y="162304"/>
                    <a:pt x="94967" y="160809"/>
                    <a:pt x="93306" y="160660"/>
                  </a:cubicBezTo>
                  <a:cubicBezTo>
                    <a:pt x="91646" y="160510"/>
                    <a:pt x="90164" y="161736"/>
                    <a:pt x="90016" y="163411"/>
                  </a:cubicBezTo>
                  <a:close/>
                  <a:moveTo>
                    <a:pt x="90875" y="153993"/>
                  </a:moveTo>
                  <a:cubicBezTo>
                    <a:pt x="90728" y="155667"/>
                    <a:pt x="91943" y="157162"/>
                    <a:pt x="93603" y="157312"/>
                  </a:cubicBezTo>
                  <a:cubicBezTo>
                    <a:pt x="95263" y="157461"/>
                    <a:pt x="96745" y="156235"/>
                    <a:pt x="96893" y="154561"/>
                  </a:cubicBezTo>
                  <a:cubicBezTo>
                    <a:pt x="97042" y="152887"/>
                    <a:pt x="95826" y="151392"/>
                    <a:pt x="94166" y="151243"/>
                  </a:cubicBezTo>
                  <a:cubicBezTo>
                    <a:pt x="92506" y="151093"/>
                    <a:pt x="91024" y="152319"/>
                    <a:pt x="90875" y="153993"/>
                  </a:cubicBezTo>
                  <a:close/>
                  <a:moveTo>
                    <a:pt x="91706" y="144606"/>
                  </a:moveTo>
                  <a:cubicBezTo>
                    <a:pt x="91558" y="146280"/>
                    <a:pt x="92773" y="147775"/>
                    <a:pt x="94433" y="147924"/>
                  </a:cubicBezTo>
                  <a:cubicBezTo>
                    <a:pt x="96093" y="148074"/>
                    <a:pt x="97575" y="146848"/>
                    <a:pt x="97723" y="145174"/>
                  </a:cubicBezTo>
                  <a:cubicBezTo>
                    <a:pt x="97872" y="143500"/>
                    <a:pt x="96656" y="142005"/>
                    <a:pt x="94996" y="141855"/>
                  </a:cubicBezTo>
                  <a:cubicBezTo>
                    <a:pt x="93336" y="141706"/>
                    <a:pt x="91854" y="142932"/>
                    <a:pt x="91706" y="144606"/>
                  </a:cubicBezTo>
                  <a:close/>
                  <a:moveTo>
                    <a:pt x="92565" y="135189"/>
                  </a:moveTo>
                  <a:cubicBezTo>
                    <a:pt x="92417" y="136863"/>
                    <a:pt x="93633" y="138358"/>
                    <a:pt x="95293" y="138507"/>
                  </a:cubicBezTo>
                  <a:cubicBezTo>
                    <a:pt x="96953" y="138657"/>
                    <a:pt x="98435" y="137431"/>
                    <a:pt x="98583" y="135757"/>
                  </a:cubicBezTo>
                  <a:cubicBezTo>
                    <a:pt x="98731" y="134082"/>
                    <a:pt x="97516" y="132588"/>
                    <a:pt x="95856" y="132438"/>
                  </a:cubicBezTo>
                  <a:cubicBezTo>
                    <a:pt x="94196" y="132289"/>
                    <a:pt x="92714" y="133515"/>
                    <a:pt x="92565" y="135189"/>
                  </a:cubicBezTo>
                  <a:close/>
                  <a:moveTo>
                    <a:pt x="93425" y="125801"/>
                  </a:moveTo>
                  <a:cubicBezTo>
                    <a:pt x="93277" y="127476"/>
                    <a:pt x="94492" y="128970"/>
                    <a:pt x="96152" y="129120"/>
                  </a:cubicBezTo>
                  <a:cubicBezTo>
                    <a:pt x="97812" y="129270"/>
                    <a:pt x="99295" y="128043"/>
                    <a:pt x="99443" y="126369"/>
                  </a:cubicBezTo>
                  <a:cubicBezTo>
                    <a:pt x="99591" y="124695"/>
                    <a:pt x="98376" y="123201"/>
                    <a:pt x="96716" y="123051"/>
                  </a:cubicBezTo>
                  <a:cubicBezTo>
                    <a:pt x="95056" y="122902"/>
                    <a:pt x="93573" y="124127"/>
                    <a:pt x="93425" y="125801"/>
                  </a:cubicBezTo>
                  <a:close/>
                  <a:moveTo>
                    <a:pt x="94255" y="116414"/>
                  </a:moveTo>
                  <a:cubicBezTo>
                    <a:pt x="94107" y="118088"/>
                    <a:pt x="95323" y="119583"/>
                    <a:pt x="96982" y="119732"/>
                  </a:cubicBezTo>
                  <a:cubicBezTo>
                    <a:pt x="98642" y="119882"/>
                    <a:pt x="100125" y="118656"/>
                    <a:pt x="100273" y="116982"/>
                  </a:cubicBezTo>
                  <a:cubicBezTo>
                    <a:pt x="100421" y="115308"/>
                    <a:pt x="99206" y="113813"/>
                    <a:pt x="97545" y="113664"/>
                  </a:cubicBezTo>
                  <a:cubicBezTo>
                    <a:pt x="95886" y="113514"/>
                    <a:pt x="94404" y="114740"/>
                    <a:pt x="94255" y="116414"/>
                  </a:cubicBezTo>
                  <a:close/>
                  <a:moveTo>
                    <a:pt x="95115" y="106997"/>
                  </a:moveTo>
                  <a:cubicBezTo>
                    <a:pt x="94967" y="108671"/>
                    <a:pt x="96182" y="110166"/>
                    <a:pt x="97842" y="110315"/>
                  </a:cubicBezTo>
                  <a:cubicBezTo>
                    <a:pt x="99502" y="110465"/>
                    <a:pt x="100984" y="109239"/>
                    <a:pt x="101133" y="107565"/>
                  </a:cubicBezTo>
                  <a:cubicBezTo>
                    <a:pt x="101281" y="105891"/>
                    <a:pt x="100065" y="104396"/>
                    <a:pt x="98405" y="104246"/>
                  </a:cubicBezTo>
                  <a:cubicBezTo>
                    <a:pt x="96745" y="104097"/>
                    <a:pt x="95263" y="105323"/>
                    <a:pt x="95115" y="106997"/>
                  </a:cubicBezTo>
                  <a:close/>
                  <a:moveTo>
                    <a:pt x="95975" y="97609"/>
                  </a:moveTo>
                  <a:cubicBezTo>
                    <a:pt x="95826" y="99284"/>
                    <a:pt x="97042" y="100779"/>
                    <a:pt x="98702" y="100928"/>
                  </a:cubicBezTo>
                  <a:cubicBezTo>
                    <a:pt x="100362" y="101078"/>
                    <a:pt x="101844" y="99852"/>
                    <a:pt x="101992" y="98178"/>
                  </a:cubicBezTo>
                  <a:cubicBezTo>
                    <a:pt x="102140" y="96504"/>
                    <a:pt x="100925" y="95009"/>
                    <a:pt x="99265" y="94859"/>
                  </a:cubicBezTo>
                  <a:cubicBezTo>
                    <a:pt x="97605" y="94710"/>
                    <a:pt x="96123" y="95935"/>
                    <a:pt x="95975" y="97609"/>
                  </a:cubicBezTo>
                  <a:close/>
                  <a:moveTo>
                    <a:pt x="96805" y="88192"/>
                  </a:moveTo>
                  <a:cubicBezTo>
                    <a:pt x="96656" y="89866"/>
                    <a:pt x="97872" y="91362"/>
                    <a:pt x="99532" y="91511"/>
                  </a:cubicBezTo>
                  <a:cubicBezTo>
                    <a:pt x="101192" y="91661"/>
                    <a:pt x="102674" y="90435"/>
                    <a:pt x="102822" y="88761"/>
                  </a:cubicBezTo>
                  <a:cubicBezTo>
                    <a:pt x="102970" y="87086"/>
                    <a:pt x="101755" y="85592"/>
                    <a:pt x="100095" y="85442"/>
                  </a:cubicBezTo>
                  <a:cubicBezTo>
                    <a:pt x="98435" y="85293"/>
                    <a:pt x="96953" y="86518"/>
                    <a:pt x="96805" y="88192"/>
                  </a:cubicBezTo>
                  <a:close/>
                  <a:moveTo>
                    <a:pt x="97664" y="78805"/>
                  </a:moveTo>
                  <a:cubicBezTo>
                    <a:pt x="97516" y="80479"/>
                    <a:pt x="98731" y="81974"/>
                    <a:pt x="100392" y="82124"/>
                  </a:cubicBezTo>
                  <a:cubicBezTo>
                    <a:pt x="102051" y="82273"/>
                    <a:pt x="103534" y="81048"/>
                    <a:pt x="103682" y="79373"/>
                  </a:cubicBezTo>
                  <a:cubicBezTo>
                    <a:pt x="103830" y="77699"/>
                    <a:pt x="102615" y="76204"/>
                    <a:pt x="100955" y="76055"/>
                  </a:cubicBezTo>
                  <a:cubicBezTo>
                    <a:pt x="99295" y="75905"/>
                    <a:pt x="97812" y="77131"/>
                    <a:pt x="97664" y="78805"/>
                  </a:cubicBezTo>
                  <a:close/>
                  <a:moveTo>
                    <a:pt x="98524" y="69418"/>
                  </a:moveTo>
                  <a:cubicBezTo>
                    <a:pt x="98376" y="71092"/>
                    <a:pt x="99591" y="72587"/>
                    <a:pt x="101251" y="72736"/>
                  </a:cubicBezTo>
                  <a:cubicBezTo>
                    <a:pt x="102911" y="72886"/>
                    <a:pt x="104393" y="71660"/>
                    <a:pt x="104542" y="69986"/>
                  </a:cubicBezTo>
                  <a:cubicBezTo>
                    <a:pt x="104690" y="68312"/>
                    <a:pt x="103474" y="66817"/>
                    <a:pt x="101815" y="66668"/>
                  </a:cubicBezTo>
                  <a:cubicBezTo>
                    <a:pt x="100154" y="66518"/>
                    <a:pt x="98672" y="67744"/>
                    <a:pt x="98524" y="69418"/>
                  </a:cubicBezTo>
                  <a:close/>
                  <a:moveTo>
                    <a:pt x="99354" y="60001"/>
                  </a:moveTo>
                  <a:cubicBezTo>
                    <a:pt x="99206" y="61675"/>
                    <a:pt x="100421" y="63170"/>
                    <a:pt x="102081" y="63319"/>
                  </a:cubicBezTo>
                  <a:cubicBezTo>
                    <a:pt x="103741" y="63469"/>
                    <a:pt x="105223" y="62243"/>
                    <a:pt x="105372" y="60569"/>
                  </a:cubicBezTo>
                  <a:cubicBezTo>
                    <a:pt x="105520" y="58895"/>
                    <a:pt x="104304" y="57400"/>
                    <a:pt x="102645" y="57251"/>
                  </a:cubicBezTo>
                  <a:cubicBezTo>
                    <a:pt x="100984" y="57101"/>
                    <a:pt x="99502" y="58327"/>
                    <a:pt x="99354" y="60001"/>
                  </a:cubicBezTo>
                  <a:close/>
                  <a:moveTo>
                    <a:pt x="100214" y="50613"/>
                  </a:moveTo>
                  <a:cubicBezTo>
                    <a:pt x="100065" y="52288"/>
                    <a:pt x="101281" y="53783"/>
                    <a:pt x="102941" y="53932"/>
                  </a:cubicBezTo>
                  <a:cubicBezTo>
                    <a:pt x="104601" y="54081"/>
                    <a:pt x="106083" y="52856"/>
                    <a:pt x="106232" y="51182"/>
                  </a:cubicBezTo>
                  <a:cubicBezTo>
                    <a:pt x="106380" y="49508"/>
                    <a:pt x="105164" y="48012"/>
                    <a:pt x="103504" y="47863"/>
                  </a:cubicBezTo>
                  <a:cubicBezTo>
                    <a:pt x="101844" y="47714"/>
                    <a:pt x="100362" y="48939"/>
                    <a:pt x="100214" y="50613"/>
                  </a:cubicBezTo>
                  <a:close/>
                  <a:moveTo>
                    <a:pt x="101073" y="41196"/>
                  </a:moveTo>
                  <a:cubicBezTo>
                    <a:pt x="100925" y="42871"/>
                    <a:pt x="102140" y="44365"/>
                    <a:pt x="103801" y="44515"/>
                  </a:cubicBezTo>
                  <a:cubicBezTo>
                    <a:pt x="105461" y="44664"/>
                    <a:pt x="106943" y="43439"/>
                    <a:pt x="107091" y="41765"/>
                  </a:cubicBezTo>
                  <a:cubicBezTo>
                    <a:pt x="107239" y="40090"/>
                    <a:pt x="106024" y="38595"/>
                    <a:pt x="104364" y="38446"/>
                  </a:cubicBezTo>
                  <a:cubicBezTo>
                    <a:pt x="102704" y="38296"/>
                    <a:pt x="101221" y="39522"/>
                    <a:pt x="101073" y="41196"/>
                  </a:cubicBezTo>
                  <a:close/>
                  <a:moveTo>
                    <a:pt x="101904" y="31809"/>
                  </a:moveTo>
                  <a:cubicBezTo>
                    <a:pt x="101755" y="33483"/>
                    <a:pt x="102970" y="34978"/>
                    <a:pt x="104631" y="35128"/>
                  </a:cubicBezTo>
                  <a:cubicBezTo>
                    <a:pt x="106291" y="35277"/>
                    <a:pt x="107773" y="34051"/>
                    <a:pt x="107921" y="32377"/>
                  </a:cubicBezTo>
                  <a:cubicBezTo>
                    <a:pt x="108069" y="30703"/>
                    <a:pt x="106854" y="29208"/>
                    <a:pt x="105194" y="29059"/>
                  </a:cubicBezTo>
                  <a:cubicBezTo>
                    <a:pt x="103534" y="28909"/>
                    <a:pt x="102051" y="30135"/>
                    <a:pt x="101904" y="31809"/>
                  </a:cubicBezTo>
                  <a:close/>
                  <a:moveTo>
                    <a:pt x="102763" y="22392"/>
                  </a:moveTo>
                  <a:cubicBezTo>
                    <a:pt x="102615" y="24066"/>
                    <a:pt x="103830" y="25561"/>
                    <a:pt x="105490" y="25711"/>
                  </a:cubicBezTo>
                  <a:cubicBezTo>
                    <a:pt x="107150" y="25860"/>
                    <a:pt x="108632" y="24634"/>
                    <a:pt x="108781" y="22960"/>
                  </a:cubicBezTo>
                  <a:cubicBezTo>
                    <a:pt x="108929" y="21286"/>
                    <a:pt x="107714" y="19791"/>
                    <a:pt x="106054" y="19642"/>
                  </a:cubicBezTo>
                  <a:cubicBezTo>
                    <a:pt x="104393" y="19492"/>
                    <a:pt x="102911" y="20718"/>
                    <a:pt x="102763" y="22392"/>
                  </a:cubicBezTo>
                  <a:close/>
                  <a:moveTo>
                    <a:pt x="103593" y="13005"/>
                  </a:moveTo>
                  <a:cubicBezTo>
                    <a:pt x="103445" y="14679"/>
                    <a:pt x="104660" y="16173"/>
                    <a:pt x="106321" y="16323"/>
                  </a:cubicBezTo>
                  <a:cubicBezTo>
                    <a:pt x="107980" y="16472"/>
                    <a:pt x="109462" y="15247"/>
                    <a:pt x="109611" y="13573"/>
                  </a:cubicBezTo>
                  <a:cubicBezTo>
                    <a:pt x="109759" y="11899"/>
                    <a:pt x="108544" y="10404"/>
                    <a:pt x="106884" y="10254"/>
                  </a:cubicBezTo>
                  <a:cubicBezTo>
                    <a:pt x="105223" y="10105"/>
                    <a:pt x="103741" y="11331"/>
                    <a:pt x="103593" y="13005"/>
                  </a:cubicBezTo>
                  <a:close/>
                  <a:moveTo>
                    <a:pt x="104453" y="3618"/>
                  </a:moveTo>
                  <a:cubicBezTo>
                    <a:pt x="104304" y="5292"/>
                    <a:pt x="105520" y="6786"/>
                    <a:pt x="107180" y="6936"/>
                  </a:cubicBezTo>
                  <a:cubicBezTo>
                    <a:pt x="108840" y="7085"/>
                    <a:pt x="110322" y="5860"/>
                    <a:pt x="110471" y="4185"/>
                  </a:cubicBezTo>
                  <a:cubicBezTo>
                    <a:pt x="110619" y="2511"/>
                    <a:pt x="109403" y="1016"/>
                    <a:pt x="107743" y="867"/>
                  </a:cubicBezTo>
                  <a:cubicBezTo>
                    <a:pt x="106083" y="717"/>
                    <a:pt x="104601" y="1943"/>
                    <a:pt x="104453" y="3618"/>
                  </a:cubicBezTo>
                  <a:close/>
                  <a:moveTo>
                    <a:pt x="90046" y="182185"/>
                  </a:moveTo>
                  <a:cubicBezTo>
                    <a:pt x="89749" y="183829"/>
                    <a:pt x="90846" y="185443"/>
                    <a:pt x="92476" y="185742"/>
                  </a:cubicBezTo>
                  <a:cubicBezTo>
                    <a:pt x="94107" y="186041"/>
                    <a:pt x="95708" y="184935"/>
                    <a:pt x="96004" y="183291"/>
                  </a:cubicBezTo>
                  <a:cubicBezTo>
                    <a:pt x="96301" y="181647"/>
                    <a:pt x="95204" y="180032"/>
                    <a:pt x="93573" y="179733"/>
                  </a:cubicBezTo>
                  <a:cubicBezTo>
                    <a:pt x="91943" y="179434"/>
                    <a:pt x="90342" y="180541"/>
                    <a:pt x="90046" y="182185"/>
                  </a:cubicBezTo>
                  <a:close/>
                  <a:moveTo>
                    <a:pt x="91735" y="172887"/>
                  </a:moveTo>
                  <a:cubicBezTo>
                    <a:pt x="91439" y="174532"/>
                    <a:pt x="92536" y="176146"/>
                    <a:pt x="94166" y="176445"/>
                  </a:cubicBezTo>
                  <a:cubicBezTo>
                    <a:pt x="95797" y="176744"/>
                    <a:pt x="97398" y="175667"/>
                    <a:pt x="97694" y="173993"/>
                  </a:cubicBezTo>
                  <a:cubicBezTo>
                    <a:pt x="97990" y="172319"/>
                    <a:pt x="96893" y="170735"/>
                    <a:pt x="95263" y="170436"/>
                  </a:cubicBezTo>
                  <a:cubicBezTo>
                    <a:pt x="93633" y="170137"/>
                    <a:pt x="92032" y="171243"/>
                    <a:pt x="91735" y="172887"/>
                  </a:cubicBezTo>
                  <a:close/>
                  <a:moveTo>
                    <a:pt x="93425" y="163619"/>
                  </a:moveTo>
                  <a:cubicBezTo>
                    <a:pt x="93128" y="165264"/>
                    <a:pt x="94226" y="166878"/>
                    <a:pt x="95856" y="167177"/>
                  </a:cubicBezTo>
                  <a:cubicBezTo>
                    <a:pt x="97487" y="167476"/>
                    <a:pt x="99087" y="166400"/>
                    <a:pt x="99384" y="164726"/>
                  </a:cubicBezTo>
                  <a:cubicBezTo>
                    <a:pt x="99680" y="163082"/>
                    <a:pt x="98583" y="161467"/>
                    <a:pt x="96953" y="161168"/>
                  </a:cubicBezTo>
                  <a:cubicBezTo>
                    <a:pt x="95323" y="160869"/>
                    <a:pt x="93722" y="161975"/>
                    <a:pt x="93425" y="163619"/>
                  </a:cubicBezTo>
                  <a:close/>
                  <a:moveTo>
                    <a:pt x="95115" y="154322"/>
                  </a:moveTo>
                  <a:cubicBezTo>
                    <a:pt x="94818" y="155966"/>
                    <a:pt x="95915" y="157580"/>
                    <a:pt x="97545" y="157879"/>
                  </a:cubicBezTo>
                  <a:cubicBezTo>
                    <a:pt x="99176" y="158178"/>
                    <a:pt x="100777" y="157073"/>
                    <a:pt x="101073" y="155428"/>
                  </a:cubicBezTo>
                  <a:cubicBezTo>
                    <a:pt x="101370" y="153784"/>
                    <a:pt x="100303" y="152169"/>
                    <a:pt x="98642" y="151870"/>
                  </a:cubicBezTo>
                  <a:cubicBezTo>
                    <a:pt x="97012" y="151571"/>
                    <a:pt x="95411" y="152678"/>
                    <a:pt x="95115" y="154322"/>
                  </a:cubicBezTo>
                  <a:close/>
                  <a:moveTo>
                    <a:pt x="96805" y="145054"/>
                  </a:moveTo>
                  <a:cubicBezTo>
                    <a:pt x="96508" y="146699"/>
                    <a:pt x="97605" y="148313"/>
                    <a:pt x="99235" y="148612"/>
                  </a:cubicBezTo>
                  <a:cubicBezTo>
                    <a:pt x="100866" y="148911"/>
                    <a:pt x="102467" y="147805"/>
                    <a:pt x="102763" y="146160"/>
                  </a:cubicBezTo>
                  <a:cubicBezTo>
                    <a:pt x="103059" y="144516"/>
                    <a:pt x="101992" y="142902"/>
                    <a:pt x="100332" y="142603"/>
                  </a:cubicBezTo>
                  <a:cubicBezTo>
                    <a:pt x="98702" y="142304"/>
                    <a:pt x="97101" y="143410"/>
                    <a:pt x="96805" y="145054"/>
                  </a:cubicBezTo>
                  <a:close/>
                  <a:moveTo>
                    <a:pt x="98494" y="135757"/>
                  </a:moveTo>
                  <a:cubicBezTo>
                    <a:pt x="98198" y="137401"/>
                    <a:pt x="99295" y="139015"/>
                    <a:pt x="100925" y="139315"/>
                  </a:cubicBezTo>
                  <a:cubicBezTo>
                    <a:pt x="102556" y="139614"/>
                    <a:pt x="104157" y="138507"/>
                    <a:pt x="104453" y="136863"/>
                  </a:cubicBezTo>
                  <a:cubicBezTo>
                    <a:pt x="104749" y="135219"/>
                    <a:pt x="103652" y="133604"/>
                    <a:pt x="102022" y="133305"/>
                  </a:cubicBezTo>
                  <a:cubicBezTo>
                    <a:pt x="100392" y="133006"/>
                    <a:pt x="98791" y="134112"/>
                    <a:pt x="98494" y="135757"/>
                  </a:cubicBezTo>
                  <a:close/>
                  <a:moveTo>
                    <a:pt x="100184" y="126489"/>
                  </a:moveTo>
                  <a:cubicBezTo>
                    <a:pt x="99887" y="128133"/>
                    <a:pt x="100955" y="129747"/>
                    <a:pt x="102615" y="130046"/>
                  </a:cubicBezTo>
                  <a:cubicBezTo>
                    <a:pt x="104245" y="130346"/>
                    <a:pt x="105846" y="129240"/>
                    <a:pt x="106143" y="127595"/>
                  </a:cubicBezTo>
                  <a:cubicBezTo>
                    <a:pt x="106439" y="125951"/>
                    <a:pt x="105342" y="124336"/>
                    <a:pt x="103712" y="124037"/>
                  </a:cubicBezTo>
                  <a:cubicBezTo>
                    <a:pt x="102081" y="123738"/>
                    <a:pt x="100480" y="124845"/>
                    <a:pt x="100184" y="126489"/>
                  </a:cubicBezTo>
                  <a:close/>
                  <a:moveTo>
                    <a:pt x="101904" y="117192"/>
                  </a:moveTo>
                  <a:cubicBezTo>
                    <a:pt x="101607" y="118836"/>
                    <a:pt x="102704" y="120450"/>
                    <a:pt x="104334" y="120749"/>
                  </a:cubicBezTo>
                  <a:cubicBezTo>
                    <a:pt x="105965" y="121048"/>
                    <a:pt x="107565" y="119972"/>
                    <a:pt x="107862" y="118298"/>
                  </a:cubicBezTo>
                  <a:cubicBezTo>
                    <a:pt x="108158" y="116623"/>
                    <a:pt x="107062" y="115039"/>
                    <a:pt x="105431" y="114740"/>
                  </a:cubicBezTo>
                  <a:cubicBezTo>
                    <a:pt x="103801" y="114441"/>
                    <a:pt x="102200" y="115547"/>
                    <a:pt x="101904" y="117192"/>
                  </a:cubicBezTo>
                  <a:close/>
                  <a:moveTo>
                    <a:pt x="103593" y="107894"/>
                  </a:moveTo>
                  <a:cubicBezTo>
                    <a:pt x="103297" y="109538"/>
                    <a:pt x="104393" y="111153"/>
                    <a:pt x="106024" y="111452"/>
                  </a:cubicBezTo>
                  <a:cubicBezTo>
                    <a:pt x="107654" y="111750"/>
                    <a:pt x="109255" y="110674"/>
                    <a:pt x="109551" y="109000"/>
                  </a:cubicBezTo>
                  <a:cubicBezTo>
                    <a:pt x="109848" y="107356"/>
                    <a:pt x="108751" y="105741"/>
                    <a:pt x="107121" y="105443"/>
                  </a:cubicBezTo>
                  <a:cubicBezTo>
                    <a:pt x="105490" y="105144"/>
                    <a:pt x="103890" y="106249"/>
                    <a:pt x="103593" y="107894"/>
                  </a:cubicBezTo>
                  <a:close/>
                  <a:moveTo>
                    <a:pt x="105283" y="98626"/>
                  </a:moveTo>
                  <a:cubicBezTo>
                    <a:pt x="104986" y="100270"/>
                    <a:pt x="106083" y="101885"/>
                    <a:pt x="107714" y="102184"/>
                  </a:cubicBezTo>
                  <a:cubicBezTo>
                    <a:pt x="109344" y="102483"/>
                    <a:pt x="110945" y="101407"/>
                    <a:pt x="111241" y="99732"/>
                  </a:cubicBezTo>
                  <a:cubicBezTo>
                    <a:pt x="111538" y="98058"/>
                    <a:pt x="110471" y="96474"/>
                    <a:pt x="108810" y="96175"/>
                  </a:cubicBezTo>
                  <a:cubicBezTo>
                    <a:pt x="107180" y="95876"/>
                    <a:pt x="105579" y="96982"/>
                    <a:pt x="105283" y="98626"/>
                  </a:cubicBezTo>
                  <a:close/>
                  <a:moveTo>
                    <a:pt x="106973" y="89329"/>
                  </a:moveTo>
                  <a:cubicBezTo>
                    <a:pt x="106676" y="90973"/>
                    <a:pt x="107773" y="92587"/>
                    <a:pt x="109403" y="92886"/>
                  </a:cubicBezTo>
                  <a:cubicBezTo>
                    <a:pt x="111034" y="93185"/>
                    <a:pt x="112635" y="92079"/>
                    <a:pt x="112931" y="90435"/>
                  </a:cubicBezTo>
                  <a:cubicBezTo>
                    <a:pt x="113227" y="88790"/>
                    <a:pt x="112160" y="87176"/>
                    <a:pt x="110500" y="86877"/>
                  </a:cubicBezTo>
                  <a:cubicBezTo>
                    <a:pt x="108840" y="86578"/>
                    <a:pt x="107269" y="87685"/>
                    <a:pt x="106973" y="89329"/>
                  </a:cubicBezTo>
                  <a:close/>
                  <a:moveTo>
                    <a:pt x="108662" y="80061"/>
                  </a:moveTo>
                  <a:cubicBezTo>
                    <a:pt x="108366" y="81705"/>
                    <a:pt x="109433" y="83320"/>
                    <a:pt x="111093" y="83619"/>
                  </a:cubicBezTo>
                  <a:cubicBezTo>
                    <a:pt x="112724" y="83917"/>
                    <a:pt x="114324" y="82811"/>
                    <a:pt x="114621" y="81167"/>
                  </a:cubicBezTo>
                  <a:cubicBezTo>
                    <a:pt x="114917" y="79523"/>
                    <a:pt x="113820" y="77908"/>
                    <a:pt x="112190" y="77610"/>
                  </a:cubicBezTo>
                  <a:cubicBezTo>
                    <a:pt x="110560" y="77311"/>
                    <a:pt x="108959" y="78417"/>
                    <a:pt x="108662" y="80061"/>
                  </a:cubicBezTo>
                  <a:close/>
                  <a:moveTo>
                    <a:pt x="110352" y="70763"/>
                  </a:moveTo>
                  <a:cubicBezTo>
                    <a:pt x="110056" y="72407"/>
                    <a:pt x="111123" y="74022"/>
                    <a:pt x="112783" y="74321"/>
                  </a:cubicBezTo>
                  <a:cubicBezTo>
                    <a:pt x="114413" y="74620"/>
                    <a:pt x="116014" y="73514"/>
                    <a:pt x="116310" y="71869"/>
                  </a:cubicBezTo>
                  <a:cubicBezTo>
                    <a:pt x="116607" y="70225"/>
                    <a:pt x="115510" y="68611"/>
                    <a:pt x="113879" y="68312"/>
                  </a:cubicBezTo>
                  <a:cubicBezTo>
                    <a:pt x="112249" y="68013"/>
                    <a:pt x="110649" y="69119"/>
                    <a:pt x="110352" y="70763"/>
                  </a:cubicBezTo>
                  <a:close/>
                  <a:moveTo>
                    <a:pt x="112042" y="61496"/>
                  </a:moveTo>
                  <a:cubicBezTo>
                    <a:pt x="111745" y="63140"/>
                    <a:pt x="112842" y="64754"/>
                    <a:pt x="114473" y="65053"/>
                  </a:cubicBezTo>
                  <a:cubicBezTo>
                    <a:pt x="116103" y="65352"/>
                    <a:pt x="117704" y="64246"/>
                    <a:pt x="118000" y="62602"/>
                  </a:cubicBezTo>
                  <a:cubicBezTo>
                    <a:pt x="118296" y="60958"/>
                    <a:pt x="117200" y="59343"/>
                    <a:pt x="115569" y="59044"/>
                  </a:cubicBezTo>
                  <a:cubicBezTo>
                    <a:pt x="113939" y="58745"/>
                    <a:pt x="112338" y="59851"/>
                    <a:pt x="112042" y="61496"/>
                  </a:cubicBezTo>
                  <a:close/>
                  <a:moveTo>
                    <a:pt x="113732" y="52198"/>
                  </a:moveTo>
                  <a:cubicBezTo>
                    <a:pt x="113435" y="53843"/>
                    <a:pt x="114532" y="55457"/>
                    <a:pt x="116162" y="55756"/>
                  </a:cubicBezTo>
                  <a:cubicBezTo>
                    <a:pt x="117793" y="56054"/>
                    <a:pt x="119394" y="54978"/>
                    <a:pt x="119690" y="53304"/>
                  </a:cubicBezTo>
                  <a:cubicBezTo>
                    <a:pt x="119986" y="51630"/>
                    <a:pt x="118890" y="50045"/>
                    <a:pt x="117259" y="49747"/>
                  </a:cubicBezTo>
                  <a:cubicBezTo>
                    <a:pt x="115629" y="49448"/>
                    <a:pt x="114028" y="50554"/>
                    <a:pt x="113732" y="52198"/>
                  </a:cubicBezTo>
                  <a:close/>
                  <a:moveTo>
                    <a:pt x="115421" y="42930"/>
                  </a:moveTo>
                  <a:cubicBezTo>
                    <a:pt x="115125" y="44575"/>
                    <a:pt x="116221" y="46189"/>
                    <a:pt x="117852" y="46488"/>
                  </a:cubicBezTo>
                  <a:cubicBezTo>
                    <a:pt x="119483" y="46787"/>
                    <a:pt x="121083" y="45711"/>
                    <a:pt x="121380" y="44036"/>
                  </a:cubicBezTo>
                  <a:cubicBezTo>
                    <a:pt x="121676" y="42392"/>
                    <a:pt x="120579" y="40778"/>
                    <a:pt x="118949" y="40479"/>
                  </a:cubicBezTo>
                  <a:cubicBezTo>
                    <a:pt x="117319" y="40180"/>
                    <a:pt x="115718" y="41286"/>
                    <a:pt x="115421" y="42930"/>
                  </a:cubicBezTo>
                  <a:close/>
                  <a:moveTo>
                    <a:pt x="117111" y="33633"/>
                  </a:moveTo>
                  <a:cubicBezTo>
                    <a:pt x="116814" y="35277"/>
                    <a:pt x="117911" y="36891"/>
                    <a:pt x="119542" y="37190"/>
                  </a:cubicBezTo>
                  <a:cubicBezTo>
                    <a:pt x="121172" y="37489"/>
                    <a:pt x="122773" y="36383"/>
                    <a:pt x="123069" y="34739"/>
                  </a:cubicBezTo>
                  <a:cubicBezTo>
                    <a:pt x="123366" y="33095"/>
                    <a:pt x="122269" y="31480"/>
                    <a:pt x="120638" y="31181"/>
                  </a:cubicBezTo>
                  <a:cubicBezTo>
                    <a:pt x="119008" y="30882"/>
                    <a:pt x="117408" y="31988"/>
                    <a:pt x="117111" y="33633"/>
                  </a:cubicBezTo>
                  <a:close/>
                  <a:moveTo>
                    <a:pt x="118801" y="24365"/>
                  </a:moveTo>
                  <a:cubicBezTo>
                    <a:pt x="118504" y="26009"/>
                    <a:pt x="119601" y="27624"/>
                    <a:pt x="121231" y="27922"/>
                  </a:cubicBezTo>
                  <a:cubicBezTo>
                    <a:pt x="122862" y="28221"/>
                    <a:pt x="124463" y="27116"/>
                    <a:pt x="124759" y="25471"/>
                  </a:cubicBezTo>
                  <a:cubicBezTo>
                    <a:pt x="125055" y="23827"/>
                    <a:pt x="123959" y="22212"/>
                    <a:pt x="122328" y="21914"/>
                  </a:cubicBezTo>
                  <a:cubicBezTo>
                    <a:pt x="120698" y="21615"/>
                    <a:pt x="119097" y="22721"/>
                    <a:pt x="118801" y="24365"/>
                  </a:cubicBezTo>
                  <a:close/>
                  <a:moveTo>
                    <a:pt x="120490" y="15068"/>
                  </a:moveTo>
                  <a:cubicBezTo>
                    <a:pt x="120194" y="16712"/>
                    <a:pt x="121261" y="18326"/>
                    <a:pt x="122921" y="18625"/>
                  </a:cubicBezTo>
                  <a:cubicBezTo>
                    <a:pt x="124552" y="18924"/>
                    <a:pt x="126153" y="17818"/>
                    <a:pt x="126449" y="16173"/>
                  </a:cubicBezTo>
                  <a:cubicBezTo>
                    <a:pt x="126745" y="14529"/>
                    <a:pt x="125648" y="12915"/>
                    <a:pt x="124018" y="12616"/>
                  </a:cubicBezTo>
                  <a:cubicBezTo>
                    <a:pt x="122388" y="12317"/>
                    <a:pt x="120787" y="13423"/>
                    <a:pt x="120490" y="15068"/>
                  </a:cubicBezTo>
                  <a:close/>
                  <a:moveTo>
                    <a:pt x="122180" y="5800"/>
                  </a:moveTo>
                  <a:cubicBezTo>
                    <a:pt x="121884" y="7444"/>
                    <a:pt x="122951" y="9058"/>
                    <a:pt x="124611" y="9357"/>
                  </a:cubicBezTo>
                  <a:cubicBezTo>
                    <a:pt x="126241" y="9657"/>
                    <a:pt x="127842" y="8550"/>
                    <a:pt x="128139" y="6906"/>
                  </a:cubicBezTo>
                  <a:cubicBezTo>
                    <a:pt x="128435" y="5262"/>
                    <a:pt x="127338" y="3647"/>
                    <a:pt x="125708" y="3348"/>
                  </a:cubicBezTo>
                  <a:cubicBezTo>
                    <a:pt x="124078" y="3049"/>
                    <a:pt x="122477" y="4155"/>
                    <a:pt x="122180" y="5800"/>
                  </a:cubicBezTo>
                  <a:close/>
                  <a:moveTo>
                    <a:pt x="91765" y="182304"/>
                  </a:moveTo>
                  <a:cubicBezTo>
                    <a:pt x="91320" y="183919"/>
                    <a:pt x="92269" y="185623"/>
                    <a:pt x="93870" y="186071"/>
                  </a:cubicBezTo>
                  <a:cubicBezTo>
                    <a:pt x="95470" y="186520"/>
                    <a:pt x="97160" y="185563"/>
                    <a:pt x="97605" y="183949"/>
                  </a:cubicBezTo>
                  <a:cubicBezTo>
                    <a:pt x="98050" y="182334"/>
                    <a:pt x="97101" y="180630"/>
                    <a:pt x="95500" y="180182"/>
                  </a:cubicBezTo>
                  <a:cubicBezTo>
                    <a:pt x="93899" y="179733"/>
                    <a:pt x="92210" y="180690"/>
                    <a:pt x="91765" y="182304"/>
                  </a:cubicBezTo>
                  <a:close/>
                  <a:moveTo>
                    <a:pt x="94285" y="173216"/>
                  </a:moveTo>
                  <a:cubicBezTo>
                    <a:pt x="93840" y="174831"/>
                    <a:pt x="94789" y="176535"/>
                    <a:pt x="96389" y="176983"/>
                  </a:cubicBezTo>
                  <a:cubicBezTo>
                    <a:pt x="97990" y="177431"/>
                    <a:pt x="99680" y="176475"/>
                    <a:pt x="100125" y="174861"/>
                  </a:cubicBezTo>
                  <a:cubicBezTo>
                    <a:pt x="100569" y="173246"/>
                    <a:pt x="99621" y="171542"/>
                    <a:pt x="98020" y="171094"/>
                  </a:cubicBezTo>
                  <a:cubicBezTo>
                    <a:pt x="96419" y="170645"/>
                    <a:pt x="94729" y="171602"/>
                    <a:pt x="94285" y="173216"/>
                  </a:cubicBezTo>
                  <a:close/>
                  <a:moveTo>
                    <a:pt x="96805" y="164128"/>
                  </a:moveTo>
                  <a:cubicBezTo>
                    <a:pt x="96360" y="165742"/>
                    <a:pt x="97309" y="167447"/>
                    <a:pt x="98909" y="167895"/>
                  </a:cubicBezTo>
                  <a:cubicBezTo>
                    <a:pt x="100510" y="168343"/>
                    <a:pt x="102200" y="167387"/>
                    <a:pt x="102645" y="165772"/>
                  </a:cubicBezTo>
                  <a:cubicBezTo>
                    <a:pt x="103089" y="164158"/>
                    <a:pt x="102140" y="162454"/>
                    <a:pt x="100540" y="162005"/>
                  </a:cubicBezTo>
                  <a:cubicBezTo>
                    <a:pt x="98939" y="161557"/>
                    <a:pt x="97249" y="162513"/>
                    <a:pt x="96805" y="164128"/>
                  </a:cubicBezTo>
                  <a:close/>
                  <a:moveTo>
                    <a:pt x="99324" y="155040"/>
                  </a:moveTo>
                  <a:cubicBezTo>
                    <a:pt x="98880" y="156654"/>
                    <a:pt x="99828" y="158358"/>
                    <a:pt x="101429" y="158806"/>
                  </a:cubicBezTo>
                  <a:cubicBezTo>
                    <a:pt x="103030" y="159255"/>
                    <a:pt x="104720" y="158298"/>
                    <a:pt x="105164" y="156684"/>
                  </a:cubicBezTo>
                  <a:cubicBezTo>
                    <a:pt x="105609" y="155070"/>
                    <a:pt x="104660" y="153366"/>
                    <a:pt x="103059" y="152917"/>
                  </a:cubicBezTo>
                  <a:cubicBezTo>
                    <a:pt x="101459" y="152468"/>
                    <a:pt x="99769" y="153425"/>
                    <a:pt x="99324" y="155040"/>
                  </a:cubicBezTo>
                  <a:close/>
                  <a:moveTo>
                    <a:pt x="101844" y="145951"/>
                  </a:moveTo>
                  <a:cubicBezTo>
                    <a:pt x="101399" y="147565"/>
                    <a:pt x="102348" y="149270"/>
                    <a:pt x="103949" y="149718"/>
                  </a:cubicBezTo>
                  <a:cubicBezTo>
                    <a:pt x="105550" y="150166"/>
                    <a:pt x="107239" y="149210"/>
                    <a:pt x="107684" y="147595"/>
                  </a:cubicBezTo>
                  <a:cubicBezTo>
                    <a:pt x="108129" y="145981"/>
                    <a:pt x="107180" y="144277"/>
                    <a:pt x="105579" y="143828"/>
                  </a:cubicBezTo>
                  <a:cubicBezTo>
                    <a:pt x="103979" y="143380"/>
                    <a:pt x="102289" y="144337"/>
                    <a:pt x="101844" y="145951"/>
                  </a:cubicBezTo>
                  <a:close/>
                  <a:moveTo>
                    <a:pt x="104364" y="136863"/>
                  </a:moveTo>
                  <a:cubicBezTo>
                    <a:pt x="103919" y="138477"/>
                    <a:pt x="104868" y="140181"/>
                    <a:pt x="106468" y="140630"/>
                  </a:cubicBezTo>
                  <a:cubicBezTo>
                    <a:pt x="108069" y="141078"/>
                    <a:pt x="109759" y="140121"/>
                    <a:pt x="110204" y="138507"/>
                  </a:cubicBezTo>
                  <a:cubicBezTo>
                    <a:pt x="110649" y="136893"/>
                    <a:pt x="109700" y="135189"/>
                    <a:pt x="108099" y="134740"/>
                  </a:cubicBezTo>
                  <a:cubicBezTo>
                    <a:pt x="106498" y="134292"/>
                    <a:pt x="104809" y="135249"/>
                    <a:pt x="104364" y="136863"/>
                  </a:cubicBezTo>
                  <a:close/>
                  <a:moveTo>
                    <a:pt x="106884" y="127774"/>
                  </a:moveTo>
                  <a:cubicBezTo>
                    <a:pt x="106439" y="129389"/>
                    <a:pt x="107387" y="131093"/>
                    <a:pt x="108988" y="131542"/>
                  </a:cubicBezTo>
                  <a:cubicBezTo>
                    <a:pt x="110589" y="131990"/>
                    <a:pt x="112279" y="131033"/>
                    <a:pt x="112724" y="129419"/>
                  </a:cubicBezTo>
                  <a:cubicBezTo>
                    <a:pt x="113168" y="127804"/>
                    <a:pt x="112220" y="126100"/>
                    <a:pt x="110619" y="125652"/>
                  </a:cubicBezTo>
                  <a:cubicBezTo>
                    <a:pt x="109018" y="125204"/>
                    <a:pt x="107328" y="126160"/>
                    <a:pt x="106884" y="127774"/>
                  </a:cubicBezTo>
                  <a:close/>
                  <a:moveTo>
                    <a:pt x="109403" y="118686"/>
                  </a:moveTo>
                  <a:cubicBezTo>
                    <a:pt x="108959" y="120301"/>
                    <a:pt x="109907" y="122005"/>
                    <a:pt x="111508" y="122453"/>
                  </a:cubicBezTo>
                  <a:cubicBezTo>
                    <a:pt x="113109" y="122902"/>
                    <a:pt x="114799" y="121945"/>
                    <a:pt x="115244" y="120330"/>
                  </a:cubicBezTo>
                  <a:cubicBezTo>
                    <a:pt x="115688" y="118716"/>
                    <a:pt x="114739" y="117012"/>
                    <a:pt x="113138" y="116564"/>
                  </a:cubicBezTo>
                  <a:cubicBezTo>
                    <a:pt x="111538" y="116115"/>
                    <a:pt x="109848" y="117072"/>
                    <a:pt x="109403" y="118686"/>
                  </a:cubicBezTo>
                  <a:close/>
                  <a:moveTo>
                    <a:pt x="111923" y="109598"/>
                  </a:moveTo>
                  <a:cubicBezTo>
                    <a:pt x="111479" y="111212"/>
                    <a:pt x="112427" y="112916"/>
                    <a:pt x="114028" y="113365"/>
                  </a:cubicBezTo>
                  <a:cubicBezTo>
                    <a:pt x="115629" y="113813"/>
                    <a:pt x="117319" y="112857"/>
                    <a:pt x="117763" y="111242"/>
                  </a:cubicBezTo>
                  <a:cubicBezTo>
                    <a:pt x="118207" y="109628"/>
                    <a:pt x="117259" y="107924"/>
                    <a:pt x="115658" y="107476"/>
                  </a:cubicBezTo>
                  <a:cubicBezTo>
                    <a:pt x="114057" y="107027"/>
                    <a:pt x="112368" y="107983"/>
                    <a:pt x="111923" y="109598"/>
                  </a:cubicBezTo>
                  <a:close/>
                  <a:moveTo>
                    <a:pt x="114443" y="100480"/>
                  </a:moveTo>
                  <a:cubicBezTo>
                    <a:pt x="113998" y="102094"/>
                    <a:pt x="114947" y="103798"/>
                    <a:pt x="116548" y="104246"/>
                  </a:cubicBezTo>
                  <a:cubicBezTo>
                    <a:pt x="118149" y="104695"/>
                    <a:pt x="119838" y="103738"/>
                    <a:pt x="120283" y="102124"/>
                  </a:cubicBezTo>
                  <a:cubicBezTo>
                    <a:pt x="120727" y="100510"/>
                    <a:pt x="119779" y="98806"/>
                    <a:pt x="118178" y="98357"/>
                  </a:cubicBezTo>
                  <a:cubicBezTo>
                    <a:pt x="116577" y="97908"/>
                    <a:pt x="114888" y="98865"/>
                    <a:pt x="114443" y="100480"/>
                  </a:cubicBezTo>
                  <a:close/>
                  <a:moveTo>
                    <a:pt x="116963" y="91392"/>
                  </a:moveTo>
                  <a:cubicBezTo>
                    <a:pt x="116518" y="93006"/>
                    <a:pt x="117466" y="94710"/>
                    <a:pt x="119067" y="95158"/>
                  </a:cubicBezTo>
                  <a:cubicBezTo>
                    <a:pt x="120668" y="95607"/>
                    <a:pt x="122358" y="94650"/>
                    <a:pt x="122802" y="93036"/>
                  </a:cubicBezTo>
                  <a:cubicBezTo>
                    <a:pt x="123247" y="91421"/>
                    <a:pt x="122299" y="89717"/>
                    <a:pt x="120698" y="89269"/>
                  </a:cubicBezTo>
                  <a:cubicBezTo>
                    <a:pt x="119097" y="88820"/>
                    <a:pt x="117408" y="89777"/>
                    <a:pt x="116963" y="91392"/>
                  </a:cubicBezTo>
                  <a:close/>
                  <a:moveTo>
                    <a:pt x="119483" y="82303"/>
                  </a:moveTo>
                  <a:cubicBezTo>
                    <a:pt x="119038" y="83917"/>
                    <a:pt x="119986" y="85622"/>
                    <a:pt x="121587" y="86070"/>
                  </a:cubicBezTo>
                  <a:cubicBezTo>
                    <a:pt x="123188" y="86518"/>
                    <a:pt x="124877" y="85562"/>
                    <a:pt x="125322" y="83947"/>
                  </a:cubicBezTo>
                  <a:cubicBezTo>
                    <a:pt x="125767" y="82333"/>
                    <a:pt x="124819" y="80629"/>
                    <a:pt x="123218" y="80180"/>
                  </a:cubicBezTo>
                  <a:cubicBezTo>
                    <a:pt x="121617" y="79732"/>
                    <a:pt x="119927" y="80689"/>
                    <a:pt x="119483" y="82303"/>
                  </a:cubicBezTo>
                  <a:close/>
                  <a:moveTo>
                    <a:pt x="122002" y="73215"/>
                  </a:moveTo>
                  <a:cubicBezTo>
                    <a:pt x="121558" y="74829"/>
                    <a:pt x="122506" y="76533"/>
                    <a:pt x="124107" y="76982"/>
                  </a:cubicBezTo>
                  <a:cubicBezTo>
                    <a:pt x="125708" y="77430"/>
                    <a:pt x="127397" y="76473"/>
                    <a:pt x="127842" y="74859"/>
                  </a:cubicBezTo>
                  <a:cubicBezTo>
                    <a:pt x="128287" y="73245"/>
                    <a:pt x="127338" y="71541"/>
                    <a:pt x="125737" y="71092"/>
                  </a:cubicBezTo>
                  <a:cubicBezTo>
                    <a:pt x="124136" y="70644"/>
                    <a:pt x="122447" y="71601"/>
                    <a:pt x="122002" y="73215"/>
                  </a:cubicBezTo>
                  <a:close/>
                  <a:moveTo>
                    <a:pt x="124522" y="64126"/>
                  </a:moveTo>
                  <a:cubicBezTo>
                    <a:pt x="124078" y="65741"/>
                    <a:pt x="125026" y="67445"/>
                    <a:pt x="126627" y="67893"/>
                  </a:cubicBezTo>
                  <a:cubicBezTo>
                    <a:pt x="128228" y="68342"/>
                    <a:pt x="129917" y="67385"/>
                    <a:pt x="130362" y="65770"/>
                  </a:cubicBezTo>
                  <a:cubicBezTo>
                    <a:pt x="130806" y="64156"/>
                    <a:pt x="129858" y="62452"/>
                    <a:pt x="128257" y="62004"/>
                  </a:cubicBezTo>
                  <a:cubicBezTo>
                    <a:pt x="126656" y="61556"/>
                    <a:pt x="124966" y="62512"/>
                    <a:pt x="124522" y="64126"/>
                  </a:cubicBezTo>
                  <a:close/>
                  <a:moveTo>
                    <a:pt x="127042" y="55038"/>
                  </a:moveTo>
                  <a:cubicBezTo>
                    <a:pt x="126597" y="56652"/>
                    <a:pt x="127546" y="58356"/>
                    <a:pt x="129147" y="58805"/>
                  </a:cubicBezTo>
                  <a:cubicBezTo>
                    <a:pt x="130747" y="59254"/>
                    <a:pt x="132437" y="58297"/>
                    <a:pt x="132882" y="56682"/>
                  </a:cubicBezTo>
                  <a:cubicBezTo>
                    <a:pt x="133326" y="55068"/>
                    <a:pt x="132378" y="53364"/>
                    <a:pt x="130777" y="52916"/>
                  </a:cubicBezTo>
                  <a:cubicBezTo>
                    <a:pt x="129176" y="52467"/>
                    <a:pt x="127486" y="53424"/>
                    <a:pt x="127042" y="55038"/>
                  </a:cubicBezTo>
                  <a:close/>
                  <a:moveTo>
                    <a:pt x="129561" y="45950"/>
                  </a:moveTo>
                  <a:cubicBezTo>
                    <a:pt x="129117" y="47564"/>
                    <a:pt x="130066" y="49268"/>
                    <a:pt x="131666" y="49717"/>
                  </a:cubicBezTo>
                  <a:cubicBezTo>
                    <a:pt x="133267" y="50165"/>
                    <a:pt x="134957" y="49209"/>
                    <a:pt x="135401" y="47594"/>
                  </a:cubicBezTo>
                  <a:cubicBezTo>
                    <a:pt x="135846" y="45979"/>
                    <a:pt x="134897" y="44276"/>
                    <a:pt x="133297" y="43827"/>
                  </a:cubicBezTo>
                  <a:cubicBezTo>
                    <a:pt x="131696" y="43379"/>
                    <a:pt x="130006" y="44335"/>
                    <a:pt x="129561" y="45950"/>
                  </a:cubicBezTo>
                  <a:close/>
                  <a:moveTo>
                    <a:pt x="132081" y="36861"/>
                  </a:moveTo>
                  <a:cubicBezTo>
                    <a:pt x="131636" y="38476"/>
                    <a:pt x="132585" y="40180"/>
                    <a:pt x="134186" y="40628"/>
                  </a:cubicBezTo>
                  <a:cubicBezTo>
                    <a:pt x="135787" y="41077"/>
                    <a:pt x="137476" y="40120"/>
                    <a:pt x="137921" y="38506"/>
                  </a:cubicBezTo>
                  <a:cubicBezTo>
                    <a:pt x="138366" y="36891"/>
                    <a:pt x="137417" y="35187"/>
                    <a:pt x="135817" y="34739"/>
                  </a:cubicBezTo>
                  <a:cubicBezTo>
                    <a:pt x="134216" y="34290"/>
                    <a:pt x="132526" y="35247"/>
                    <a:pt x="132081" y="36861"/>
                  </a:cubicBezTo>
                  <a:close/>
                  <a:moveTo>
                    <a:pt x="134601" y="27773"/>
                  </a:moveTo>
                  <a:cubicBezTo>
                    <a:pt x="134156" y="29388"/>
                    <a:pt x="135105" y="31092"/>
                    <a:pt x="136706" y="31540"/>
                  </a:cubicBezTo>
                  <a:cubicBezTo>
                    <a:pt x="138306" y="31988"/>
                    <a:pt x="139996" y="31032"/>
                    <a:pt x="140441" y="29418"/>
                  </a:cubicBezTo>
                  <a:cubicBezTo>
                    <a:pt x="140886" y="27803"/>
                    <a:pt x="139937" y="26099"/>
                    <a:pt x="138336" y="25651"/>
                  </a:cubicBezTo>
                  <a:cubicBezTo>
                    <a:pt x="136735" y="25202"/>
                    <a:pt x="135046" y="26159"/>
                    <a:pt x="134601" y="27773"/>
                  </a:cubicBezTo>
                  <a:close/>
                  <a:moveTo>
                    <a:pt x="137121" y="18685"/>
                  </a:moveTo>
                  <a:cubicBezTo>
                    <a:pt x="136676" y="20299"/>
                    <a:pt x="137625" y="22003"/>
                    <a:pt x="139225" y="22452"/>
                  </a:cubicBezTo>
                  <a:cubicBezTo>
                    <a:pt x="140826" y="22900"/>
                    <a:pt x="142516" y="21943"/>
                    <a:pt x="142961" y="20329"/>
                  </a:cubicBezTo>
                  <a:cubicBezTo>
                    <a:pt x="143405" y="18715"/>
                    <a:pt x="142457" y="17011"/>
                    <a:pt x="140856" y="16562"/>
                  </a:cubicBezTo>
                  <a:cubicBezTo>
                    <a:pt x="139255" y="16114"/>
                    <a:pt x="137565" y="17071"/>
                    <a:pt x="137121" y="18685"/>
                  </a:cubicBezTo>
                  <a:close/>
                  <a:moveTo>
                    <a:pt x="139641" y="9597"/>
                  </a:moveTo>
                  <a:cubicBezTo>
                    <a:pt x="139196" y="11211"/>
                    <a:pt x="140145" y="12915"/>
                    <a:pt x="141745" y="13364"/>
                  </a:cubicBezTo>
                  <a:cubicBezTo>
                    <a:pt x="143346" y="13812"/>
                    <a:pt x="145036" y="12855"/>
                    <a:pt x="145481" y="11241"/>
                  </a:cubicBezTo>
                  <a:cubicBezTo>
                    <a:pt x="145925" y="9627"/>
                    <a:pt x="144976" y="7923"/>
                    <a:pt x="143375" y="7474"/>
                  </a:cubicBezTo>
                  <a:cubicBezTo>
                    <a:pt x="141775" y="7026"/>
                    <a:pt x="140085" y="7982"/>
                    <a:pt x="139641" y="9597"/>
                  </a:cubicBezTo>
                  <a:close/>
                  <a:moveTo>
                    <a:pt x="93484" y="182603"/>
                  </a:moveTo>
                  <a:cubicBezTo>
                    <a:pt x="92892" y="184188"/>
                    <a:pt x="93662" y="185952"/>
                    <a:pt x="95234" y="186550"/>
                  </a:cubicBezTo>
                  <a:cubicBezTo>
                    <a:pt x="96805" y="187148"/>
                    <a:pt x="98553" y="186370"/>
                    <a:pt x="99146" y="184786"/>
                  </a:cubicBezTo>
                  <a:cubicBezTo>
                    <a:pt x="99739" y="183202"/>
                    <a:pt x="98969" y="181437"/>
                    <a:pt x="97398" y="180840"/>
                  </a:cubicBezTo>
                  <a:cubicBezTo>
                    <a:pt x="95826" y="180242"/>
                    <a:pt x="94077" y="181019"/>
                    <a:pt x="93484" y="182603"/>
                  </a:cubicBezTo>
                  <a:close/>
                  <a:moveTo>
                    <a:pt x="96805" y="173784"/>
                  </a:moveTo>
                  <a:cubicBezTo>
                    <a:pt x="96212" y="175369"/>
                    <a:pt x="96982" y="177133"/>
                    <a:pt x="98554" y="177730"/>
                  </a:cubicBezTo>
                  <a:cubicBezTo>
                    <a:pt x="100125" y="178328"/>
                    <a:pt x="101874" y="177551"/>
                    <a:pt x="102467" y="175966"/>
                  </a:cubicBezTo>
                  <a:cubicBezTo>
                    <a:pt x="103059" y="174382"/>
                    <a:pt x="102289" y="172618"/>
                    <a:pt x="100718" y="172020"/>
                  </a:cubicBezTo>
                  <a:cubicBezTo>
                    <a:pt x="99146" y="171423"/>
                    <a:pt x="97398" y="172200"/>
                    <a:pt x="96805" y="173784"/>
                  </a:cubicBezTo>
                  <a:close/>
                  <a:moveTo>
                    <a:pt x="100125" y="164935"/>
                  </a:moveTo>
                  <a:cubicBezTo>
                    <a:pt x="99532" y="166519"/>
                    <a:pt x="100303" y="168283"/>
                    <a:pt x="101874" y="168881"/>
                  </a:cubicBezTo>
                  <a:cubicBezTo>
                    <a:pt x="103445" y="169479"/>
                    <a:pt x="105194" y="168702"/>
                    <a:pt x="105787" y="167118"/>
                  </a:cubicBezTo>
                  <a:cubicBezTo>
                    <a:pt x="106380" y="165533"/>
                    <a:pt x="105609" y="163769"/>
                    <a:pt x="104038" y="163171"/>
                  </a:cubicBezTo>
                  <a:cubicBezTo>
                    <a:pt x="102467" y="162573"/>
                    <a:pt x="100718" y="163351"/>
                    <a:pt x="100125" y="164935"/>
                  </a:cubicBezTo>
                  <a:close/>
                  <a:moveTo>
                    <a:pt x="103445" y="156116"/>
                  </a:moveTo>
                  <a:cubicBezTo>
                    <a:pt x="102852" y="157700"/>
                    <a:pt x="103623" y="159464"/>
                    <a:pt x="105194" y="160062"/>
                  </a:cubicBezTo>
                  <a:cubicBezTo>
                    <a:pt x="106765" y="160660"/>
                    <a:pt x="108514" y="159882"/>
                    <a:pt x="109107" y="158298"/>
                  </a:cubicBezTo>
                  <a:cubicBezTo>
                    <a:pt x="109700" y="156714"/>
                    <a:pt x="108929" y="154950"/>
                    <a:pt x="107358" y="154352"/>
                  </a:cubicBezTo>
                  <a:cubicBezTo>
                    <a:pt x="105787" y="153754"/>
                    <a:pt x="104038" y="154531"/>
                    <a:pt x="103445" y="156116"/>
                  </a:cubicBezTo>
                  <a:close/>
                  <a:moveTo>
                    <a:pt x="106795" y="147297"/>
                  </a:moveTo>
                  <a:cubicBezTo>
                    <a:pt x="106202" y="148881"/>
                    <a:pt x="106973" y="150645"/>
                    <a:pt x="108544" y="151243"/>
                  </a:cubicBezTo>
                  <a:cubicBezTo>
                    <a:pt x="110115" y="151840"/>
                    <a:pt x="111864" y="151064"/>
                    <a:pt x="112457" y="149479"/>
                  </a:cubicBezTo>
                  <a:cubicBezTo>
                    <a:pt x="113050" y="147894"/>
                    <a:pt x="112279" y="146130"/>
                    <a:pt x="110708" y="145532"/>
                  </a:cubicBezTo>
                  <a:cubicBezTo>
                    <a:pt x="109137" y="144935"/>
                    <a:pt x="107387" y="145712"/>
                    <a:pt x="106795" y="147297"/>
                  </a:cubicBezTo>
                  <a:close/>
                  <a:moveTo>
                    <a:pt x="110115" y="138477"/>
                  </a:moveTo>
                  <a:cubicBezTo>
                    <a:pt x="109522" y="140062"/>
                    <a:pt x="110293" y="141825"/>
                    <a:pt x="111864" y="142423"/>
                  </a:cubicBezTo>
                  <a:cubicBezTo>
                    <a:pt x="113435" y="143022"/>
                    <a:pt x="115184" y="142244"/>
                    <a:pt x="115777" y="140660"/>
                  </a:cubicBezTo>
                  <a:cubicBezTo>
                    <a:pt x="116370" y="139075"/>
                    <a:pt x="115599" y="137311"/>
                    <a:pt x="114028" y="136713"/>
                  </a:cubicBezTo>
                  <a:cubicBezTo>
                    <a:pt x="112457" y="136115"/>
                    <a:pt x="110708" y="136893"/>
                    <a:pt x="110115" y="138477"/>
                  </a:cubicBezTo>
                  <a:close/>
                  <a:moveTo>
                    <a:pt x="113435" y="129658"/>
                  </a:moveTo>
                  <a:cubicBezTo>
                    <a:pt x="112842" y="131243"/>
                    <a:pt x="113613" y="133006"/>
                    <a:pt x="115184" y="133604"/>
                  </a:cubicBezTo>
                  <a:cubicBezTo>
                    <a:pt x="116755" y="134202"/>
                    <a:pt x="118504" y="133425"/>
                    <a:pt x="119097" y="131840"/>
                  </a:cubicBezTo>
                  <a:cubicBezTo>
                    <a:pt x="119690" y="130256"/>
                    <a:pt x="118919" y="128492"/>
                    <a:pt x="117348" y="127894"/>
                  </a:cubicBezTo>
                  <a:cubicBezTo>
                    <a:pt x="115777" y="127296"/>
                    <a:pt x="114028" y="128073"/>
                    <a:pt x="113435" y="129658"/>
                  </a:cubicBezTo>
                  <a:close/>
                  <a:moveTo>
                    <a:pt x="116755" y="120839"/>
                  </a:moveTo>
                  <a:cubicBezTo>
                    <a:pt x="116162" y="122423"/>
                    <a:pt x="116933" y="124187"/>
                    <a:pt x="118504" y="124785"/>
                  </a:cubicBezTo>
                  <a:cubicBezTo>
                    <a:pt x="120075" y="125383"/>
                    <a:pt x="121825" y="124606"/>
                    <a:pt x="122417" y="123021"/>
                  </a:cubicBezTo>
                  <a:cubicBezTo>
                    <a:pt x="123010" y="121437"/>
                    <a:pt x="122239" y="119673"/>
                    <a:pt x="120668" y="119075"/>
                  </a:cubicBezTo>
                  <a:cubicBezTo>
                    <a:pt x="119097" y="118477"/>
                    <a:pt x="117348" y="119254"/>
                    <a:pt x="116755" y="120839"/>
                  </a:cubicBezTo>
                  <a:close/>
                  <a:moveTo>
                    <a:pt x="120105" y="112019"/>
                  </a:moveTo>
                  <a:cubicBezTo>
                    <a:pt x="119512" y="113604"/>
                    <a:pt x="120283" y="115368"/>
                    <a:pt x="121854" y="115966"/>
                  </a:cubicBezTo>
                  <a:cubicBezTo>
                    <a:pt x="123425" y="116564"/>
                    <a:pt x="125174" y="115786"/>
                    <a:pt x="125767" y="114202"/>
                  </a:cubicBezTo>
                  <a:cubicBezTo>
                    <a:pt x="126360" y="112617"/>
                    <a:pt x="125589" y="110854"/>
                    <a:pt x="124018" y="110256"/>
                  </a:cubicBezTo>
                  <a:cubicBezTo>
                    <a:pt x="122447" y="109657"/>
                    <a:pt x="120698" y="110435"/>
                    <a:pt x="120105" y="112019"/>
                  </a:cubicBezTo>
                  <a:close/>
                  <a:moveTo>
                    <a:pt x="123425" y="103200"/>
                  </a:moveTo>
                  <a:cubicBezTo>
                    <a:pt x="122832" y="104785"/>
                    <a:pt x="123603" y="106549"/>
                    <a:pt x="125174" y="107147"/>
                  </a:cubicBezTo>
                  <a:cubicBezTo>
                    <a:pt x="126745" y="107744"/>
                    <a:pt x="128494" y="106967"/>
                    <a:pt x="129087" y="105383"/>
                  </a:cubicBezTo>
                  <a:cubicBezTo>
                    <a:pt x="129680" y="103798"/>
                    <a:pt x="128909" y="102034"/>
                    <a:pt x="127338" y="101437"/>
                  </a:cubicBezTo>
                  <a:cubicBezTo>
                    <a:pt x="125767" y="100839"/>
                    <a:pt x="124018" y="101615"/>
                    <a:pt x="123425" y="103200"/>
                  </a:cubicBezTo>
                  <a:close/>
                  <a:moveTo>
                    <a:pt x="126745" y="94381"/>
                  </a:moveTo>
                  <a:cubicBezTo>
                    <a:pt x="126153" y="95965"/>
                    <a:pt x="126923" y="97729"/>
                    <a:pt x="128494" y="98327"/>
                  </a:cubicBezTo>
                  <a:cubicBezTo>
                    <a:pt x="130066" y="98925"/>
                    <a:pt x="131814" y="98148"/>
                    <a:pt x="132407" y="96563"/>
                  </a:cubicBezTo>
                  <a:cubicBezTo>
                    <a:pt x="133000" y="94979"/>
                    <a:pt x="132230" y="93215"/>
                    <a:pt x="130658" y="92617"/>
                  </a:cubicBezTo>
                  <a:cubicBezTo>
                    <a:pt x="129087" y="92019"/>
                    <a:pt x="127338" y="92797"/>
                    <a:pt x="126745" y="94381"/>
                  </a:cubicBezTo>
                  <a:close/>
                  <a:moveTo>
                    <a:pt x="130095" y="85562"/>
                  </a:moveTo>
                  <a:cubicBezTo>
                    <a:pt x="129502" y="87146"/>
                    <a:pt x="130273" y="88910"/>
                    <a:pt x="131844" y="89508"/>
                  </a:cubicBezTo>
                  <a:cubicBezTo>
                    <a:pt x="133415" y="90106"/>
                    <a:pt x="135164" y="89329"/>
                    <a:pt x="135757" y="87744"/>
                  </a:cubicBezTo>
                  <a:cubicBezTo>
                    <a:pt x="136350" y="86159"/>
                    <a:pt x="135579" y="84396"/>
                    <a:pt x="134008" y="83798"/>
                  </a:cubicBezTo>
                  <a:cubicBezTo>
                    <a:pt x="132437" y="83200"/>
                    <a:pt x="130688" y="83977"/>
                    <a:pt x="130095" y="85562"/>
                  </a:cubicBezTo>
                  <a:close/>
                  <a:moveTo>
                    <a:pt x="133415" y="76742"/>
                  </a:moveTo>
                  <a:cubicBezTo>
                    <a:pt x="132822" y="78327"/>
                    <a:pt x="133593" y="80091"/>
                    <a:pt x="135164" y="80689"/>
                  </a:cubicBezTo>
                  <a:cubicBezTo>
                    <a:pt x="136735" y="81287"/>
                    <a:pt x="138484" y="80509"/>
                    <a:pt x="139077" y="78925"/>
                  </a:cubicBezTo>
                  <a:cubicBezTo>
                    <a:pt x="139670" y="77341"/>
                    <a:pt x="138900" y="75577"/>
                    <a:pt x="137328" y="74979"/>
                  </a:cubicBezTo>
                  <a:cubicBezTo>
                    <a:pt x="135757" y="74381"/>
                    <a:pt x="134008" y="75158"/>
                    <a:pt x="133415" y="76742"/>
                  </a:cubicBezTo>
                  <a:close/>
                  <a:moveTo>
                    <a:pt x="136735" y="67923"/>
                  </a:moveTo>
                  <a:cubicBezTo>
                    <a:pt x="136142" y="69508"/>
                    <a:pt x="136913" y="71272"/>
                    <a:pt x="138484" y="71869"/>
                  </a:cubicBezTo>
                  <a:cubicBezTo>
                    <a:pt x="140056" y="72467"/>
                    <a:pt x="141805" y="71690"/>
                    <a:pt x="142398" y="70105"/>
                  </a:cubicBezTo>
                  <a:cubicBezTo>
                    <a:pt x="142990" y="68521"/>
                    <a:pt x="142220" y="66757"/>
                    <a:pt x="140648" y="66159"/>
                  </a:cubicBezTo>
                  <a:cubicBezTo>
                    <a:pt x="139077" y="65562"/>
                    <a:pt x="137328" y="66339"/>
                    <a:pt x="136735" y="67923"/>
                  </a:cubicBezTo>
                  <a:close/>
                  <a:moveTo>
                    <a:pt x="140056" y="59074"/>
                  </a:moveTo>
                  <a:cubicBezTo>
                    <a:pt x="139463" y="60658"/>
                    <a:pt x="140234" y="62422"/>
                    <a:pt x="141805" y="63020"/>
                  </a:cubicBezTo>
                  <a:cubicBezTo>
                    <a:pt x="143376" y="63618"/>
                    <a:pt x="145125" y="62841"/>
                    <a:pt x="145717" y="61257"/>
                  </a:cubicBezTo>
                  <a:cubicBezTo>
                    <a:pt x="146311" y="59672"/>
                    <a:pt x="145540" y="57908"/>
                    <a:pt x="143969" y="57310"/>
                  </a:cubicBezTo>
                  <a:cubicBezTo>
                    <a:pt x="142398" y="56712"/>
                    <a:pt x="140648" y="57490"/>
                    <a:pt x="140056" y="59074"/>
                  </a:cubicBezTo>
                  <a:close/>
                  <a:moveTo>
                    <a:pt x="143405" y="50255"/>
                  </a:moveTo>
                  <a:cubicBezTo>
                    <a:pt x="142812" y="51840"/>
                    <a:pt x="143583" y="53603"/>
                    <a:pt x="145154" y="54201"/>
                  </a:cubicBezTo>
                  <a:cubicBezTo>
                    <a:pt x="146726" y="54799"/>
                    <a:pt x="148475" y="54021"/>
                    <a:pt x="149068" y="52437"/>
                  </a:cubicBezTo>
                  <a:cubicBezTo>
                    <a:pt x="149660" y="50853"/>
                    <a:pt x="148890" y="49089"/>
                    <a:pt x="147318" y="48491"/>
                  </a:cubicBezTo>
                  <a:cubicBezTo>
                    <a:pt x="145747" y="47893"/>
                    <a:pt x="143998" y="48670"/>
                    <a:pt x="143405" y="50255"/>
                  </a:cubicBezTo>
                  <a:close/>
                  <a:moveTo>
                    <a:pt x="146726" y="41436"/>
                  </a:moveTo>
                  <a:cubicBezTo>
                    <a:pt x="146133" y="43020"/>
                    <a:pt x="146904" y="44784"/>
                    <a:pt x="148475" y="45382"/>
                  </a:cubicBezTo>
                  <a:cubicBezTo>
                    <a:pt x="150045" y="45979"/>
                    <a:pt x="151795" y="45203"/>
                    <a:pt x="152387" y="43618"/>
                  </a:cubicBezTo>
                  <a:cubicBezTo>
                    <a:pt x="152980" y="42033"/>
                    <a:pt x="152209" y="40269"/>
                    <a:pt x="150639" y="39672"/>
                  </a:cubicBezTo>
                  <a:cubicBezTo>
                    <a:pt x="149068" y="39074"/>
                    <a:pt x="147318" y="39851"/>
                    <a:pt x="146726" y="41436"/>
                  </a:cubicBezTo>
                  <a:close/>
                  <a:moveTo>
                    <a:pt x="150045" y="32616"/>
                  </a:moveTo>
                  <a:cubicBezTo>
                    <a:pt x="149453" y="34201"/>
                    <a:pt x="150223" y="35964"/>
                    <a:pt x="151795" y="36562"/>
                  </a:cubicBezTo>
                  <a:cubicBezTo>
                    <a:pt x="153366" y="37161"/>
                    <a:pt x="155115" y="36383"/>
                    <a:pt x="155708" y="34799"/>
                  </a:cubicBezTo>
                  <a:cubicBezTo>
                    <a:pt x="156301" y="33214"/>
                    <a:pt x="155530" y="31450"/>
                    <a:pt x="153959" y="30852"/>
                  </a:cubicBezTo>
                  <a:cubicBezTo>
                    <a:pt x="152387" y="30254"/>
                    <a:pt x="150639" y="31032"/>
                    <a:pt x="150045" y="32616"/>
                  </a:cubicBezTo>
                  <a:close/>
                  <a:moveTo>
                    <a:pt x="153366" y="23797"/>
                  </a:moveTo>
                  <a:cubicBezTo>
                    <a:pt x="152773" y="25382"/>
                    <a:pt x="153544" y="27145"/>
                    <a:pt x="155115" y="27743"/>
                  </a:cubicBezTo>
                  <a:cubicBezTo>
                    <a:pt x="156686" y="28341"/>
                    <a:pt x="158435" y="27564"/>
                    <a:pt x="159028" y="25979"/>
                  </a:cubicBezTo>
                  <a:cubicBezTo>
                    <a:pt x="159621" y="24395"/>
                    <a:pt x="158850" y="22631"/>
                    <a:pt x="157279" y="22033"/>
                  </a:cubicBezTo>
                  <a:cubicBezTo>
                    <a:pt x="155708" y="21435"/>
                    <a:pt x="153959" y="22212"/>
                    <a:pt x="153366" y="23797"/>
                  </a:cubicBezTo>
                  <a:close/>
                  <a:moveTo>
                    <a:pt x="156715" y="14978"/>
                  </a:moveTo>
                  <a:cubicBezTo>
                    <a:pt x="156123" y="16562"/>
                    <a:pt x="156893" y="18326"/>
                    <a:pt x="158465" y="18924"/>
                  </a:cubicBezTo>
                  <a:cubicBezTo>
                    <a:pt x="160036" y="19522"/>
                    <a:pt x="161785" y="18745"/>
                    <a:pt x="162378" y="17160"/>
                  </a:cubicBezTo>
                  <a:cubicBezTo>
                    <a:pt x="162971" y="15576"/>
                    <a:pt x="162200" y="13812"/>
                    <a:pt x="160629" y="13214"/>
                  </a:cubicBezTo>
                  <a:cubicBezTo>
                    <a:pt x="159057" y="12616"/>
                    <a:pt x="157309" y="13393"/>
                    <a:pt x="156715" y="14978"/>
                  </a:cubicBezTo>
                  <a:close/>
                  <a:moveTo>
                    <a:pt x="95145" y="183022"/>
                  </a:moveTo>
                  <a:cubicBezTo>
                    <a:pt x="94403" y="184547"/>
                    <a:pt x="95026" y="186370"/>
                    <a:pt x="96538" y="187118"/>
                  </a:cubicBezTo>
                  <a:cubicBezTo>
                    <a:pt x="98050" y="187865"/>
                    <a:pt x="99858" y="187237"/>
                    <a:pt x="100599" y="185712"/>
                  </a:cubicBezTo>
                  <a:cubicBezTo>
                    <a:pt x="101340" y="184188"/>
                    <a:pt x="100717" y="182364"/>
                    <a:pt x="99206" y="181617"/>
                  </a:cubicBezTo>
                  <a:cubicBezTo>
                    <a:pt x="97694" y="180870"/>
                    <a:pt x="95886" y="181497"/>
                    <a:pt x="95145" y="183022"/>
                  </a:cubicBezTo>
                  <a:close/>
                  <a:moveTo>
                    <a:pt x="99265" y="174561"/>
                  </a:moveTo>
                  <a:cubicBezTo>
                    <a:pt x="98524" y="176086"/>
                    <a:pt x="99146" y="177910"/>
                    <a:pt x="100658" y="178657"/>
                  </a:cubicBezTo>
                  <a:cubicBezTo>
                    <a:pt x="102170" y="179404"/>
                    <a:pt x="103979" y="178777"/>
                    <a:pt x="104720" y="177252"/>
                  </a:cubicBezTo>
                  <a:cubicBezTo>
                    <a:pt x="105461" y="175727"/>
                    <a:pt x="104838" y="173904"/>
                    <a:pt x="103326" y="173157"/>
                  </a:cubicBezTo>
                  <a:cubicBezTo>
                    <a:pt x="101815" y="172409"/>
                    <a:pt x="100006" y="173037"/>
                    <a:pt x="99265" y="174561"/>
                  </a:cubicBezTo>
                  <a:close/>
                  <a:moveTo>
                    <a:pt x="103356" y="166071"/>
                  </a:moveTo>
                  <a:cubicBezTo>
                    <a:pt x="102615" y="167596"/>
                    <a:pt x="103237" y="169420"/>
                    <a:pt x="104749" y="170167"/>
                  </a:cubicBezTo>
                  <a:cubicBezTo>
                    <a:pt x="106261" y="170914"/>
                    <a:pt x="108069" y="170286"/>
                    <a:pt x="108810" y="168762"/>
                  </a:cubicBezTo>
                  <a:cubicBezTo>
                    <a:pt x="109551" y="167237"/>
                    <a:pt x="108929" y="165414"/>
                    <a:pt x="107417" y="164666"/>
                  </a:cubicBezTo>
                  <a:cubicBezTo>
                    <a:pt x="105905" y="163918"/>
                    <a:pt x="104097" y="164546"/>
                    <a:pt x="103356" y="166071"/>
                  </a:cubicBezTo>
                  <a:close/>
                  <a:moveTo>
                    <a:pt x="107476" y="157580"/>
                  </a:moveTo>
                  <a:cubicBezTo>
                    <a:pt x="106735" y="159105"/>
                    <a:pt x="107358" y="160929"/>
                    <a:pt x="108870" y="161676"/>
                  </a:cubicBezTo>
                  <a:cubicBezTo>
                    <a:pt x="110382" y="162424"/>
                    <a:pt x="112190" y="161796"/>
                    <a:pt x="112931" y="160271"/>
                  </a:cubicBezTo>
                  <a:cubicBezTo>
                    <a:pt x="113672" y="158747"/>
                    <a:pt x="113050" y="156923"/>
                    <a:pt x="111538" y="156175"/>
                  </a:cubicBezTo>
                  <a:cubicBezTo>
                    <a:pt x="110026" y="155428"/>
                    <a:pt x="108218" y="156056"/>
                    <a:pt x="107476" y="157580"/>
                  </a:cubicBezTo>
                  <a:close/>
                  <a:moveTo>
                    <a:pt x="111568" y="149120"/>
                  </a:moveTo>
                  <a:cubicBezTo>
                    <a:pt x="110827" y="150645"/>
                    <a:pt x="111449" y="152468"/>
                    <a:pt x="112961" y="153216"/>
                  </a:cubicBezTo>
                  <a:cubicBezTo>
                    <a:pt x="114473" y="153963"/>
                    <a:pt x="116281" y="153336"/>
                    <a:pt x="117022" y="151811"/>
                  </a:cubicBezTo>
                  <a:cubicBezTo>
                    <a:pt x="117763" y="150286"/>
                    <a:pt x="117141" y="148462"/>
                    <a:pt x="115629" y="147715"/>
                  </a:cubicBezTo>
                  <a:cubicBezTo>
                    <a:pt x="114117" y="146968"/>
                    <a:pt x="112309" y="147595"/>
                    <a:pt x="111568" y="149120"/>
                  </a:cubicBezTo>
                  <a:close/>
                  <a:moveTo>
                    <a:pt x="115688" y="140630"/>
                  </a:moveTo>
                  <a:cubicBezTo>
                    <a:pt x="114947" y="142154"/>
                    <a:pt x="115569" y="143978"/>
                    <a:pt x="117081" y="144726"/>
                  </a:cubicBezTo>
                  <a:cubicBezTo>
                    <a:pt x="118593" y="145473"/>
                    <a:pt x="120402" y="144845"/>
                    <a:pt x="121143" y="143321"/>
                  </a:cubicBezTo>
                  <a:cubicBezTo>
                    <a:pt x="121884" y="141795"/>
                    <a:pt x="121261" y="139972"/>
                    <a:pt x="119749" y="139225"/>
                  </a:cubicBezTo>
                  <a:cubicBezTo>
                    <a:pt x="118237" y="138477"/>
                    <a:pt x="116429" y="139105"/>
                    <a:pt x="115688" y="140630"/>
                  </a:cubicBezTo>
                  <a:close/>
                  <a:moveTo>
                    <a:pt x="119808" y="132139"/>
                  </a:moveTo>
                  <a:cubicBezTo>
                    <a:pt x="119067" y="133664"/>
                    <a:pt x="119690" y="135488"/>
                    <a:pt x="121202" y="136235"/>
                  </a:cubicBezTo>
                  <a:cubicBezTo>
                    <a:pt x="122713" y="136983"/>
                    <a:pt x="124522" y="136355"/>
                    <a:pt x="125263" y="134830"/>
                  </a:cubicBezTo>
                  <a:cubicBezTo>
                    <a:pt x="126004" y="133305"/>
                    <a:pt x="125382" y="131482"/>
                    <a:pt x="123870" y="130734"/>
                  </a:cubicBezTo>
                  <a:cubicBezTo>
                    <a:pt x="122358" y="129987"/>
                    <a:pt x="120549" y="130615"/>
                    <a:pt x="119808" y="132139"/>
                  </a:cubicBezTo>
                  <a:close/>
                  <a:moveTo>
                    <a:pt x="123900" y="123679"/>
                  </a:moveTo>
                  <a:cubicBezTo>
                    <a:pt x="123158" y="125204"/>
                    <a:pt x="123781" y="127027"/>
                    <a:pt x="125293" y="127774"/>
                  </a:cubicBezTo>
                  <a:cubicBezTo>
                    <a:pt x="126805" y="128522"/>
                    <a:pt x="128613" y="127894"/>
                    <a:pt x="129354" y="126369"/>
                  </a:cubicBezTo>
                  <a:cubicBezTo>
                    <a:pt x="130095" y="124845"/>
                    <a:pt x="129472" y="123021"/>
                    <a:pt x="127961" y="122274"/>
                  </a:cubicBezTo>
                  <a:cubicBezTo>
                    <a:pt x="126449" y="121527"/>
                    <a:pt x="124641" y="122154"/>
                    <a:pt x="123900" y="123679"/>
                  </a:cubicBezTo>
                  <a:close/>
                  <a:moveTo>
                    <a:pt x="128020" y="115189"/>
                  </a:moveTo>
                  <a:cubicBezTo>
                    <a:pt x="127279" y="116713"/>
                    <a:pt x="127901" y="118537"/>
                    <a:pt x="129413" y="119284"/>
                  </a:cubicBezTo>
                  <a:cubicBezTo>
                    <a:pt x="130925" y="120031"/>
                    <a:pt x="132733" y="119404"/>
                    <a:pt x="133475" y="117879"/>
                  </a:cubicBezTo>
                  <a:cubicBezTo>
                    <a:pt x="134216" y="116354"/>
                    <a:pt x="133593" y="114531"/>
                    <a:pt x="132081" y="113783"/>
                  </a:cubicBezTo>
                  <a:cubicBezTo>
                    <a:pt x="130569" y="113036"/>
                    <a:pt x="128761" y="113664"/>
                    <a:pt x="128020" y="115189"/>
                  </a:cubicBezTo>
                  <a:close/>
                  <a:moveTo>
                    <a:pt x="132111" y="106698"/>
                  </a:moveTo>
                  <a:cubicBezTo>
                    <a:pt x="131370" y="108223"/>
                    <a:pt x="131992" y="110046"/>
                    <a:pt x="133504" y="110794"/>
                  </a:cubicBezTo>
                  <a:cubicBezTo>
                    <a:pt x="135016" y="111541"/>
                    <a:pt x="136824" y="110913"/>
                    <a:pt x="137565" y="109389"/>
                  </a:cubicBezTo>
                  <a:cubicBezTo>
                    <a:pt x="138306" y="107864"/>
                    <a:pt x="137684" y="106040"/>
                    <a:pt x="136172" y="105293"/>
                  </a:cubicBezTo>
                  <a:cubicBezTo>
                    <a:pt x="134660" y="104546"/>
                    <a:pt x="132852" y="105173"/>
                    <a:pt x="132111" y="106698"/>
                  </a:cubicBezTo>
                  <a:close/>
                  <a:moveTo>
                    <a:pt x="136231" y="98237"/>
                  </a:moveTo>
                  <a:cubicBezTo>
                    <a:pt x="135490" y="99762"/>
                    <a:pt x="136113" y="101586"/>
                    <a:pt x="137625" y="102333"/>
                  </a:cubicBezTo>
                  <a:cubicBezTo>
                    <a:pt x="139136" y="103081"/>
                    <a:pt x="140945" y="102453"/>
                    <a:pt x="141686" y="100928"/>
                  </a:cubicBezTo>
                  <a:cubicBezTo>
                    <a:pt x="142427" y="99404"/>
                    <a:pt x="141805" y="97580"/>
                    <a:pt x="140293" y="96832"/>
                  </a:cubicBezTo>
                  <a:cubicBezTo>
                    <a:pt x="138781" y="96085"/>
                    <a:pt x="136972" y="96713"/>
                    <a:pt x="136231" y="98237"/>
                  </a:cubicBezTo>
                  <a:close/>
                  <a:moveTo>
                    <a:pt x="140323" y="89747"/>
                  </a:moveTo>
                  <a:cubicBezTo>
                    <a:pt x="139581" y="91272"/>
                    <a:pt x="140204" y="93096"/>
                    <a:pt x="141716" y="93843"/>
                  </a:cubicBezTo>
                  <a:cubicBezTo>
                    <a:pt x="143228" y="94590"/>
                    <a:pt x="145036" y="93962"/>
                    <a:pt x="145777" y="92438"/>
                  </a:cubicBezTo>
                  <a:cubicBezTo>
                    <a:pt x="146518" y="90913"/>
                    <a:pt x="145895" y="89090"/>
                    <a:pt x="144384" y="88342"/>
                  </a:cubicBezTo>
                  <a:cubicBezTo>
                    <a:pt x="142872" y="87595"/>
                    <a:pt x="141064" y="88222"/>
                    <a:pt x="140323" y="89747"/>
                  </a:cubicBezTo>
                  <a:close/>
                  <a:moveTo>
                    <a:pt x="144443" y="81257"/>
                  </a:moveTo>
                  <a:cubicBezTo>
                    <a:pt x="143702" y="82781"/>
                    <a:pt x="144324" y="84605"/>
                    <a:pt x="145836" y="85353"/>
                  </a:cubicBezTo>
                  <a:cubicBezTo>
                    <a:pt x="147348" y="86100"/>
                    <a:pt x="149157" y="85472"/>
                    <a:pt x="149898" y="83947"/>
                  </a:cubicBezTo>
                  <a:cubicBezTo>
                    <a:pt x="150639" y="82423"/>
                    <a:pt x="150016" y="80599"/>
                    <a:pt x="148504" y="79851"/>
                  </a:cubicBezTo>
                  <a:cubicBezTo>
                    <a:pt x="146993" y="79104"/>
                    <a:pt x="145184" y="79732"/>
                    <a:pt x="144443" y="81257"/>
                  </a:cubicBezTo>
                  <a:close/>
                  <a:moveTo>
                    <a:pt x="148563" y="72796"/>
                  </a:moveTo>
                  <a:cubicBezTo>
                    <a:pt x="147822" y="74321"/>
                    <a:pt x="148445" y="76144"/>
                    <a:pt x="149957" y="76892"/>
                  </a:cubicBezTo>
                  <a:cubicBezTo>
                    <a:pt x="151468" y="77640"/>
                    <a:pt x="153277" y="77012"/>
                    <a:pt x="154018" y="75487"/>
                  </a:cubicBezTo>
                  <a:cubicBezTo>
                    <a:pt x="154759" y="73962"/>
                    <a:pt x="154137" y="72138"/>
                    <a:pt x="152625" y="71391"/>
                  </a:cubicBezTo>
                  <a:cubicBezTo>
                    <a:pt x="151113" y="70644"/>
                    <a:pt x="149304" y="71272"/>
                    <a:pt x="148563" y="72796"/>
                  </a:cubicBezTo>
                  <a:close/>
                  <a:moveTo>
                    <a:pt x="152654" y="64306"/>
                  </a:moveTo>
                  <a:cubicBezTo>
                    <a:pt x="151913" y="65830"/>
                    <a:pt x="152536" y="67654"/>
                    <a:pt x="154048" y="68401"/>
                  </a:cubicBezTo>
                  <a:cubicBezTo>
                    <a:pt x="155560" y="69149"/>
                    <a:pt x="157368" y="68521"/>
                    <a:pt x="158109" y="66996"/>
                  </a:cubicBezTo>
                  <a:cubicBezTo>
                    <a:pt x="158850" y="65472"/>
                    <a:pt x="158227" y="63648"/>
                    <a:pt x="156715" y="62901"/>
                  </a:cubicBezTo>
                  <a:cubicBezTo>
                    <a:pt x="155204" y="62153"/>
                    <a:pt x="153396" y="62781"/>
                    <a:pt x="152654" y="64306"/>
                  </a:cubicBezTo>
                  <a:close/>
                  <a:moveTo>
                    <a:pt x="156775" y="55816"/>
                  </a:moveTo>
                  <a:cubicBezTo>
                    <a:pt x="156034" y="57340"/>
                    <a:pt x="156657" y="59164"/>
                    <a:pt x="158168" y="59911"/>
                  </a:cubicBezTo>
                  <a:cubicBezTo>
                    <a:pt x="159680" y="60658"/>
                    <a:pt x="161488" y="60031"/>
                    <a:pt x="162230" y="58506"/>
                  </a:cubicBezTo>
                  <a:cubicBezTo>
                    <a:pt x="162971" y="56981"/>
                    <a:pt x="162348" y="55158"/>
                    <a:pt x="160836" y="54410"/>
                  </a:cubicBezTo>
                  <a:cubicBezTo>
                    <a:pt x="159324" y="53663"/>
                    <a:pt x="157516" y="54291"/>
                    <a:pt x="156775" y="55816"/>
                  </a:cubicBezTo>
                  <a:close/>
                  <a:moveTo>
                    <a:pt x="160866" y="47355"/>
                  </a:moveTo>
                  <a:cubicBezTo>
                    <a:pt x="160125" y="48880"/>
                    <a:pt x="160747" y="50703"/>
                    <a:pt x="162259" y="51451"/>
                  </a:cubicBezTo>
                  <a:cubicBezTo>
                    <a:pt x="163771" y="52198"/>
                    <a:pt x="165579" y="51570"/>
                    <a:pt x="166320" y="50045"/>
                  </a:cubicBezTo>
                  <a:cubicBezTo>
                    <a:pt x="167061" y="48521"/>
                    <a:pt x="166439" y="46697"/>
                    <a:pt x="164927" y="45950"/>
                  </a:cubicBezTo>
                  <a:cubicBezTo>
                    <a:pt x="163415" y="45203"/>
                    <a:pt x="161607" y="45830"/>
                    <a:pt x="160866" y="47355"/>
                  </a:cubicBezTo>
                  <a:close/>
                  <a:moveTo>
                    <a:pt x="164986" y="38865"/>
                  </a:moveTo>
                  <a:cubicBezTo>
                    <a:pt x="164245" y="40389"/>
                    <a:pt x="164868" y="42213"/>
                    <a:pt x="166380" y="42960"/>
                  </a:cubicBezTo>
                  <a:cubicBezTo>
                    <a:pt x="167891" y="43708"/>
                    <a:pt x="169700" y="43080"/>
                    <a:pt x="170441" y="41555"/>
                  </a:cubicBezTo>
                  <a:cubicBezTo>
                    <a:pt x="171182" y="40030"/>
                    <a:pt x="170560" y="38207"/>
                    <a:pt x="169048" y="37460"/>
                  </a:cubicBezTo>
                  <a:cubicBezTo>
                    <a:pt x="167536" y="36712"/>
                    <a:pt x="165727" y="37340"/>
                    <a:pt x="164986" y="38865"/>
                  </a:cubicBezTo>
                  <a:close/>
                  <a:moveTo>
                    <a:pt x="169077" y="30374"/>
                  </a:moveTo>
                  <a:cubicBezTo>
                    <a:pt x="168336" y="31899"/>
                    <a:pt x="168959" y="33723"/>
                    <a:pt x="170471" y="34470"/>
                  </a:cubicBezTo>
                  <a:cubicBezTo>
                    <a:pt x="171983" y="35217"/>
                    <a:pt x="173791" y="34589"/>
                    <a:pt x="174532" y="33065"/>
                  </a:cubicBezTo>
                  <a:cubicBezTo>
                    <a:pt x="175273" y="31540"/>
                    <a:pt x="174650" y="29717"/>
                    <a:pt x="173138" y="28969"/>
                  </a:cubicBezTo>
                  <a:cubicBezTo>
                    <a:pt x="171627" y="28221"/>
                    <a:pt x="169819" y="28849"/>
                    <a:pt x="169077" y="30374"/>
                  </a:cubicBezTo>
                  <a:close/>
                  <a:moveTo>
                    <a:pt x="173198" y="21914"/>
                  </a:moveTo>
                  <a:cubicBezTo>
                    <a:pt x="172457" y="23438"/>
                    <a:pt x="173079" y="25262"/>
                    <a:pt x="174591" y="26009"/>
                  </a:cubicBezTo>
                  <a:cubicBezTo>
                    <a:pt x="176103" y="26757"/>
                    <a:pt x="177911" y="26129"/>
                    <a:pt x="178653" y="24604"/>
                  </a:cubicBezTo>
                  <a:cubicBezTo>
                    <a:pt x="179394" y="23080"/>
                    <a:pt x="178771" y="21256"/>
                    <a:pt x="177259" y="20508"/>
                  </a:cubicBezTo>
                  <a:cubicBezTo>
                    <a:pt x="175747" y="19761"/>
                    <a:pt x="173939" y="20389"/>
                    <a:pt x="173198" y="21914"/>
                  </a:cubicBezTo>
                  <a:close/>
                </a:path>
              </a:pathLst>
            </a:custGeom>
            <a:grpFill/>
            <a:ln w="52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65D69053-B9A6-60E6-74AE-A676A1561A3D}"/>
                </a:ext>
              </a:extLst>
            </p:cNvPr>
            <p:cNvSpPr/>
            <p:nvPr/>
          </p:nvSpPr>
          <p:spPr>
            <a:xfrm>
              <a:off x="8272646" y="3788943"/>
              <a:ext cx="99367" cy="380603"/>
            </a:xfrm>
            <a:custGeom>
              <a:avLst/>
              <a:gdLst>
                <a:gd name="connsiteX0" fmla="*/ 49417 w 99367"/>
                <a:gd name="connsiteY0" fmla="*/ 0 h 380603"/>
                <a:gd name="connsiteX1" fmla="*/ 29496 w 99367"/>
                <a:gd name="connsiteY1" fmla="*/ 26637 h 380603"/>
                <a:gd name="connsiteX2" fmla="*/ 22115 w 99367"/>
                <a:gd name="connsiteY2" fmla="*/ 148971 h 380603"/>
                <a:gd name="connsiteX3" fmla="*/ 356 w 99367"/>
                <a:gd name="connsiteY3" fmla="*/ 153754 h 380603"/>
                <a:gd name="connsiteX4" fmla="*/ 0 w 99367"/>
                <a:gd name="connsiteY4" fmla="*/ 153754 h 380603"/>
                <a:gd name="connsiteX5" fmla="*/ 0 w 99367"/>
                <a:gd name="connsiteY5" fmla="*/ 253966 h 380603"/>
                <a:gd name="connsiteX6" fmla="*/ 9812 w 99367"/>
                <a:gd name="connsiteY6" fmla="*/ 257371 h 380603"/>
                <a:gd name="connsiteX7" fmla="*/ 9812 w 99367"/>
                <a:gd name="connsiteY7" fmla="*/ 284548 h 380603"/>
                <a:gd name="connsiteX8" fmla="*/ 15297 w 99367"/>
                <a:gd name="connsiteY8" fmla="*/ 287416 h 380603"/>
                <a:gd name="connsiteX9" fmla="*/ 15297 w 99367"/>
                <a:gd name="connsiteY9" fmla="*/ 374862 h 380603"/>
                <a:gd name="connsiteX10" fmla="*/ 49921 w 99367"/>
                <a:gd name="connsiteY10" fmla="*/ 380604 h 380603"/>
                <a:gd name="connsiteX11" fmla="*/ 84072 w 99367"/>
                <a:gd name="connsiteY11" fmla="*/ 374862 h 380603"/>
                <a:gd name="connsiteX12" fmla="*/ 84072 w 99367"/>
                <a:gd name="connsiteY12" fmla="*/ 287448 h 380603"/>
                <a:gd name="connsiteX13" fmla="*/ 89555 w 99367"/>
                <a:gd name="connsiteY13" fmla="*/ 284517 h 380603"/>
                <a:gd name="connsiteX14" fmla="*/ 89555 w 99367"/>
                <a:gd name="connsiteY14" fmla="*/ 257403 h 380603"/>
                <a:gd name="connsiteX15" fmla="*/ 99368 w 99367"/>
                <a:gd name="connsiteY15" fmla="*/ 253966 h 380603"/>
                <a:gd name="connsiteX16" fmla="*/ 99368 w 99367"/>
                <a:gd name="connsiteY16" fmla="*/ 153754 h 380603"/>
                <a:gd name="connsiteX17" fmla="*/ 99012 w 99367"/>
                <a:gd name="connsiteY17" fmla="*/ 153754 h 380603"/>
                <a:gd name="connsiteX18" fmla="*/ 77224 w 99367"/>
                <a:gd name="connsiteY18" fmla="*/ 148971 h 380603"/>
                <a:gd name="connsiteX19" fmla="*/ 69664 w 99367"/>
                <a:gd name="connsiteY19" fmla="*/ 26637 h 380603"/>
                <a:gd name="connsiteX20" fmla="*/ 49417 w 99367"/>
                <a:gd name="connsiteY20" fmla="*/ 0 h 38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367" h="380603">
                  <a:moveTo>
                    <a:pt x="49417" y="0"/>
                  </a:moveTo>
                  <a:cubicBezTo>
                    <a:pt x="37649" y="0"/>
                    <a:pt x="29496" y="16114"/>
                    <a:pt x="29496" y="26637"/>
                  </a:cubicBezTo>
                  <a:lnTo>
                    <a:pt x="22115" y="148971"/>
                  </a:lnTo>
                  <a:cubicBezTo>
                    <a:pt x="8982" y="150017"/>
                    <a:pt x="356" y="151751"/>
                    <a:pt x="356" y="153754"/>
                  </a:cubicBezTo>
                  <a:lnTo>
                    <a:pt x="0" y="153754"/>
                  </a:lnTo>
                  <a:lnTo>
                    <a:pt x="0" y="253966"/>
                  </a:lnTo>
                  <a:cubicBezTo>
                    <a:pt x="0" y="255251"/>
                    <a:pt x="3676" y="256414"/>
                    <a:pt x="9812" y="257371"/>
                  </a:cubicBezTo>
                  <a:lnTo>
                    <a:pt x="9812" y="284548"/>
                  </a:lnTo>
                  <a:cubicBezTo>
                    <a:pt x="9812" y="285595"/>
                    <a:pt x="11829" y="286580"/>
                    <a:pt x="15297" y="287416"/>
                  </a:cubicBezTo>
                  <a:lnTo>
                    <a:pt x="15297" y="374862"/>
                  </a:lnTo>
                  <a:cubicBezTo>
                    <a:pt x="15297" y="378030"/>
                    <a:pt x="31068" y="380604"/>
                    <a:pt x="49921" y="380604"/>
                  </a:cubicBezTo>
                  <a:cubicBezTo>
                    <a:pt x="68775" y="380604"/>
                    <a:pt x="84072" y="378030"/>
                    <a:pt x="84072" y="374862"/>
                  </a:cubicBezTo>
                  <a:lnTo>
                    <a:pt x="84072" y="287448"/>
                  </a:lnTo>
                  <a:cubicBezTo>
                    <a:pt x="87569" y="286580"/>
                    <a:pt x="89555" y="285595"/>
                    <a:pt x="89555" y="284517"/>
                  </a:cubicBezTo>
                  <a:lnTo>
                    <a:pt x="89555" y="257403"/>
                  </a:lnTo>
                  <a:cubicBezTo>
                    <a:pt x="95722" y="256445"/>
                    <a:pt x="99368" y="255251"/>
                    <a:pt x="99368" y="253966"/>
                  </a:cubicBezTo>
                  <a:lnTo>
                    <a:pt x="99368" y="153754"/>
                  </a:lnTo>
                  <a:lnTo>
                    <a:pt x="99012" y="153754"/>
                  </a:lnTo>
                  <a:cubicBezTo>
                    <a:pt x="99012" y="151781"/>
                    <a:pt x="90356" y="150017"/>
                    <a:pt x="77224" y="148971"/>
                  </a:cubicBezTo>
                  <a:lnTo>
                    <a:pt x="69664" y="26637"/>
                  </a:lnTo>
                  <a:cubicBezTo>
                    <a:pt x="69664" y="16114"/>
                    <a:pt x="61186" y="0"/>
                    <a:pt x="49417" y="0"/>
                  </a:cubicBezTo>
                  <a:close/>
                </a:path>
              </a:pathLst>
            </a:custGeom>
            <a:grpFill/>
            <a:ln w="156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B0CD6BB1-B109-3C25-A665-5CBCBCB045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94275" y="2643388"/>
            <a:ext cx="699088" cy="69908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57E89E4-EF73-2FB0-5E1E-07693F78D2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8" r="48"/>
          <a:stretch/>
        </p:blipFill>
        <p:spPr>
          <a:xfrm>
            <a:off x="3739648" y="2631161"/>
            <a:ext cx="698416" cy="69908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254EEA9-A4F6-2C72-75CF-549ED9ED42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48" r="48"/>
          <a:stretch/>
        </p:blipFill>
        <p:spPr>
          <a:xfrm>
            <a:off x="4600355" y="2630735"/>
            <a:ext cx="698416" cy="69908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6F28B05-5B47-0571-EEA2-59FC5715410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48" r="48"/>
          <a:stretch/>
        </p:blipFill>
        <p:spPr>
          <a:xfrm>
            <a:off x="5445728" y="2618508"/>
            <a:ext cx="698416" cy="69908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89BACBBE-4A63-7E78-3025-0C4B1FF9F06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72" r="72"/>
          <a:stretch/>
        </p:blipFill>
        <p:spPr>
          <a:xfrm>
            <a:off x="6278379" y="2619635"/>
            <a:ext cx="698080" cy="69908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1C39CCC-F065-3480-58E8-0277461F9C3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72" r="72"/>
          <a:stretch/>
        </p:blipFill>
        <p:spPr>
          <a:xfrm>
            <a:off x="7139086" y="2619209"/>
            <a:ext cx="698080" cy="69908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F1346F95-8ADE-A2D2-FB4D-55EEF094642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90" r="90"/>
          <a:stretch/>
        </p:blipFill>
        <p:spPr>
          <a:xfrm>
            <a:off x="7984459" y="2606982"/>
            <a:ext cx="697827" cy="69908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2806C8D-606E-0687-2316-1E8D5F78A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27833" y="4871630"/>
            <a:ext cx="5088334" cy="138486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9423176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ABC80-0AFD-6C02-5B97-07BDD20F5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172852"/>
                </a:solidFill>
              </a:rPr>
              <a:t>Color palette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10DE6-EC75-38C7-B4C0-38F0674813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46C965-8F75-11AD-8F10-F5C599C88A1D}"/>
              </a:ext>
            </a:extLst>
          </p:cNvPr>
          <p:cNvSpPr>
            <a:spLocks noChangeAspect="1"/>
          </p:cNvSpPr>
          <p:nvPr/>
        </p:nvSpPr>
        <p:spPr>
          <a:xfrm>
            <a:off x="266700" y="1191302"/>
            <a:ext cx="731520" cy="732870"/>
          </a:xfrm>
          <a:prstGeom prst="rect">
            <a:avLst/>
          </a:prstGeom>
          <a:solidFill>
            <a:srgbClr val="00B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0/178/227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A28A0C-B910-967B-8932-33D3E2277D73}"/>
              </a:ext>
            </a:extLst>
          </p:cNvPr>
          <p:cNvSpPr>
            <a:spLocks noChangeAspect="1"/>
          </p:cNvSpPr>
          <p:nvPr/>
        </p:nvSpPr>
        <p:spPr>
          <a:xfrm>
            <a:off x="266700" y="2043022"/>
            <a:ext cx="731520" cy="732870"/>
          </a:xfrm>
          <a:prstGeom prst="rect">
            <a:avLst/>
          </a:prstGeom>
          <a:solidFill>
            <a:srgbClr val="0D7A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13/122/181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7AF68C-2B21-5624-EA11-A4A3246955A9}"/>
              </a:ext>
            </a:extLst>
          </p:cNvPr>
          <p:cNvSpPr>
            <a:spLocks noChangeAspect="1"/>
          </p:cNvSpPr>
          <p:nvPr/>
        </p:nvSpPr>
        <p:spPr>
          <a:xfrm>
            <a:off x="1156519" y="1191302"/>
            <a:ext cx="731520" cy="732870"/>
          </a:xfrm>
          <a:prstGeom prst="rect">
            <a:avLst/>
          </a:prstGeom>
          <a:solidFill>
            <a:srgbClr val="E31D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227/29/147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22329A-CC81-C2D7-A06F-49D71FB8B2E8}"/>
              </a:ext>
            </a:extLst>
          </p:cNvPr>
          <p:cNvSpPr>
            <a:spLocks noChangeAspect="1"/>
          </p:cNvSpPr>
          <p:nvPr/>
        </p:nvSpPr>
        <p:spPr>
          <a:xfrm>
            <a:off x="2046338" y="1203468"/>
            <a:ext cx="731520" cy="732870"/>
          </a:xfrm>
          <a:prstGeom prst="rect">
            <a:avLst/>
          </a:prstGeom>
          <a:solidFill>
            <a:srgbClr val="CCA1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204/161/221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37F711-6AD7-0F1A-C51D-42CAE1722B20}"/>
              </a:ext>
            </a:extLst>
          </p:cNvPr>
          <p:cNvSpPr>
            <a:spLocks noChangeAspect="1"/>
          </p:cNvSpPr>
          <p:nvPr/>
        </p:nvSpPr>
        <p:spPr>
          <a:xfrm>
            <a:off x="2936157" y="1203468"/>
            <a:ext cx="731520" cy="732870"/>
          </a:xfrm>
          <a:prstGeom prst="rect">
            <a:avLst/>
          </a:prstGeom>
          <a:solidFill>
            <a:srgbClr val="1728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23/40/82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34DADA-601B-AD48-0987-BC5F8B28F47D}"/>
              </a:ext>
            </a:extLst>
          </p:cNvPr>
          <p:cNvSpPr>
            <a:spLocks noChangeAspect="1"/>
          </p:cNvSpPr>
          <p:nvPr/>
        </p:nvSpPr>
        <p:spPr>
          <a:xfrm>
            <a:off x="1156519" y="2043022"/>
            <a:ext cx="731520" cy="732870"/>
          </a:xfrm>
          <a:prstGeom prst="rect">
            <a:avLst/>
          </a:prstGeom>
          <a:solidFill>
            <a:srgbClr val="A11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168/21/109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7C821F-AF7B-C9A5-3FE3-C69515587A9F}"/>
              </a:ext>
            </a:extLst>
          </p:cNvPr>
          <p:cNvSpPr>
            <a:spLocks noChangeAspect="1"/>
          </p:cNvSpPr>
          <p:nvPr/>
        </p:nvSpPr>
        <p:spPr>
          <a:xfrm>
            <a:off x="2046338" y="2055188"/>
            <a:ext cx="731520" cy="732870"/>
          </a:xfrm>
          <a:prstGeom prst="rect">
            <a:avLst/>
          </a:prstGeom>
          <a:solidFill>
            <a:srgbClr val="71B4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113/180/190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996310-7EF8-ABD5-B123-68D5D4FB4929}"/>
              </a:ext>
            </a:extLst>
          </p:cNvPr>
          <p:cNvSpPr>
            <a:spLocks noChangeAspect="1"/>
          </p:cNvSpPr>
          <p:nvPr/>
        </p:nvSpPr>
        <p:spPr>
          <a:xfrm>
            <a:off x="2936157" y="2055188"/>
            <a:ext cx="731520" cy="732870"/>
          </a:xfrm>
          <a:prstGeom prst="rect">
            <a:avLst/>
          </a:prstGeom>
          <a:solidFill>
            <a:srgbClr val="DCEE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220/238/244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B65B13-D67A-9F8D-2759-6B7EEE004B62}"/>
              </a:ext>
            </a:extLst>
          </p:cNvPr>
          <p:cNvSpPr>
            <a:spLocks noChangeAspect="1"/>
          </p:cNvSpPr>
          <p:nvPr/>
        </p:nvSpPr>
        <p:spPr>
          <a:xfrm>
            <a:off x="266700" y="3229130"/>
            <a:ext cx="731520" cy="73287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224/224/224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8E25B2-323D-9CF1-7B06-D0310F958DB2}"/>
              </a:ext>
            </a:extLst>
          </p:cNvPr>
          <p:cNvSpPr>
            <a:spLocks noChangeAspect="1"/>
          </p:cNvSpPr>
          <p:nvPr/>
        </p:nvSpPr>
        <p:spPr>
          <a:xfrm>
            <a:off x="1156519" y="3229130"/>
            <a:ext cx="731520" cy="732870"/>
          </a:xfrm>
          <a:prstGeom prst="rect">
            <a:avLst/>
          </a:prstGeom>
          <a:solidFill>
            <a:srgbClr val="5457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84/87/94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7F59813B-A413-1230-15AE-4CFF73A39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27833" y="4871630"/>
            <a:ext cx="5088334" cy="138486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0883676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0E02B-C5B8-A0A2-D5C4-AA8894097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826C40-52F4-514E-1328-841C4E987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0887" y="2154662"/>
            <a:ext cx="4302226" cy="834175"/>
          </a:xfrm>
        </p:spPr>
        <p:txBody>
          <a:bodyPr/>
          <a:lstStyle/>
          <a:p>
            <a:r>
              <a:rPr lang="en-US" sz="6000" dirty="0"/>
              <a:t>Thank You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C238918-415E-65C5-2DDF-C70BAFD99D94}"/>
              </a:ext>
            </a:extLst>
          </p:cNvPr>
          <p:cNvSpPr txBox="1">
            <a:spLocks/>
          </p:cNvSpPr>
          <p:nvPr/>
        </p:nvSpPr>
        <p:spPr>
          <a:xfrm>
            <a:off x="2027833" y="4817427"/>
            <a:ext cx="5088334" cy="13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dirty="0">
                <a:solidFill>
                  <a:srgbClr val="172852"/>
                </a:solidFill>
                <a:latin typeface="Calibri"/>
                <a:ea typeface="Calibri"/>
                <a:cs typeface="Calibri"/>
              </a:rPr>
              <a:t>Confidential.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85963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aramyst Palette">
      <a:dk1>
        <a:srgbClr val="151F3B"/>
      </a:dk1>
      <a:lt1>
        <a:srgbClr val="FEFFFF"/>
      </a:lt1>
      <a:dk2>
        <a:srgbClr val="171F3B"/>
      </a:dk2>
      <a:lt2>
        <a:srgbClr val="E8E8E8"/>
      </a:lt2>
      <a:accent1>
        <a:srgbClr val="23A7D1"/>
      </a:accent1>
      <a:accent2>
        <a:srgbClr val="CE267F"/>
      </a:accent2>
      <a:accent3>
        <a:srgbClr val="C09BBB"/>
      </a:accent3>
      <a:accent4>
        <a:srgbClr val="171F3B"/>
      </a:accent4>
      <a:accent5>
        <a:srgbClr val="1F6EA0"/>
      </a:accent5>
      <a:accent6>
        <a:srgbClr val="71ACB1"/>
      </a:accent6>
      <a:hlink>
        <a:srgbClr val="156182"/>
      </a:hlink>
      <a:folHlink>
        <a:srgbClr val="F80095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0fed53-b755-4156-bafe-b92ffe71587a">
      <Terms xmlns="http://schemas.microsoft.com/office/infopath/2007/PartnerControls"/>
    </lcf76f155ced4ddcb4097134ff3c332f>
    <TaxCatchAll xmlns="d3ab5a9c-6755-4919-b053-316bbe46eaa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973DF4C5BFE845A81ABE343B654654" ma:contentTypeVersion="13" ma:contentTypeDescription="Create a new document." ma:contentTypeScope="" ma:versionID="c56e894bd799998d31cb146372f83372">
  <xsd:schema xmlns:xsd="http://www.w3.org/2001/XMLSchema" xmlns:xs="http://www.w3.org/2001/XMLSchema" xmlns:p="http://schemas.microsoft.com/office/2006/metadata/properties" xmlns:ns2="4d0fed53-b755-4156-bafe-b92ffe71587a" xmlns:ns3="d3ab5a9c-6755-4919-b053-316bbe46eaa3" targetNamespace="http://schemas.microsoft.com/office/2006/metadata/properties" ma:root="true" ma:fieldsID="9dbc62884aad5a0bdb0bc1faf45debb3" ns2:_="" ns3:_="">
    <xsd:import namespace="4d0fed53-b755-4156-bafe-b92ffe71587a"/>
    <xsd:import namespace="d3ab5a9c-6755-4919-b053-316bbe46eaa3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0fed53-b755-4156-bafe-b92ffe71587a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f2af4010-5c2f-430e-9a89-2381fc4d54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ab5a9c-6755-4919-b053-316bbe46eaa3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599367e-d805-4135-9b10-caf00670b75b}" ma:internalName="TaxCatchAll" ma:showField="CatchAllData" ma:web="d3ab5a9c-6755-4919-b053-316bbe46eaa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292BCB-21BD-4E6D-8B29-5908CEB9F9EE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4d0fed53-b755-4156-bafe-b92ffe71587a"/>
    <ds:schemaRef ds:uri="http://purl.org/dc/terms/"/>
    <ds:schemaRef ds:uri="http://schemas.microsoft.com/office/infopath/2007/PartnerControls"/>
    <ds:schemaRef ds:uri="d3ab5a9c-6755-4919-b053-316bbe46eaa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232AA22-7642-47EB-9821-7873AD01BE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0fed53-b755-4156-bafe-b92ffe71587a"/>
    <ds:schemaRef ds:uri="d3ab5a9c-6755-4919-b053-316bbe46eaa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CFBA306-A956-431E-A2FB-DCA1445F376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11949</TotalTime>
  <Words>369</Words>
  <Application>Microsoft Macintosh PowerPoint</Application>
  <PresentationFormat>On-screen Show (16:9)</PresentationFormat>
  <Paragraphs>180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ＭＳ Ｐゴシック</vt:lpstr>
      <vt:lpstr>AppleSymbols</vt:lpstr>
      <vt:lpstr>Arial</vt:lpstr>
      <vt:lpstr>Calibri</vt:lpstr>
      <vt:lpstr>Corbel</vt:lpstr>
      <vt:lpstr>Helvetica</vt:lpstr>
      <vt:lpstr>LucidaGrande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Unbranded Title</vt:lpstr>
      <vt:lpstr>Title</vt:lpstr>
      <vt:lpstr>Title</vt:lpstr>
      <vt:lpstr>Title</vt:lpstr>
      <vt:lpstr>Title</vt:lpstr>
      <vt:lpstr>Title</vt:lpstr>
      <vt:lpstr>Title</vt:lpstr>
      <vt:lpstr>Title</vt:lpstr>
      <vt:lpstr>PowerPoint Presentation</vt:lpstr>
      <vt:lpstr>PowerPoint Presentation</vt:lpstr>
      <vt:lpstr>Title</vt:lpstr>
      <vt:lpstr>Laptop Layout</vt:lpstr>
      <vt:lpstr>iPad Layout</vt:lpstr>
      <vt:lpstr>iPhone Layout</vt:lpstr>
      <vt:lpstr>Monitor Layout</vt:lpstr>
      <vt:lpstr>Image Layout</vt:lpstr>
      <vt:lpstr>Table</vt:lpstr>
      <vt:lpstr>Pie Chart</vt:lpstr>
      <vt:lpstr>Bar Chart</vt:lpstr>
      <vt:lpstr>Title</vt:lpstr>
      <vt:lpstr>Quote</vt:lpstr>
      <vt:lpstr>Cut and paste content</vt:lpstr>
      <vt:lpstr>Color palette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Therese Jones</dc:creator>
  <cp:lastModifiedBy>Sarah Rew</cp:lastModifiedBy>
  <cp:revision>8</cp:revision>
  <dcterms:created xsi:type="dcterms:W3CDTF">2025-02-11T16:45:47Z</dcterms:created>
  <dcterms:modified xsi:type="dcterms:W3CDTF">2025-12-22T21:20:38Z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0x010100F8973DF4C5BFE845A81ABE343B654654</vt:lpwstr>
  </property>
  <property fmtid="{D5CDD505-2E9C-101B-9397-08002B2CF9AE}" pid="3" name="MediaServiceImageTags">
    <vt:lpwstr/>
  </property>
</Properties>
</file>