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media/image14.svg" ContentType="image/svg+xml"/>
  <Override PartName="/ppt/media/image18.svg" ContentType="image/svg+xml"/>
  <Override PartName="/ppt/media/image20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4608" r:id="rId4"/>
  </p:sldMasterIdLst>
  <p:notesMasterIdLst>
    <p:notesMasterId r:id="rId36"/>
  </p:notesMasterIdLst>
  <p:handoutMasterIdLst>
    <p:handoutMasterId r:id="rId37"/>
  </p:handoutMasterIdLst>
  <p:sldIdLst>
    <p:sldId id="256" r:id="rId13"/>
    <p:sldId id="257" r:id="rId14"/>
    <p:sldId id="258" r:id="rId15"/>
    <p:sldId id="259" r:id="rId16"/>
  </p:sldIdLst>
  <p:sldSz cx="9144000" cy="5143500" type="screen16x9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92" userDrawn="1">
          <p15:clr>
            <a:srgbClr val="A4A3A4"/>
          </p15:clr>
        </p15:guide>
        <p15:guide id="2" orient="horz" pos="684" userDrawn="1">
          <p15:clr>
            <a:srgbClr val="A4A3A4"/>
          </p15:clr>
        </p15:guide>
        <p15:guide id="3" orient="horz" pos="468" userDrawn="1">
          <p15:clr>
            <a:srgbClr val="A4A3A4"/>
          </p15:clr>
        </p15:guide>
        <p15:guide id="4" pos="3288" userDrawn="1">
          <p15:clr>
            <a:srgbClr val="A4A3A4"/>
          </p15:clr>
        </p15:guide>
        <p15:guide id="5" pos="336" userDrawn="1">
          <p15:clr>
            <a:srgbClr val="A4A3A4"/>
          </p15:clr>
        </p15:guide>
        <p15:guide id="6" pos="576">
          <p15:clr>
            <a:srgbClr val="A4A3A4"/>
          </p15:clr>
        </p15:guide>
        <p15:guide id="7" pos="5587">
          <p15:clr>
            <a:srgbClr val="A4A3A4"/>
          </p15:clr>
        </p15:guide>
        <p15:guide id="8" pos="1613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1D93"/>
    <a:srgbClr val="00B2E3"/>
    <a:srgbClr val="CCA1DD"/>
    <a:srgbClr val="71B4BE"/>
    <a:srgbClr val="DCEEF4"/>
    <a:srgbClr val="54575E"/>
    <a:srgbClr val="E0E0E0"/>
    <a:srgbClr val="172852"/>
    <a:srgbClr val="0D7AB5"/>
    <a:srgbClr val="1128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9D1C91-A877-4F4F-A70D-590D2E773C92}" v="42" dt="2025-12-22T21:20:32.942"/>
  </p1510:revLst>
</p1510:revInfo>
</file>

<file path=ppt/tableStyles.xml><?xml version="1.0" encoding="utf-8"?>
<a:tblStyleLst xmlns:a="http://schemas.openxmlformats.org/drawingml/2006/main" def="{0660B408-B3CF-4A94-85FC-2B1E0A45F4A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70" autoAdjust="0"/>
    <p:restoredTop sz="96190" autoAdjust="0"/>
  </p:normalViewPr>
  <p:slideViewPr>
    <p:cSldViewPr snapToGrid="0">
      <p:cViewPr varScale="1">
        <p:scale>
          <a:sx n="162" d="100"/>
          <a:sy n="162" d="100"/>
        </p:scale>
        <p:origin x="200" y="352"/>
      </p:cViewPr>
      <p:guideLst>
        <p:guide orient="horz" pos="1692"/>
        <p:guide orient="horz" pos="684"/>
        <p:guide orient="horz" pos="468"/>
        <p:guide pos="3288"/>
        <p:guide pos="336"/>
        <p:guide pos="576"/>
        <p:guide pos="5587"/>
        <p:guide pos="161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7872" y="3128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36" Type="http://schemas.openxmlformats.org/officeDocument/2006/relationships/notesMaster" Target="notesMasters/notesMaster1.xml"/><Relationship Id="rId37" Type="http://schemas.openxmlformats.org/officeDocument/2006/relationships/handoutMaster" Target="handoutMasters/handout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Relationship Id="rId42" Type="http://schemas.microsoft.com/office/2016/11/relationships/changesInfo" Target="changesInfos/changesInfo1.xml"/><Relationship Id="rId4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h Rew" userId="f1a7a44c-7b29-425e-bf99-c5262f8cc243" providerId="ADAL" clId="{FE92FA83-C5AF-5FC8-9F2D-EF9A07F1B805}"/>
    <pc:docChg chg="undo redo custSel modSld modMainMaster">
      <pc:chgData name="Sarah Rew" userId="f1a7a44c-7b29-425e-bf99-c5262f8cc243" providerId="ADAL" clId="{FE92FA83-C5AF-5FC8-9F2D-EF9A07F1B805}" dt="2025-12-22T21:20:32.942" v="1236"/>
      <pc:docMkLst>
        <pc:docMk/>
      </pc:docMkLst>
      <pc:sldChg chg="modSp mod">
        <pc:chgData name="Sarah Rew" userId="f1a7a44c-7b29-425e-bf99-c5262f8cc243" providerId="ADAL" clId="{FE92FA83-C5AF-5FC8-9F2D-EF9A07F1B805}" dt="2025-12-22T20:51:50.229" v="211" actId="207"/>
        <pc:sldMkLst>
          <pc:docMk/>
          <pc:sldMk cId="1845683061" sldId="257"/>
        </pc:sldMkLst>
        <pc:spChg chg="mod">
          <ac:chgData name="Sarah Rew" userId="f1a7a44c-7b29-425e-bf99-c5262f8cc243" providerId="ADAL" clId="{FE92FA83-C5AF-5FC8-9F2D-EF9A07F1B805}" dt="2025-12-22T20:51:50.229" v="211" actId="207"/>
          <ac:spMkLst>
            <pc:docMk/>
            <pc:sldMk cId="1845683061" sldId="257"/>
            <ac:spMk id="10" creationId="{5794EF33-5557-2D4D-A33E-CD45D64B9186}"/>
          </ac:spMkLst>
        </pc:spChg>
        <pc:spChg chg="mod">
          <ac:chgData name="Sarah Rew" userId="f1a7a44c-7b29-425e-bf99-c5262f8cc243" providerId="ADAL" clId="{FE92FA83-C5AF-5FC8-9F2D-EF9A07F1B805}" dt="2025-12-22T20:51:50.229" v="211" actId="207"/>
          <ac:spMkLst>
            <pc:docMk/>
            <pc:sldMk cId="1845683061" sldId="257"/>
            <ac:spMk id="12" creationId="{198EEF6C-561F-4940-8303-D10E9A0C4365}"/>
          </ac:spMkLst>
        </pc:spChg>
      </pc:sldChg>
      <pc:sldChg chg="modSp mod">
        <pc:chgData name="Sarah Rew" userId="f1a7a44c-7b29-425e-bf99-c5262f8cc243" providerId="ADAL" clId="{FE92FA83-C5AF-5FC8-9F2D-EF9A07F1B805}" dt="2025-12-22T20:51:54.628" v="212" actId="207"/>
        <pc:sldMkLst>
          <pc:docMk/>
          <pc:sldMk cId="794073946" sldId="258"/>
        </pc:sldMkLst>
        <pc:spChg chg="mod">
          <ac:chgData name="Sarah Rew" userId="f1a7a44c-7b29-425e-bf99-c5262f8cc243" providerId="ADAL" clId="{FE92FA83-C5AF-5FC8-9F2D-EF9A07F1B805}" dt="2025-12-22T20:51:54.628" v="212" actId="207"/>
          <ac:spMkLst>
            <pc:docMk/>
            <pc:sldMk cId="794073946" sldId="258"/>
            <ac:spMk id="7" creationId="{63D494F3-FE28-A24C-A079-0052AE21D1D8}"/>
          </ac:spMkLst>
        </pc:spChg>
        <pc:spChg chg="mod">
          <ac:chgData name="Sarah Rew" userId="f1a7a44c-7b29-425e-bf99-c5262f8cc243" providerId="ADAL" clId="{FE92FA83-C5AF-5FC8-9F2D-EF9A07F1B805}" dt="2025-12-22T20:51:54.628" v="212" actId="207"/>
          <ac:spMkLst>
            <pc:docMk/>
            <pc:sldMk cId="794073946" sldId="258"/>
            <ac:spMk id="8" creationId="{6655B7CA-2F8F-3D4E-8E0D-E11C295EB973}"/>
          </ac:spMkLst>
        </pc:spChg>
        <pc:spChg chg="mod">
          <ac:chgData name="Sarah Rew" userId="f1a7a44c-7b29-425e-bf99-c5262f8cc243" providerId="ADAL" clId="{FE92FA83-C5AF-5FC8-9F2D-EF9A07F1B805}" dt="2025-12-22T20:51:54.628" v="212" actId="207"/>
          <ac:spMkLst>
            <pc:docMk/>
            <pc:sldMk cId="794073946" sldId="258"/>
            <ac:spMk id="10" creationId="{0D4732C5-B2FA-4D43-BB9C-13809B599CF5}"/>
          </ac:spMkLst>
        </pc:spChg>
      </pc:sldChg>
      <pc:sldChg chg="modSp mod">
        <pc:chgData name="Sarah Rew" userId="f1a7a44c-7b29-425e-bf99-c5262f8cc243" providerId="ADAL" clId="{FE92FA83-C5AF-5FC8-9F2D-EF9A07F1B805}" dt="2025-12-22T20:52:11.692" v="216" actId="207"/>
        <pc:sldMkLst>
          <pc:docMk/>
          <pc:sldMk cId="197703317" sldId="259"/>
        </pc:sldMkLst>
        <pc:spChg chg="mod">
          <ac:chgData name="Sarah Rew" userId="f1a7a44c-7b29-425e-bf99-c5262f8cc243" providerId="ADAL" clId="{FE92FA83-C5AF-5FC8-9F2D-EF9A07F1B805}" dt="2025-12-22T20:52:11.692" v="216" actId="207"/>
          <ac:spMkLst>
            <pc:docMk/>
            <pc:sldMk cId="197703317" sldId="259"/>
            <ac:spMk id="8" creationId="{E5DBE786-9CD8-8647-8ED7-08B835FD3918}"/>
          </ac:spMkLst>
        </pc:spChg>
        <pc:spChg chg="mod">
          <ac:chgData name="Sarah Rew" userId="f1a7a44c-7b29-425e-bf99-c5262f8cc243" providerId="ADAL" clId="{FE92FA83-C5AF-5FC8-9F2D-EF9A07F1B805}" dt="2025-12-22T20:52:11.692" v="216" actId="207"/>
          <ac:spMkLst>
            <pc:docMk/>
            <pc:sldMk cId="197703317" sldId="259"/>
            <ac:spMk id="9" creationId="{3F4C7F2D-062E-3D40-BD20-797842A04CE2}"/>
          </ac:spMkLst>
        </pc:spChg>
        <pc:spChg chg="mod">
          <ac:chgData name="Sarah Rew" userId="f1a7a44c-7b29-425e-bf99-c5262f8cc243" providerId="ADAL" clId="{FE92FA83-C5AF-5FC8-9F2D-EF9A07F1B805}" dt="2025-12-22T20:52:11.692" v="216" actId="207"/>
          <ac:spMkLst>
            <pc:docMk/>
            <pc:sldMk cId="197703317" sldId="259"/>
            <ac:spMk id="11" creationId="{977CC7D1-DD9C-E34A-8683-4D0CFBB44ED6}"/>
          </ac:spMkLst>
        </pc:spChg>
        <pc:spChg chg="mod">
          <ac:chgData name="Sarah Rew" userId="f1a7a44c-7b29-425e-bf99-c5262f8cc243" providerId="ADAL" clId="{FE92FA83-C5AF-5FC8-9F2D-EF9A07F1B805}" dt="2025-12-22T20:52:11.692" v="216" actId="207"/>
          <ac:spMkLst>
            <pc:docMk/>
            <pc:sldMk cId="197703317" sldId="259"/>
            <ac:spMk id="12" creationId="{7B10961E-90AC-3C44-AF02-FD681DDB0A79}"/>
          </ac:spMkLst>
        </pc:spChg>
      </pc:sldChg>
      <pc:sldChg chg="addSp delSp modSp mod">
        <pc:chgData name="Sarah Rew" userId="f1a7a44c-7b29-425e-bf99-c5262f8cc243" providerId="ADAL" clId="{FE92FA83-C5AF-5FC8-9F2D-EF9A07F1B805}" dt="2025-12-22T21:12:48.700" v="1147" actId="207"/>
        <pc:sldMkLst>
          <pc:docMk/>
          <pc:sldMk cId="3780769168" sldId="261"/>
        </pc:sldMkLst>
        <pc:spChg chg="add del mod">
          <ac:chgData name="Sarah Rew" userId="f1a7a44c-7b29-425e-bf99-c5262f8cc243" providerId="ADAL" clId="{FE92FA83-C5AF-5FC8-9F2D-EF9A07F1B805}" dt="2025-12-22T21:12:42.374" v="1145" actId="478"/>
          <ac:spMkLst>
            <pc:docMk/>
            <pc:sldMk cId="3780769168" sldId="261"/>
            <ac:spMk id="2" creationId="{8D0994DB-7D93-5A79-5AAF-194714CB08AB}"/>
          </ac:spMkLst>
        </pc:spChg>
        <pc:spChg chg="mod">
          <ac:chgData name="Sarah Rew" userId="f1a7a44c-7b29-425e-bf99-c5262f8cc243" providerId="ADAL" clId="{FE92FA83-C5AF-5FC8-9F2D-EF9A07F1B805}" dt="2025-12-22T21:12:48.700" v="1147" actId="207"/>
          <ac:spMkLst>
            <pc:docMk/>
            <pc:sldMk cId="3780769168" sldId="261"/>
            <ac:spMk id="4" creationId="{C64EC1BB-F42B-B346-07D4-C5B1BE7DD793}"/>
          </ac:spMkLst>
        </pc:spChg>
        <pc:spChg chg="mod">
          <ac:chgData name="Sarah Rew" userId="f1a7a44c-7b29-425e-bf99-c5262f8cc243" providerId="ADAL" clId="{FE92FA83-C5AF-5FC8-9F2D-EF9A07F1B805}" dt="2025-12-22T20:52:28.950" v="222" actId="207"/>
          <ac:spMkLst>
            <pc:docMk/>
            <pc:sldMk cId="3780769168" sldId="261"/>
            <ac:spMk id="8" creationId="{78114AAD-FE6B-EF45-B4B1-C3D6082963E7}"/>
          </ac:spMkLst>
        </pc:spChg>
      </pc:sldChg>
      <pc:sldChg chg="modSp mod">
        <pc:chgData name="Sarah Rew" userId="f1a7a44c-7b29-425e-bf99-c5262f8cc243" providerId="ADAL" clId="{FE92FA83-C5AF-5FC8-9F2D-EF9A07F1B805}" dt="2025-12-22T21:13:49.466" v="1155" actId="207"/>
        <pc:sldMkLst>
          <pc:docMk/>
          <pc:sldMk cId="4055512987" sldId="271"/>
        </pc:sldMkLst>
        <pc:spChg chg="mod">
          <ac:chgData name="Sarah Rew" userId="f1a7a44c-7b29-425e-bf99-c5262f8cc243" providerId="ADAL" clId="{FE92FA83-C5AF-5FC8-9F2D-EF9A07F1B805}" dt="2025-12-22T20:53:29.622" v="237" actId="207"/>
          <ac:spMkLst>
            <pc:docMk/>
            <pc:sldMk cId="4055512987" sldId="271"/>
            <ac:spMk id="2" creationId="{86B70C3A-61B0-6041-8E08-A5E0983397A3}"/>
          </ac:spMkLst>
        </pc:spChg>
        <pc:graphicFrameChg chg="modGraphic">
          <ac:chgData name="Sarah Rew" userId="f1a7a44c-7b29-425e-bf99-c5262f8cc243" providerId="ADAL" clId="{FE92FA83-C5AF-5FC8-9F2D-EF9A07F1B805}" dt="2025-12-22T21:13:49.466" v="1155" actId="207"/>
          <ac:graphicFrameMkLst>
            <pc:docMk/>
            <pc:sldMk cId="4055512987" sldId="271"/>
            <ac:graphicFrameMk id="9" creationId="{E064321D-848E-964F-813B-D824BE3E8F63}"/>
          </ac:graphicFrameMkLst>
        </pc:graphicFrameChg>
      </pc:sldChg>
      <pc:sldChg chg="modSp mod">
        <pc:chgData name="Sarah Rew" userId="f1a7a44c-7b29-425e-bf99-c5262f8cc243" providerId="ADAL" clId="{FE92FA83-C5AF-5FC8-9F2D-EF9A07F1B805}" dt="2025-12-22T21:16:36.413" v="1177"/>
        <pc:sldMkLst>
          <pc:docMk/>
          <pc:sldMk cId="2995600358" sldId="274"/>
        </pc:sldMkLst>
        <pc:spChg chg="mod">
          <ac:chgData name="Sarah Rew" userId="f1a7a44c-7b29-425e-bf99-c5262f8cc243" providerId="ADAL" clId="{FE92FA83-C5AF-5FC8-9F2D-EF9A07F1B805}" dt="2025-12-22T20:53:36.891" v="239" actId="207"/>
          <ac:spMkLst>
            <pc:docMk/>
            <pc:sldMk cId="2995600358" sldId="274"/>
            <ac:spMk id="5" creationId="{FE109A79-E49C-8341-0259-E7F43BFE47B7}"/>
          </ac:spMkLst>
        </pc:spChg>
        <pc:spChg chg="mod">
          <ac:chgData name="Sarah Rew" userId="f1a7a44c-7b29-425e-bf99-c5262f8cc243" providerId="ADAL" clId="{FE92FA83-C5AF-5FC8-9F2D-EF9A07F1B805}" dt="2025-12-22T20:53:34.617" v="238" actId="207"/>
          <ac:spMkLst>
            <pc:docMk/>
            <pc:sldMk cId="2995600358" sldId="274"/>
            <ac:spMk id="12" creationId="{198EEF6C-561F-4940-8303-D10E9A0C4365}"/>
          </ac:spMkLst>
        </pc:spChg>
        <pc:graphicFrameChg chg="mod">
          <ac:chgData name="Sarah Rew" userId="f1a7a44c-7b29-425e-bf99-c5262f8cc243" providerId="ADAL" clId="{FE92FA83-C5AF-5FC8-9F2D-EF9A07F1B805}" dt="2025-12-22T21:16:36.413" v="1177"/>
          <ac:graphicFrameMkLst>
            <pc:docMk/>
            <pc:sldMk cId="2995600358" sldId="274"/>
            <ac:graphicFrameMk id="2" creationId="{E0CBB04C-37C8-EA4F-8E4C-2A624BE2A116}"/>
          </ac:graphicFrameMkLst>
        </pc:graphicFrameChg>
      </pc:sldChg>
      <pc:sldChg chg="addSp delSp modSp mod">
        <pc:chgData name="Sarah Rew" userId="f1a7a44c-7b29-425e-bf99-c5262f8cc243" providerId="ADAL" clId="{FE92FA83-C5AF-5FC8-9F2D-EF9A07F1B805}" dt="2025-12-22T21:17:51.549" v="1200"/>
        <pc:sldMkLst>
          <pc:docMk/>
          <pc:sldMk cId="2942317622" sldId="275"/>
        </pc:sldMkLst>
        <pc:spChg chg="mod">
          <ac:chgData name="Sarah Rew" userId="f1a7a44c-7b29-425e-bf99-c5262f8cc243" providerId="ADAL" clId="{FE92FA83-C5AF-5FC8-9F2D-EF9A07F1B805}" dt="2025-12-22T20:50:16.549" v="198" actId="207"/>
          <ac:spMkLst>
            <pc:docMk/>
            <pc:sldMk cId="2942317622" sldId="275"/>
            <ac:spMk id="6" creationId="{76421390-5EBA-EC60-424B-BBFC7D232CD3}"/>
          </ac:spMkLst>
        </pc:spChg>
        <pc:spChg chg="mod">
          <ac:chgData name="Sarah Rew" userId="f1a7a44c-7b29-425e-bf99-c5262f8cc243" providerId="ADAL" clId="{FE92FA83-C5AF-5FC8-9F2D-EF9A07F1B805}" dt="2025-12-22T20:50:21.786" v="200" actId="207"/>
          <ac:spMkLst>
            <pc:docMk/>
            <pc:sldMk cId="2942317622" sldId="275"/>
            <ac:spMk id="7" creationId="{FB694CED-721E-DE4C-ABAE-D6906D959A6B}"/>
          </ac:spMkLst>
        </pc:spChg>
        <pc:spChg chg="mod">
          <ac:chgData name="Sarah Rew" userId="f1a7a44c-7b29-425e-bf99-c5262f8cc243" providerId="ADAL" clId="{FE92FA83-C5AF-5FC8-9F2D-EF9A07F1B805}" dt="2025-12-22T21:14:13.879" v="1157" actId="207"/>
          <ac:spMkLst>
            <pc:docMk/>
            <pc:sldMk cId="2942317622" sldId="275"/>
            <ac:spMk id="11" creationId="{8CC9A397-B8B4-EF4D-A2FC-CDA66027D76B}"/>
          </ac:spMkLst>
        </pc:spChg>
        <pc:spChg chg="mod">
          <ac:chgData name="Sarah Rew" userId="f1a7a44c-7b29-425e-bf99-c5262f8cc243" providerId="ADAL" clId="{FE92FA83-C5AF-5FC8-9F2D-EF9A07F1B805}" dt="2025-12-22T21:14:20.938" v="1158" actId="207"/>
          <ac:spMkLst>
            <pc:docMk/>
            <pc:sldMk cId="2942317622" sldId="275"/>
            <ac:spMk id="12" creationId="{5C0A9F81-DE81-C34C-984F-B913839FA1DF}"/>
          </ac:spMkLst>
        </pc:spChg>
        <pc:spChg chg="mod">
          <ac:chgData name="Sarah Rew" userId="f1a7a44c-7b29-425e-bf99-c5262f8cc243" providerId="ADAL" clId="{FE92FA83-C5AF-5FC8-9F2D-EF9A07F1B805}" dt="2025-12-22T21:14:02.871" v="1156" actId="207"/>
          <ac:spMkLst>
            <pc:docMk/>
            <pc:sldMk cId="2942317622" sldId="275"/>
            <ac:spMk id="13" creationId="{36566353-363C-084A-B61C-77721873F504}"/>
          </ac:spMkLst>
        </pc:spChg>
        <pc:spChg chg="add del mod">
          <ac:chgData name="Sarah Rew" userId="f1a7a44c-7b29-425e-bf99-c5262f8cc243" providerId="ADAL" clId="{FE92FA83-C5AF-5FC8-9F2D-EF9A07F1B805}" dt="2025-12-22T20:50:17.709" v="199" actId="478"/>
          <ac:spMkLst>
            <pc:docMk/>
            <pc:sldMk cId="2942317622" sldId="275"/>
            <ac:spMk id="18" creationId="{A3C94E15-858E-2DCE-61E5-0E32C2D71601}"/>
          </ac:spMkLst>
        </pc:spChg>
        <pc:spChg chg="add del mod">
          <ac:chgData name="Sarah Rew" userId="f1a7a44c-7b29-425e-bf99-c5262f8cc243" providerId="ADAL" clId="{FE92FA83-C5AF-5FC8-9F2D-EF9A07F1B805}" dt="2025-12-22T21:17:51.549" v="1200"/>
          <ac:spMkLst>
            <pc:docMk/>
            <pc:sldMk cId="2942317622" sldId="275"/>
            <ac:spMk id="19" creationId="{B8FCB8C6-10C9-5D84-DF60-7D705E01873E}"/>
          </ac:spMkLst>
        </pc:spChg>
        <pc:spChg chg="mod">
          <ac:chgData name="Sarah Rew" userId="f1a7a44c-7b29-425e-bf99-c5262f8cc243" providerId="ADAL" clId="{FE92FA83-C5AF-5FC8-9F2D-EF9A07F1B805}" dt="2025-12-22T21:17:07.862" v="1181" actId="207"/>
          <ac:spMkLst>
            <pc:docMk/>
            <pc:sldMk cId="2942317622" sldId="275"/>
            <ac:spMk id="31" creationId="{B1F1F7B2-BBC3-5894-3B24-100BE307B44D}"/>
          </ac:spMkLst>
        </pc:spChg>
        <pc:spChg chg="mod">
          <ac:chgData name="Sarah Rew" userId="f1a7a44c-7b29-425e-bf99-c5262f8cc243" providerId="ADAL" clId="{FE92FA83-C5AF-5FC8-9F2D-EF9A07F1B805}" dt="2025-12-22T21:16:58.788" v="1179" actId="207"/>
          <ac:spMkLst>
            <pc:docMk/>
            <pc:sldMk cId="2942317622" sldId="275"/>
            <ac:spMk id="33" creationId="{DC37CB7E-F96D-E451-3573-1408AFC6A25A}"/>
          </ac:spMkLst>
        </pc:spChg>
        <pc:spChg chg="mod">
          <ac:chgData name="Sarah Rew" userId="f1a7a44c-7b29-425e-bf99-c5262f8cc243" providerId="ADAL" clId="{FE92FA83-C5AF-5FC8-9F2D-EF9A07F1B805}" dt="2025-12-22T21:17:14.354" v="1184" actId="207"/>
          <ac:spMkLst>
            <pc:docMk/>
            <pc:sldMk cId="2942317622" sldId="275"/>
            <ac:spMk id="84" creationId="{D617D0BB-CAF6-1BAB-1CF2-C38A95453AED}"/>
          </ac:spMkLst>
        </pc:spChg>
        <pc:spChg chg="mod">
          <ac:chgData name="Sarah Rew" userId="f1a7a44c-7b29-425e-bf99-c5262f8cc243" providerId="ADAL" clId="{FE92FA83-C5AF-5FC8-9F2D-EF9A07F1B805}" dt="2025-12-22T21:17:20.314" v="1186" actId="207"/>
          <ac:spMkLst>
            <pc:docMk/>
            <pc:sldMk cId="2942317622" sldId="275"/>
            <ac:spMk id="87" creationId="{B17531B8-85B7-241B-2FF8-92938E894264}"/>
          </ac:spMkLst>
        </pc:spChg>
        <pc:spChg chg="mod">
          <ac:chgData name="Sarah Rew" userId="f1a7a44c-7b29-425e-bf99-c5262f8cc243" providerId="ADAL" clId="{FE92FA83-C5AF-5FC8-9F2D-EF9A07F1B805}" dt="2025-12-22T21:17:26.783" v="1188" actId="207"/>
          <ac:spMkLst>
            <pc:docMk/>
            <pc:sldMk cId="2942317622" sldId="275"/>
            <ac:spMk id="90" creationId="{EDBCBC2D-490B-EEDD-EA46-ACB7B38633C0}"/>
          </ac:spMkLst>
        </pc:spChg>
        <pc:spChg chg="mod">
          <ac:chgData name="Sarah Rew" userId="f1a7a44c-7b29-425e-bf99-c5262f8cc243" providerId="ADAL" clId="{FE92FA83-C5AF-5FC8-9F2D-EF9A07F1B805}" dt="2025-12-22T21:17:31.901" v="1191" actId="207"/>
          <ac:spMkLst>
            <pc:docMk/>
            <pc:sldMk cId="2942317622" sldId="275"/>
            <ac:spMk id="93" creationId="{7E0F7334-491B-8EC9-44E2-5D8FFA3876FA}"/>
          </ac:spMkLst>
        </pc:spChg>
        <pc:spChg chg="mod">
          <ac:chgData name="Sarah Rew" userId="f1a7a44c-7b29-425e-bf99-c5262f8cc243" providerId="ADAL" clId="{FE92FA83-C5AF-5FC8-9F2D-EF9A07F1B805}" dt="2025-12-22T21:17:36.918" v="1193" actId="207"/>
          <ac:spMkLst>
            <pc:docMk/>
            <pc:sldMk cId="2942317622" sldId="275"/>
            <ac:spMk id="102" creationId="{0CD6B845-B89A-F6C1-AD1B-69EE025D3540}"/>
          </ac:spMkLst>
        </pc:spChg>
        <pc:spChg chg="mod">
          <ac:chgData name="Sarah Rew" userId="f1a7a44c-7b29-425e-bf99-c5262f8cc243" providerId="ADAL" clId="{FE92FA83-C5AF-5FC8-9F2D-EF9A07F1B805}" dt="2025-12-22T21:17:41.916" v="1195" actId="207"/>
          <ac:spMkLst>
            <pc:docMk/>
            <pc:sldMk cId="2942317622" sldId="275"/>
            <ac:spMk id="115" creationId="{04697DA5-37E2-96B8-E11A-D2FF23D528B6}"/>
          </ac:spMkLst>
        </pc:spChg>
        <pc:picChg chg="mod">
          <ac:chgData name="Sarah Rew" userId="f1a7a44c-7b29-425e-bf99-c5262f8cc243" providerId="ADAL" clId="{FE92FA83-C5AF-5FC8-9F2D-EF9A07F1B805}" dt="2025-12-22T21:17:47.807" v="1197" actId="1076"/>
          <ac:picMkLst>
            <pc:docMk/>
            <pc:sldMk cId="2942317622" sldId="275"/>
            <ac:picMk id="17" creationId="{F1346F95-8ADE-A2D2-FB4D-55EEF0946428}"/>
          </ac:picMkLst>
        </pc:picChg>
      </pc:sldChg>
      <pc:sldChg chg="addSp delSp modSp mod">
        <pc:chgData name="Sarah Rew" userId="f1a7a44c-7b29-425e-bf99-c5262f8cc243" providerId="ADAL" clId="{FE92FA83-C5AF-5FC8-9F2D-EF9A07F1B805}" dt="2025-12-22T20:52:43.271" v="225" actId="207"/>
        <pc:sldMkLst>
          <pc:docMk/>
          <pc:sldMk cId="1113517691" sldId="297"/>
        </pc:sldMkLst>
        <pc:spChg chg="mod">
          <ac:chgData name="Sarah Rew" userId="f1a7a44c-7b29-425e-bf99-c5262f8cc243" providerId="ADAL" clId="{FE92FA83-C5AF-5FC8-9F2D-EF9A07F1B805}" dt="2025-12-22T20:52:43.271" v="225" actId="207"/>
          <ac:spMkLst>
            <pc:docMk/>
            <pc:sldMk cId="1113517691" sldId="297"/>
            <ac:spMk id="7" creationId="{C7CE7FA5-46DD-AA0F-C1CB-1A20E338E25F}"/>
          </ac:spMkLst>
        </pc:spChg>
        <pc:spChg chg="mod">
          <ac:chgData name="Sarah Rew" userId="f1a7a44c-7b29-425e-bf99-c5262f8cc243" providerId="ADAL" clId="{FE92FA83-C5AF-5FC8-9F2D-EF9A07F1B805}" dt="2025-12-22T20:52:43.271" v="225" actId="207"/>
          <ac:spMkLst>
            <pc:docMk/>
            <pc:sldMk cId="1113517691" sldId="297"/>
            <ac:spMk id="13" creationId="{4E639E21-F262-0CBB-FDA1-3C1BDF465A7B}"/>
          </ac:spMkLst>
        </pc:spChg>
        <pc:spChg chg="mod">
          <ac:chgData name="Sarah Rew" userId="f1a7a44c-7b29-425e-bf99-c5262f8cc243" providerId="ADAL" clId="{FE92FA83-C5AF-5FC8-9F2D-EF9A07F1B805}" dt="2025-12-22T20:52:43.271" v="225" actId="207"/>
          <ac:spMkLst>
            <pc:docMk/>
            <pc:sldMk cId="1113517691" sldId="297"/>
            <ac:spMk id="14" creationId="{02BE5E7C-428C-CA87-E037-C00F30763707}"/>
          </ac:spMkLst>
        </pc:spChg>
        <pc:spChg chg="mod">
          <ac:chgData name="Sarah Rew" userId="f1a7a44c-7b29-425e-bf99-c5262f8cc243" providerId="ADAL" clId="{FE92FA83-C5AF-5FC8-9F2D-EF9A07F1B805}" dt="2025-12-22T20:52:43.271" v="225" actId="207"/>
          <ac:spMkLst>
            <pc:docMk/>
            <pc:sldMk cId="1113517691" sldId="297"/>
            <ac:spMk id="15" creationId="{57A66CF5-A2E6-430B-F9DF-2EFEB5E82220}"/>
          </ac:spMkLst>
        </pc:spChg>
        <pc:spChg chg="add mod">
          <ac:chgData name="Sarah Rew" userId="f1a7a44c-7b29-425e-bf99-c5262f8cc243" providerId="ADAL" clId="{FE92FA83-C5AF-5FC8-9F2D-EF9A07F1B805}" dt="2025-12-22T20:41:53.824" v="32" actId="171"/>
          <ac:spMkLst>
            <pc:docMk/>
            <pc:sldMk cId="1113517691" sldId="297"/>
            <ac:spMk id="34" creationId="{A064889F-92D3-09F8-8211-1B5909FC731A}"/>
          </ac:spMkLst>
        </pc:spChg>
        <pc:spChg chg="mod">
          <ac:chgData name="Sarah Rew" userId="f1a7a44c-7b29-425e-bf99-c5262f8cc243" providerId="ADAL" clId="{FE92FA83-C5AF-5FC8-9F2D-EF9A07F1B805}" dt="2025-12-22T20:42:08.112" v="37" actId="571"/>
          <ac:spMkLst>
            <pc:docMk/>
            <pc:sldMk cId="1113517691" sldId="297"/>
            <ac:spMk id="40" creationId="{1AA1ABE4-4A4D-79F1-0282-CB03E9F447FA}"/>
          </ac:spMkLst>
        </pc:spChg>
        <pc:spChg chg="mod">
          <ac:chgData name="Sarah Rew" userId="f1a7a44c-7b29-425e-bf99-c5262f8cc243" providerId="ADAL" clId="{FE92FA83-C5AF-5FC8-9F2D-EF9A07F1B805}" dt="2025-12-22T20:42:16.723" v="40" actId="571"/>
          <ac:spMkLst>
            <pc:docMk/>
            <pc:sldMk cId="1113517691" sldId="297"/>
            <ac:spMk id="43" creationId="{598F76B0-9498-B0F7-3D77-6E04BB2256A6}"/>
          </ac:spMkLst>
        </pc:spChg>
        <pc:spChg chg="mod">
          <ac:chgData name="Sarah Rew" userId="f1a7a44c-7b29-425e-bf99-c5262f8cc243" providerId="ADAL" clId="{FE92FA83-C5AF-5FC8-9F2D-EF9A07F1B805}" dt="2025-12-22T20:42:16.723" v="40" actId="571"/>
          <ac:spMkLst>
            <pc:docMk/>
            <pc:sldMk cId="1113517691" sldId="297"/>
            <ac:spMk id="46" creationId="{B508408C-6A28-C640-D8DC-938E953F5B0C}"/>
          </ac:spMkLst>
        </pc:spChg>
        <pc:grpChg chg="del mod">
          <ac:chgData name="Sarah Rew" userId="f1a7a44c-7b29-425e-bf99-c5262f8cc243" providerId="ADAL" clId="{FE92FA83-C5AF-5FC8-9F2D-EF9A07F1B805}" dt="2025-12-22T20:41:36.810" v="25" actId="478"/>
          <ac:grpSpMkLst>
            <pc:docMk/>
            <pc:sldMk cId="1113517691" sldId="297"/>
            <ac:grpSpMk id="22" creationId="{BF222011-C94B-B86C-7E36-123FDE698643}"/>
          </ac:grpSpMkLst>
        </pc:grpChg>
        <pc:grpChg chg="del">
          <ac:chgData name="Sarah Rew" userId="f1a7a44c-7b29-425e-bf99-c5262f8cc243" providerId="ADAL" clId="{FE92FA83-C5AF-5FC8-9F2D-EF9A07F1B805}" dt="2025-12-22T20:42:03.934" v="34" actId="478"/>
          <ac:grpSpMkLst>
            <pc:docMk/>
            <pc:sldMk cId="1113517691" sldId="297"/>
            <ac:grpSpMk id="23" creationId="{5FBD46DD-5336-EFEE-8BDA-532C3C8398ED}"/>
          </ac:grpSpMkLst>
        </pc:grpChg>
        <pc:grpChg chg="add mod">
          <ac:chgData name="Sarah Rew" userId="f1a7a44c-7b29-425e-bf99-c5262f8cc243" providerId="ADAL" clId="{FE92FA83-C5AF-5FC8-9F2D-EF9A07F1B805}" dt="2025-12-22T20:42:24.037" v="52" actId="1036"/>
          <ac:grpSpMkLst>
            <pc:docMk/>
            <pc:sldMk cId="1113517691" sldId="297"/>
            <ac:grpSpMk id="37" creationId="{A76DF554-4FBB-F0BC-CD42-9DD9BF8838C8}"/>
          </ac:grpSpMkLst>
        </pc:grpChg>
        <pc:grpChg chg="add mod">
          <ac:chgData name="Sarah Rew" userId="f1a7a44c-7b29-425e-bf99-c5262f8cc243" providerId="ADAL" clId="{FE92FA83-C5AF-5FC8-9F2D-EF9A07F1B805}" dt="2025-12-22T20:42:10.400" v="38" actId="1037"/>
          <ac:grpSpMkLst>
            <pc:docMk/>
            <pc:sldMk cId="1113517691" sldId="297"/>
            <ac:grpSpMk id="38" creationId="{849853EB-0CF6-3336-5232-41CC168ACD54}"/>
          </ac:grpSpMkLst>
        </pc:grpChg>
        <pc:grpChg chg="del">
          <ac:chgData name="Sarah Rew" userId="f1a7a44c-7b29-425e-bf99-c5262f8cc243" providerId="ADAL" clId="{FE92FA83-C5AF-5FC8-9F2D-EF9A07F1B805}" dt="2025-12-22T20:42:04.932" v="35" actId="478"/>
          <ac:grpSpMkLst>
            <pc:docMk/>
            <pc:sldMk cId="1113517691" sldId="297"/>
            <ac:grpSpMk id="39" creationId="{F14EAC69-CE63-0381-6AA5-5874B2C44C3C}"/>
          </ac:grpSpMkLst>
        </pc:grpChg>
        <pc:grpChg chg="add mod">
          <ac:chgData name="Sarah Rew" userId="f1a7a44c-7b29-425e-bf99-c5262f8cc243" providerId="ADAL" clId="{FE92FA83-C5AF-5FC8-9F2D-EF9A07F1B805}" dt="2025-12-22T20:42:27.023" v="54" actId="1035"/>
          <ac:grpSpMkLst>
            <pc:docMk/>
            <pc:sldMk cId="1113517691" sldId="297"/>
            <ac:grpSpMk id="42" creationId="{963E44C2-1C30-DC43-B41A-F80A314ABE5A}"/>
          </ac:grpSpMkLst>
        </pc:grpChg>
        <pc:grpChg chg="add mod">
          <ac:chgData name="Sarah Rew" userId="f1a7a44c-7b29-425e-bf99-c5262f8cc243" providerId="ADAL" clId="{FE92FA83-C5AF-5FC8-9F2D-EF9A07F1B805}" dt="2025-12-22T20:42:19.422" v="45" actId="1036"/>
          <ac:grpSpMkLst>
            <pc:docMk/>
            <pc:sldMk cId="1113517691" sldId="297"/>
            <ac:grpSpMk id="45" creationId="{AE4F20F3-B703-3295-CAB4-6D68CA344D0B}"/>
          </ac:grpSpMkLst>
        </pc:grpChg>
        <pc:grpChg chg="del">
          <ac:chgData name="Sarah Rew" userId="f1a7a44c-7b29-425e-bf99-c5262f8cc243" providerId="ADAL" clId="{FE92FA83-C5AF-5FC8-9F2D-EF9A07F1B805}" dt="2025-12-22T20:42:05.439" v="36" actId="478"/>
          <ac:grpSpMkLst>
            <pc:docMk/>
            <pc:sldMk cId="1113517691" sldId="297"/>
            <ac:grpSpMk id="63" creationId="{832D9856-0311-29E9-9BE4-DC954A3684A6}"/>
          </ac:grpSpMkLst>
        </pc:grpChg>
        <pc:picChg chg="add mod">
          <ac:chgData name="Sarah Rew" userId="f1a7a44c-7b29-425e-bf99-c5262f8cc243" providerId="ADAL" clId="{FE92FA83-C5AF-5FC8-9F2D-EF9A07F1B805}" dt="2025-12-22T20:41:26.976" v="23" actId="1037"/>
          <ac:picMkLst>
            <pc:docMk/>
            <pc:sldMk cId="1113517691" sldId="297"/>
            <ac:picMk id="3" creationId="{EEE34751-CA83-E067-953D-CC9DDFD24D55}"/>
          </ac:picMkLst>
        </pc:picChg>
        <pc:picChg chg="mod">
          <ac:chgData name="Sarah Rew" userId="f1a7a44c-7b29-425e-bf99-c5262f8cc243" providerId="ADAL" clId="{FE92FA83-C5AF-5FC8-9F2D-EF9A07F1B805}" dt="2025-12-22T20:42:08.112" v="37" actId="571"/>
          <ac:picMkLst>
            <pc:docMk/>
            <pc:sldMk cId="1113517691" sldId="297"/>
            <ac:picMk id="41" creationId="{ED0EF43F-D031-173D-2A30-476EC09986D1}"/>
          </ac:picMkLst>
        </pc:picChg>
        <pc:picChg chg="mod">
          <ac:chgData name="Sarah Rew" userId="f1a7a44c-7b29-425e-bf99-c5262f8cc243" providerId="ADAL" clId="{FE92FA83-C5AF-5FC8-9F2D-EF9A07F1B805}" dt="2025-12-22T20:42:16.723" v="40" actId="571"/>
          <ac:picMkLst>
            <pc:docMk/>
            <pc:sldMk cId="1113517691" sldId="297"/>
            <ac:picMk id="44" creationId="{8AE65B58-B982-3682-2ECA-A0DCEB7B1628}"/>
          </ac:picMkLst>
        </pc:picChg>
        <pc:picChg chg="mod">
          <ac:chgData name="Sarah Rew" userId="f1a7a44c-7b29-425e-bf99-c5262f8cc243" providerId="ADAL" clId="{FE92FA83-C5AF-5FC8-9F2D-EF9A07F1B805}" dt="2025-12-22T20:42:16.723" v="40" actId="571"/>
          <ac:picMkLst>
            <pc:docMk/>
            <pc:sldMk cId="1113517691" sldId="297"/>
            <ac:picMk id="47" creationId="{F30762DC-9464-2FE2-2FD3-405D1A56FF32}"/>
          </ac:picMkLst>
        </pc:picChg>
      </pc:sldChg>
      <pc:sldChg chg="modSp mod">
        <pc:chgData name="Sarah Rew" userId="f1a7a44c-7b29-425e-bf99-c5262f8cc243" providerId="ADAL" clId="{FE92FA83-C5AF-5FC8-9F2D-EF9A07F1B805}" dt="2025-12-22T21:18:38.452" v="1208" actId="692"/>
        <pc:sldMkLst>
          <pc:docMk/>
          <pc:sldMk cId="4202025492" sldId="298"/>
        </pc:sldMkLst>
        <pc:spChg chg="mod">
          <ac:chgData name="Sarah Rew" userId="f1a7a44c-7b29-425e-bf99-c5262f8cc243" providerId="ADAL" clId="{FE92FA83-C5AF-5FC8-9F2D-EF9A07F1B805}" dt="2025-12-22T21:18:13.070" v="1202" actId="207"/>
          <ac:spMkLst>
            <pc:docMk/>
            <pc:sldMk cId="4202025492" sldId="298"/>
            <ac:spMk id="2" creationId="{35F98E73-6AEA-D5CE-F5AF-8AFFF66B3E68}"/>
          </ac:spMkLst>
        </pc:spChg>
        <pc:spChg chg="mod">
          <ac:chgData name="Sarah Rew" userId="f1a7a44c-7b29-425e-bf99-c5262f8cc243" providerId="ADAL" clId="{FE92FA83-C5AF-5FC8-9F2D-EF9A07F1B805}" dt="2025-12-22T21:18:16.495" v="1203" actId="207"/>
          <ac:spMkLst>
            <pc:docMk/>
            <pc:sldMk cId="4202025492" sldId="298"/>
            <ac:spMk id="5" creationId="{9EAB58C5-C6D2-6CBC-AFBE-ED97F4B09FDF}"/>
          </ac:spMkLst>
        </pc:spChg>
        <pc:spChg chg="mod">
          <ac:chgData name="Sarah Rew" userId="f1a7a44c-7b29-425e-bf99-c5262f8cc243" providerId="ADAL" clId="{FE92FA83-C5AF-5FC8-9F2D-EF9A07F1B805}" dt="2025-12-22T20:52:47.501" v="227" actId="207"/>
          <ac:spMkLst>
            <pc:docMk/>
            <pc:sldMk cId="4202025492" sldId="298"/>
            <ac:spMk id="10" creationId="{CC132D8B-F19C-A7DC-2D82-BE940424D8E3}"/>
          </ac:spMkLst>
        </pc:spChg>
        <pc:spChg chg="mod">
          <ac:chgData name="Sarah Rew" userId="f1a7a44c-7b29-425e-bf99-c5262f8cc243" providerId="ADAL" clId="{FE92FA83-C5AF-5FC8-9F2D-EF9A07F1B805}" dt="2025-12-22T21:18:38.452" v="1208" actId="692"/>
          <ac:spMkLst>
            <pc:docMk/>
            <pc:sldMk cId="4202025492" sldId="298"/>
            <ac:spMk id="14" creationId="{1787F85B-0BF5-9170-5706-0DE5EB90F276}"/>
          </ac:spMkLst>
        </pc:spChg>
        <pc:spChg chg="mod">
          <ac:chgData name="Sarah Rew" userId="f1a7a44c-7b29-425e-bf99-c5262f8cc243" providerId="ADAL" clId="{FE92FA83-C5AF-5FC8-9F2D-EF9A07F1B805}" dt="2025-12-22T21:18:34.866" v="1207" actId="692"/>
          <ac:spMkLst>
            <pc:docMk/>
            <pc:sldMk cId="4202025492" sldId="298"/>
            <ac:spMk id="17" creationId="{798896EF-48B7-5EF8-D9DC-F698173257A7}"/>
          </ac:spMkLst>
        </pc:spChg>
        <pc:graphicFrameChg chg="mod">
          <ac:chgData name="Sarah Rew" userId="f1a7a44c-7b29-425e-bf99-c5262f8cc243" providerId="ADAL" clId="{FE92FA83-C5AF-5FC8-9F2D-EF9A07F1B805}" dt="2025-12-22T21:18:27.531" v="1206"/>
          <ac:graphicFrameMkLst>
            <pc:docMk/>
            <pc:sldMk cId="4202025492" sldId="298"/>
            <ac:graphicFrameMk id="13" creationId="{4294B338-5525-246A-41E0-52C28B2D2002}"/>
          </ac:graphicFrameMkLst>
        </pc:graphicFrameChg>
      </pc:sldChg>
      <pc:sldChg chg="modSp mod">
        <pc:chgData name="Sarah Rew" userId="f1a7a44c-7b29-425e-bf99-c5262f8cc243" providerId="ADAL" clId="{FE92FA83-C5AF-5FC8-9F2D-EF9A07F1B805}" dt="2025-12-22T20:53:01.810" v="228" actId="207"/>
        <pc:sldMkLst>
          <pc:docMk/>
          <pc:sldMk cId="3872973095" sldId="300"/>
        </pc:sldMkLst>
        <pc:spChg chg="mod">
          <ac:chgData name="Sarah Rew" userId="f1a7a44c-7b29-425e-bf99-c5262f8cc243" providerId="ADAL" clId="{FE92FA83-C5AF-5FC8-9F2D-EF9A07F1B805}" dt="2025-12-22T20:53:01.810" v="228" actId="207"/>
          <ac:spMkLst>
            <pc:docMk/>
            <pc:sldMk cId="3872973095" sldId="300"/>
            <ac:spMk id="9" creationId="{B263C9BD-7B42-026B-98E8-D2436734963A}"/>
          </ac:spMkLst>
        </pc:spChg>
      </pc:sldChg>
      <pc:sldChg chg="modSp mod">
        <pc:chgData name="Sarah Rew" userId="f1a7a44c-7b29-425e-bf99-c5262f8cc243" providerId="ADAL" clId="{FE92FA83-C5AF-5FC8-9F2D-EF9A07F1B805}" dt="2025-12-22T20:53:05.037" v="229" actId="207"/>
        <pc:sldMkLst>
          <pc:docMk/>
          <pc:sldMk cId="2066559882" sldId="301"/>
        </pc:sldMkLst>
        <pc:spChg chg="mod">
          <ac:chgData name="Sarah Rew" userId="f1a7a44c-7b29-425e-bf99-c5262f8cc243" providerId="ADAL" clId="{FE92FA83-C5AF-5FC8-9F2D-EF9A07F1B805}" dt="2025-12-22T20:53:05.037" v="229" actId="207"/>
          <ac:spMkLst>
            <pc:docMk/>
            <pc:sldMk cId="2066559882" sldId="301"/>
            <ac:spMk id="19" creationId="{44C2109F-0F65-B6DD-FD0D-E9D7FDC80081}"/>
          </ac:spMkLst>
        </pc:spChg>
      </pc:sldChg>
      <pc:sldChg chg="modSp mod">
        <pc:chgData name="Sarah Rew" userId="f1a7a44c-7b29-425e-bf99-c5262f8cc243" providerId="ADAL" clId="{FE92FA83-C5AF-5FC8-9F2D-EF9A07F1B805}" dt="2025-12-22T20:53:07.562" v="230" actId="207"/>
        <pc:sldMkLst>
          <pc:docMk/>
          <pc:sldMk cId="3250957434" sldId="302"/>
        </pc:sldMkLst>
        <pc:spChg chg="mod">
          <ac:chgData name="Sarah Rew" userId="f1a7a44c-7b29-425e-bf99-c5262f8cc243" providerId="ADAL" clId="{FE92FA83-C5AF-5FC8-9F2D-EF9A07F1B805}" dt="2025-12-22T20:53:07.562" v="230" actId="207"/>
          <ac:spMkLst>
            <pc:docMk/>
            <pc:sldMk cId="3250957434" sldId="302"/>
            <ac:spMk id="12" creationId="{95185488-16E9-EE9F-11BA-F5AF74D78689}"/>
          </ac:spMkLst>
        </pc:spChg>
      </pc:sldChg>
      <pc:sldChg chg="modSp mod">
        <pc:chgData name="Sarah Rew" userId="f1a7a44c-7b29-425e-bf99-c5262f8cc243" providerId="ADAL" clId="{FE92FA83-C5AF-5FC8-9F2D-EF9A07F1B805}" dt="2025-12-22T20:53:11.173" v="231" actId="207"/>
        <pc:sldMkLst>
          <pc:docMk/>
          <pc:sldMk cId="2191381442" sldId="303"/>
        </pc:sldMkLst>
        <pc:spChg chg="mod">
          <ac:chgData name="Sarah Rew" userId="f1a7a44c-7b29-425e-bf99-c5262f8cc243" providerId="ADAL" clId="{FE92FA83-C5AF-5FC8-9F2D-EF9A07F1B805}" dt="2025-12-22T20:53:11.173" v="231" actId="207"/>
          <ac:spMkLst>
            <pc:docMk/>
            <pc:sldMk cId="2191381442" sldId="303"/>
            <ac:spMk id="9" creationId="{054D9D6B-31DB-4805-C79C-050246103639}"/>
          </ac:spMkLst>
        </pc:spChg>
      </pc:sldChg>
      <pc:sldChg chg="addSp delSp modSp mod">
        <pc:chgData name="Sarah Rew" userId="f1a7a44c-7b29-425e-bf99-c5262f8cc243" providerId="ADAL" clId="{FE92FA83-C5AF-5FC8-9F2D-EF9A07F1B805}" dt="2025-12-22T20:53:13.860" v="232" actId="207"/>
        <pc:sldMkLst>
          <pc:docMk/>
          <pc:sldMk cId="2028811335" sldId="304"/>
        </pc:sldMkLst>
        <pc:spChg chg="mod">
          <ac:chgData name="Sarah Rew" userId="f1a7a44c-7b29-425e-bf99-c5262f8cc243" providerId="ADAL" clId="{FE92FA83-C5AF-5FC8-9F2D-EF9A07F1B805}" dt="2025-12-22T20:53:13.860" v="232" actId="207"/>
          <ac:spMkLst>
            <pc:docMk/>
            <pc:sldMk cId="2028811335" sldId="304"/>
            <ac:spMk id="9" creationId="{030EC602-ECDD-97D1-F437-F8302E63840A}"/>
          </ac:spMkLst>
        </pc:spChg>
        <pc:picChg chg="del">
          <ac:chgData name="Sarah Rew" userId="f1a7a44c-7b29-425e-bf99-c5262f8cc243" providerId="ADAL" clId="{FE92FA83-C5AF-5FC8-9F2D-EF9A07F1B805}" dt="2025-12-22T16:51:09.807" v="0" actId="478"/>
          <ac:picMkLst>
            <pc:docMk/>
            <pc:sldMk cId="2028811335" sldId="304"/>
            <ac:picMk id="4" creationId="{C08E700C-68A3-03C7-D156-457C1B37DBE8}"/>
          </ac:picMkLst>
        </pc:picChg>
        <pc:picChg chg="add mod">
          <ac:chgData name="Sarah Rew" userId="f1a7a44c-7b29-425e-bf99-c5262f8cc243" providerId="ADAL" clId="{FE92FA83-C5AF-5FC8-9F2D-EF9A07F1B805}" dt="2025-12-22T20:37:22.380" v="8" actId="27614"/>
          <ac:picMkLst>
            <pc:docMk/>
            <pc:sldMk cId="2028811335" sldId="304"/>
            <ac:picMk id="4" creationId="{E46A1188-0AEF-E42D-31B5-467A917FD59C}"/>
          </ac:picMkLst>
        </pc:picChg>
        <pc:picChg chg="add del mod">
          <ac:chgData name="Sarah Rew" userId="f1a7a44c-7b29-425e-bf99-c5262f8cc243" providerId="ADAL" clId="{FE92FA83-C5AF-5FC8-9F2D-EF9A07F1B805}" dt="2025-12-22T20:37:18.605" v="6" actId="478"/>
          <ac:picMkLst>
            <pc:docMk/>
            <pc:sldMk cId="2028811335" sldId="304"/>
            <ac:picMk id="6" creationId="{39CF2BEE-6AFA-6ECE-BBEC-700ADDB20C6F}"/>
          </ac:picMkLst>
        </pc:picChg>
      </pc:sldChg>
      <pc:sldChg chg="modSp mod">
        <pc:chgData name="Sarah Rew" userId="f1a7a44c-7b29-425e-bf99-c5262f8cc243" providerId="ADAL" clId="{FE92FA83-C5AF-5FC8-9F2D-EF9A07F1B805}" dt="2025-12-22T20:54:06.297" v="243" actId="207"/>
        <pc:sldMkLst>
          <pc:docMk/>
          <pc:sldMk cId="385963692" sldId="305"/>
        </pc:sldMkLst>
        <pc:spChg chg="mod">
          <ac:chgData name="Sarah Rew" userId="f1a7a44c-7b29-425e-bf99-c5262f8cc243" providerId="ADAL" clId="{FE92FA83-C5AF-5FC8-9F2D-EF9A07F1B805}" dt="2025-12-22T20:54:06.297" v="243" actId="207"/>
          <ac:spMkLst>
            <pc:docMk/>
            <pc:sldMk cId="385963692" sldId="305"/>
            <ac:spMk id="2" creationId="{5C238918-415E-65C5-2DDF-C70BAFD99D94}"/>
          </ac:spMkLst>
        </pc:spChg>
      </pc:sldChg>
      <pc:sldChg chg="modSp mod">
        <pc:chgData name="Sarah Rew" userId="f1a7a44c-7b29-425e-bf99-c5262f8cc243" providerId="ADAL" clId="{FE92FA83-C5AF-5FC8-9F2D-EF9A07F1B805}" dt="2025-12-22T20:53:53.953" v="241" actId="207"/>
        <pc:sldMkLst>
          <pc:docMk/>
          <pc:sldMk cId="1919623660" sldId="308"/>
        </pc:sldMkLst>
        <pc:spChg chg="mod">
          <ac:chgData name="Sarah Rew" userId="f1a7a44c-7b29-425e-bf99-c5262f8cc243" providerId="ADAL" clId="{FE92FA83-C5AF-5FC8-9F2D-EF9A07F1B805}" dt="2025-12-22T20:53:53.953" v="241" actId="207"/>
          <ac:spMkLst>
            <pc:docMk/>
            <pc:sldMk cId="1919623660" sldId="308"/>
            <ac:spMk id="4" creationId="{253E502F-E96F-CC6E-9A7D-8E4451EEF24A}"/>
          </ac:spMkLst>
        </pc:spChg>
      </pc:sldChg>
      <pc:sldChg chg="modSp mod">
        <pc:chgData name="Sarah Rew" userId="f1a7a44c-7b29-425e-bf99-c5262f8cc243" providerId="ADAL" clId="{FE92FA83-C5AF-5FC8-9F2D-EF9A07F1B805}" dt="2025-12-22T21:15:56.086" v="1168"/>
        <pc:sldMkLst>
          <pc:docMk/>
          <pc:sldMk cId="2064276710" sldId="309"/>
        </pc:sldMkLst>
        <pc:spChg chg="mod">
          <ac:chgData name="Sarah Rew" userId="f1a7a44c-7b29-425e-bf99-c5262f8cc243" providerId="ADAL" clId="{FE92FA83-C5AF-5FC8-9F2D-EF9A07F1B805}" dt="2025-12-22T20:51:08.603" v="203" actId="207"/>
          <ac:spMkLst>
            <pc:docMk/>
            <pc:sldMk cId="2064276710" sldId="309"/>
            <ac:spMk id="8" creationId="{BC5D5E03-96FB-36EF-D77B-94B7B1D1437A}"/>
          </ac:spMkLst>
        </pc:spChg>
        <pc:spChg chg="mod">
          <ac:chgData name="Sarah Rew" userId="f1a7a44c-7b29-425e-bf99-c5262f8cc243" providerId="ADAL" clId="{FE92FA83-C5AF-5FC8-9F2D-EF9A07F1B805}" dt="2025-12-22T20:50:50.349" v="201" actId="207"/>
          <ac:spMkLst>
            <pc:docMk/>
            <pc:sldMk cId="2064276710" sldId="309"/>
            <ac:spMk id="12" creationId="{9F4DABE0-6001-C0DC-2067-61FFF2A00645}"/>
          </ac:spMkLst>
        </pc:spChg>
        <pc:graphicFrameChg chg="mod">
          <ac:chgData name="Sarah Rew" userId="f1a7a44c-7b29-425e-bf99-c5262f8cc243" providerId="ADAL" clId="{FE92FA83-C5AF-5FC8-9F2D-EF9A07F1B805}" dt="2025-12-22T21:15:56.086" v="1168"/>
          <ac:graphicFrameMkLst>
            <pc:docMk/>
            <pc:sldMk cId="2064276710" sldId="309"/>
            <ac:graphicFrameMk id="7" creationId="{B8F38BB3-97F5-B6C0-90A1-10BAD317E0C0}"/>
          </ac:graphicFrameMkLst>
        </pc:graphicFrameChg>
      </pc:sldChg>
      <pc:sldChg chg="modSp mod">
        <pc:chgData name="Sarah Rew" userId="f1a7a44c-7b29-425e-bf99-c5262f8cc243" providerId="ADAL" clId="{FE92FA83-C5AF-5FC8-9F2D-EF9A07F1B805}" dt="2025-12-22T20:54:02.082" v="242" actId="207"/>
        <pc:sldMkLst>
          <pc:docMk/>
          <pc:sldMk cId="1088367661" sldId="311"/>
        </pc:sldMkLst>
        <pc:spChg chg="mod">
          <ac:chgData name="Sarah Rew" userId="f1a7a44c-7b29-425e-bf99-c5262f8cc243" providerId="ADAL" clId="{FE92FA83-C5AF-5FC8-9F2D-EF9A07F1B805}" dt="2025-12-22T20:54:02.082" v="242" actId="207"/>
          <ac:spMkLst>
            <pc:docMk/>
            <pc:sldMk cId="1088367661" sldId="311"/>
            <ac:spMk id="2" creationId="{925ABC80-0AFD-6C02-5B97-07BDD20F5120}"/>
          </ac:spMkLst>
        </pc:spChg>
        <pc:spChg chg="mod">
          <ac:chgData name="Sarah Rew" userId="f1a7a44c-7b29-425e-bf99-c5262f8cc243" providerId="ADAL" clId="{FE92FA83-C5AF-5FC8-9F2D-EF9A07F1B805}" dt="2025-12-22T20:44:08.330" v="64" actId="20577"/>
          <ac:spMkLst>
            <pc:docMk/>
            <pc:sldMk cId="1088367661" sldId="311"/>
            <ac:spMk id="7" creationId="{D746C965-8F75-11AD-8F10-F5C599C88A1D}"/>
          </ac:spMkLst>
        </pc:spChg>
        <pc:spChg chg="mod">
          <ac:chgData name="Sarah Rew" userId="f1a7a44c-7b29-425e-bf99-c5262f8cc243" providerId="ADAL" clId="{FE92FA83-C5AF-5FC8-9F2D-EF9A07F1B805}" dt="2025-12-22T20:46:25.693" v="117" actId="20577"/>
          <ac:spMkLst>
            <pc:docMk/>
            <pc:sldMk cId="1088367661" sldId="311"/>
            <ac:spMk id="8" creationId="{9AA28A0C-B910-967B-8932-33D3E2277D73}"/>
          </ac:spMkLst>
        </pc:spChg>
        <pc:spChg chg="mod">
          <ac:chgData name="Sarah Rew" userId="f1a7a44c-7b29-425e-bf99-c5262f8cc243" providerId="ADAL" clId="{FE92FA83-C5AF-5FC8-9F2D-EF9A07F1B805}" dt="2025-12-22T20:44:40.916" v="75" actId="207"/>
          <ac:spMkLst>
            <pc:docMk/>
            <pc:sldMk cId="1088367661" sldId="311"/>
            <ac:spMk id="9" creationId="{1A7AF68C-2B21-5624-EA11-A4A3246955A9}"/>
          </ac:spMkLst>
        </pc:spChg>
        <pc:spChg chg="mod">
          <ac:chgData name="Sarah Rew" userId="f1a7a44c-7b29-425e-bf99-c5262f8cc243" providerId="ADAL" clId="{FE92FA83-C5AF-5FC8-9F2D-EF9A07F1B805}" dt="2025-12-22T20:45:01.593" v="87" actId="20577"/>
          <ac:spMkLst>
            <pc:docMk/>
            <pc:sldMk cId="1088367661" sldId="311"/>
            <ac:spMk id="10" creationId="{6222329A-CC81-C2D7-A06F-49D71FB8B2E8}"/>
          </ac:spMkLst>
        </pc:spChg>
        <pc:spChg chg="mod">
          <ac:chgData name="Sarah Rew" userId="f1a7a44c-7b29-425e-bf99-c5262f8cc243" providerId="ADAL" clId="{FE92FA83-C5AF-5FC8-9F2D-EF9A07F1B805}" dt="2025-12-22T20:45:27.569" v="96" actId="207"/>
          <ac:spMkLst>
            <pc:docMk/>
            <pc:sldMk cId="1088367661" sldId="311"/>
            <ac:spMk id="11" creationId="{6A37F711-6AD7-0F1A-C51D-42CAE1722B20}"/>
          </ac:spMkLst>
        </pc:spChg>
        <pc:spChg chg="mod">
          <ac:chgData name="Sarah Rew" userId="f1a7a44c-7b29-425e-bf99-c5262f8cc243" providerId="ADAL" clId="{FE92FA83-C5AF-5FC8-9F2D-EF9A07F1B805}" dt="2025-12-22T20:46:57.174" v="138" actId="20577"/>
          <ac:spMkLst>
            <pc:docMk/>
            <pc:sldMk cId="1088367661" sldId="311"/>
            <ac:spMk id="12" creationId="{DD34DADA-601B-AD48-0987-BC5F8B28F47D}"/>
          </ac:spMkLst>
        </pc:spChg>
        <pc:spChg chg="mod">
          <ac:chgData name="Sarah Rew" userId="f1a7a44c-7b29-425e-bf99-c5262f8cc243" providerId="ADAL" clId="{FE92FA83-C5AF-5FC8-9F2D-EF9A07F1B805}" dt="2025-12-22T20:47:24.512" v="150" actId="20577"/>
          <ac:spMkLst>
            <pc:docMk/>
            <pc:sldMk cId="1088367661" sldId="311"/>
            <ac:spMk id="13" creationId="{057C821F-AF7B-C9A5-3FE3-C69515587A9F}"/>
          </ac:spMkLst>
        </pc:spChg>
        <pc:spChg chg="mod">
          <ac:chgData name="Sarah Rew" userId="f1a7a44c-7b29-425e-bf99-c5262f8cc243" providerId="ADAL" clId="{FE92FA83-C5AF-5FC8-9F2D-EF9A07F1B805}" dt="2025-12-22T20:48:03.848" v="168" actId="207"/>
          <ac:spMkLst>
            <pc:docMk/>
            <pc:sldMk cId="1088367661" sldId="311"/>
            <ac:spMk id="14" creationId="{54996310-7EF8-ABD5-B123-68D5D4FB4929}"/>
          </ac:spMkLst>
        </pc:spChg>
        <pc:spChg chg="mod">
          <ac:chgData name="Sarah Rew" userId="f1a7a44c-7b29-425e-bf99-c5262f8cc243" providerId="ADAL" clId="{FE92FA83-C5AF-5FC8-9F2D-EF9A07F1B805}" dt="2025-12-22T20:48:45.408" v="193" actId="207"/>
          <ac:spMkLst>
            <pc:docMk/>
            <pc:sldMk cId="1088367661" sldId="311"/>
            <ac:spMk id="15" creationId="{07B65B13-D67A-9F8D-2759-6B7EEE004B62}"/>
          </ac:spMkLst>
        </pc:spChg>
        <pc:spChg chg="mod">
          <ac:chgData name="Sarah Rew" userId="f1a7a44c-7b29-425e-bf99-c5262f8cc243" providerId="ADAL" clId="{FE92FA83-C5AF-5FC8-9F2D-EF9A07F1B805}" dt="2025-12-22T20:48:26.415" v="179" actId="20577"/>
          <ac:spMkLst>
            <pc:docMk/>
            <pc:sldMk cId="1088367661" sldId="311"/>
            <ac:spMk id="16" creationId="{9A8E25B2-323D-9CF1-7B06-D0310F958DB2}"/>
          </ac:spMkLst>
        </pc:spChg>
      </pc:sldChg>
      <pc:sldChg chg="modSp mod">
        <pc:chgData name="Sarah Rew" userId="f1a7a44c-7b29-425e-bf99-c5262f8cc243" providerId="ADAL" clId="{FE92FA83-C5AF-5FC8-9F2D-EF9A07F1B805}" dt="2025-12-22T21:12:24.482" v="1142" actId="207"/>
        <pc:sldMkLst>
          <pc:docMk/>
          <pc:sldMk cId="4177630146" sldId="312"/>
        </pc:sldMkLst>
        <pc:spChg chg="mod">
          <ac:chgData name="Sarah Rew" userId="f1a7a44c-7b29-425e-bf99-c5262f8cc243" providerId="ADAL" clId="{FE92FA83-C5AF-5FC8-9F2D-EF9A07F1B805}" dt="2025-12-22T21:12:24.482" v="1142" actId="207"/>
          <ac:spMkLst>
            <pc:docMk/>
            <pc:sldMk cId="4177630146" sldId="312"/>
            <ac:spMk id="3" creationId="{E80C9E7E-3D2E-EFEB-EC35-C1B4380D86EB}"/>
          </ac:spMkLst>
        </pc:spChg>
        <pc:spChg chg="mod">
          <ac:chgData name="Sarah Rew" userId="f1a7a44c-7b29-425e-bf99-c5262f8cc243" providerId="ADAL" clId="{FE92FA83-C5AF-5FC8-9F2D-EF9A07F1B805}" dt="2025-12-22T21:12:24.482" v="1142" actId="207"/>
          <ac:spMkLst>
            <pc:docMk/>
            <pc:sldMk cId="4177630146" sldId="312"/>
            <ac:spMk id="4" creationId="{846A2037-267E-746A-3095-CF3A1E02A0DB}"/>
          </ac:spMkLst>
        </pc:spChg>
        <pc:spChg chg="mod">
          <ac:chgData name="Sarah Rew" userId="f1a7a44c-7b29-425e-bf99-c5262f8cc243" providerId="ADAL" clId="{FE92FA83-C5AF-5FC8-9F2D-EF9A07F1B805}" dt="2025-12-22T20:52:03.483" v="213" actId="207"/>
          <ac:spMkLst>
            <pc:docMk/>
            <pc:sldMk cId="4177630146" sldId="312"/>
            <ac:spMk id="7" creationId="{A2C59A97-3F6D-810C-E6A1-14C6B3C83401}"/>
          </ac:spMkLst>
        </pc:spChg>
        <pc:spChg chg="mod">
          <ac:chgData name="Sarah Rew" userId="f1a7a44c-7b29-425e-bf99-c5262f8cc243" providerId="ADAL" clId="{FE92FA83-C5AF-5FC8-9F2D-EF9A07F1B805}" dt="2025-12-22T20:52:03.483" v="213" actId="207"/>
          <ac:spMkLst>
            <pc:docMk/>
            <pc:sldMk cId="4177630146" sldId="312"/>
            <ac:spMk id="8" creationId="{40881255-084B-F33C-D0F9-37DA925E8854}"/>
          </ac:spMkLst>
        </pc:spChg>
        <pc:spChg chg="mod">
          <ac:chgData name="Sarah Rew" userId="f1a7a44c-7b29-425e-bf99-c5262f8cc243" providerId="ADAL" clId="{FE92FA83-C5AF-5FC8-9F2D-EF9A07F1B805}" dt="2025-12-22T20:52:03.483" v="213" actId="207"/>
          <ac:spMkLst>
            <pc:docMk/>
            <pc:sldMk cId="4177630146" sldId="312"/>
            <ac:spMk id="10" creationId="{F23846F6-3387-64F5-EEB2-A246096C6188}"/>
          </ac:spMkLst>
        </pc:spChg>
      </pc:sldChg>
      <pc:sldChg chg="modSp mod">
        <pc:chgData name="Sarah Rew" userId="f1a7a44c-7b29-425e-bf99-c5262f8cc243" providerId="ADAL" clId="{FE92FA83-C5AF-5FC8-9F2D-EF9A07F1B805}" dt="2025-12-22T21:12:29.966" v="1143" actId="207"/>
        <pc:sldMkLst>
          <pc:docMk/>
          <pc:sldMk cId="3413149310" sldId="313"/>
        </pc:sldMkLst>
        <pc:spChg chg="mod">
          <ac:chgData name="Sarah Rew" userId="f1a7a44c-7b29-425e-bf99-c5262f8cc243" providerId="ADAL" clId="{FE92FA83-C5AF-5FC8-9F2D-EF9A07F1B805}" dt="2025-12-22T21:12:29.966" v="1143" actId="207"/>
          <ac:spMkLst>
            <pc:docMk/>
            <pc:sldMk cId="3413149310" sldId="313"/>
            <ac:spMk id="4" creationId="{76FDD4CA-4D5D-C2B3-635A-278BFE952BF8}"/>
          </ac:spMkLst>
        </pc:spChg>
        <pc:spChg chg="mod">
          <ac:chgData name="Sarah Rew" userId="f1a7a44c-7b29-425e-bf99-c5262f8cc243" providerId="ADAL" clId="{FE92FA83-C5AF-5FC8-9F2D-EF9A07F1B805}" dt="2025-12-22T21:12:29.966" v="1143" actId="207"/>
          <ac:spMkLst>
            <pc:docMk/>
            <pc:sldMk cId="3413149310" sldId="313"/>
            <ac:spMk id="5" creationId="{4C0CD70A-4ED1-5B2E-0A29-8F84EBC510DE}"/>
          </ac:spMkLst>
        </pc:spChg>
        <pc:spChg chg="mod">
          <ac:chgData name="Sarah Rew" userId="f1a7a44c-7b29-425e-bf99-c5262f8cc243" providerId="ADAL" clId="{FE92FA83-C5AF-5FC8-9F2D-EF9A07F1B805}" dt="2025-12-22T21:12:29.966" v="1143" actId="207"/>
          <ac:spMkLst>
            <pc:docMk/>
            <pc:sldMk cId="3413149310" sldId="313"/>
            <ac:spMk id="6" creationId="{BA2C3F70-0769-12EE-943D-FC9E1502E08C}"/>
          </ac:spMkLst>
        </pc:spChg>
        <pc:spChg chg="mod">
          <ac:chgData name="Sarah Rew" userId="f1a7a44c-7b29-425e-bf99-c5262f8cc243" providerId="ADAL" clId="{FE92FA83-C5AF-5FC8-9F2D-EF9A07F1B805}" dt="2025-12-22T20:52:15.660" v="217" actId="207"/>
          <ac:spMkLst>
            <pc:docMk/>
            <pc:sldMk cId="3413149310" sldId="313"/>
            <ac:spMk id="8" creationId="{E92CF883-EC76-84BD-F739-276A0A193A2E}"/>
          </ac:spMkLst>
        </pc:spChg>
        <pc:spChg chg="mod">
          <ac:chgData name="Sarah Rew" userId="f1a7a44c-7b29-425e-bf99-c5262f8cc243" providerId="ADAL" clId="{FE92FA83-C5AF-5FC8-9F2D-EF9A07F1B805}" dt="2025-12-22T20:52:15.660" v="217" actId="207"/>
          <ac:spMkLst>
            <pc:docMk/>
            <pc:sldMk cId="3413149310" sldId="313"/>
            <ac:spMk id="9" creationId="{D99F0A64-49C6-4B81-C29E-B926F7BC5129}"/>
          </ac:spMkLst>
        </pc:spChg>
        <pc:spChg chg="mod">
          <ac:chgData name="Sarah Rew" userId="f1a7a44c-7b29-425e-bf99-c5262f8cc243" providerId="ADAL" clId="{FE92FA83-C5AF-5FC8-9F2D-EF9A07F1B805}" dt="2025-12-22T20:52:15.660" v="217" actId="207"/>
          <ac:spMkLst>
            <pc:docMk/>
            <pc:sldMk cId="3413149310" sldId="313"/>
            <ac:spMk id="11" creationId="{8426DF9C-C9A4-6F6E-5F7E-2FBC5E1905FA}"/>
          </ac:spMkLst>
        </pc:spChg>
        <pc:spChg chg="mod">
          <ac:chgData name="Sarah Rew" userId="f1a7a44c-7b29-425e-bf99-c5262f8cc243" providerId="ADAL" clId="{FE92FA83-C5AF-5FC8-9F2D-EF9A07F1B805}" dt="2025-12-22T20:52:15.660" v="217" actId="207"/>
          <ac:spMkLst>
            <pc:docMk/>
            <pc:sldMk cId="3413149310" sldId="313"/>
            <ac:spMk id="12" creationId="{E970A439-3817-6287-154C-36DD035A7E97}"/>
          </ac:spMkLst>
        </pc:spChg>
      </pc:sldChg>
      <pc:sldChg chg="modSp mod">
        <pc:chgData name="Sarah Rew" userId="f1a7a44c-7b29-425e-bf99-c5262f8cc243" providerId="ADAL" clId="{FE92FA83-C5AF-5FC8-9F2D-EF9A07F1B805}" dt="2025-12-22T20:51:23.545" v="206" actId="207"/>
        <pc:sldMkLst>
          <pc:docMk/>
          <pc:sldMk cId="3616594435" sldId="318"/>
        </pc:sldMkLst>
        <pc:spChg chg="mod">
          <ac:chgData name="Sarah Rew" userId="f1a7a44c-7b29-425e-bf99-c5262f8cc243" providerId="ADAL" clId="{FE92FA83-C5AF-5FC8-9F2D-EF9A07F1B805}" dt="2025-12-22T20:51:16.977" v="204" actId="207"/>
          <ac:spMkLst>
            <pc:docMk/>
            <pc:sldMk cId="3616594435" sldId="318"/>
            <ac:spMk id="6" creationId="{7C651F71-07F5-FF3D-52FF-9212D24005E8}"/>
          </ac:spMkLst>
        </pc:spChg>
        <pc:spChg chg="mod">
          <ac:chgData name="Sarah Rew" userId="f1a7a44c-7b29-425e-bf99-c5262f8cc243" providerId="ADAL" clId="{FE92FA83-C5AF-5FC8-9F2D-EF9A07F1B805}" dt="2025-12-22T20:51:23.545" v="206" actId="207"/>
          <ac:spMkLst>
            <pc:docMk/>
            <pc:sldMk cId="3616594435" sldId="318"/>
            <ac:spMk id="7" creationId="{86377846-4388-76C7-FE16-21251A557167}"/>
          </ac:spMkLst>
        </pc:spChg>
      </pc:sldChg>
      <pc:sldChg chg="modSp mod">
        <pc:chgData name="Sarah Rew" userId="f1a7a44c-7b29-425e-bf99-c5262f8cc243" providerId="ADAL" clId="{FE92FA83-C5AF-5FC8-9F2D-EF9A07F1B805}" dt="2025-12-22T20:51:28.020" v="207" actId="207"/>
        <pc:sldMkLst>
          <pc:docMk/>
          <pc:sldMk cId="3524529674" sldId="319"/>
        </pc:sldMkLst>
        <pc:spChg chg="mod">
          <ac:chgData name="Sarah Rew" userId="f1a7a44c-7b29-425e-bf99-c5262f8cc243" providerId="ADAL" clId="{FE92FA83-C5AF-5FC8-9F2D-EF9A07F1B805}" dt="2025-12-22T20:51:28.020" v="207" actId="207"/>
          <ac:spMkLst>
            <pc:docMk/>
            <pc:sldMk cId="3524529674" sldId="319"/>
            <ac:spMk id="2" creationId="{893B8F0E-45A3-95DA-25F1-927959F51B55}"/>
          </ac:spMkLst>
        </pc:spChg>
        <pc:spChg chg="mod">
          <ac:chgData name="Sarah Rew" userId="f1a7a44c-7b29-425e-bf99-c5262f8cc243" providerId="ADAL" clId="{FE92FA83-C5AF-5FC8-9F2D-EF9A07F1B805}" dt="2025-12-22T20:51:28.020" v="207" actId="207"/>
          <ac:spMkLst>
            <pc:docMk/>
            <pc:sldMk cId="3524529674" sldId="319"/>
            <ac:spMk id="8" creationId="{B7160206-A66C-9CC5-2C8A-568F0FC18AE4}"/>
          </ac:spMkLst>
        </pc:spChg>
      </pc:sldChg>
      <pc:sldChg chg="modSp mod">
        <pc:chgData name="Sarah Rew" userId="f1a7a44c-7b29-425e-bf99-c5262f8cc243" providerId="ADAL" clId="{FE92FA83-C5AF-5FC8-9F2D-EF9A07F1B805}" dt="2025-12-22T20:51:31.843" v="208" actId="207"/>
        <pc:sldMkLst>
          <pc:docMk/>
          <pc:sldMk cId="3215695720" sldId="320"/>
        </pc:sldMkLst>
        <pc:spChg chg="mod">
          <ac:chgData name="Sarah Rew" userId="f1a7a44c-7b29-425e-bf99-c5262f8cc243" providerId="ADAL" clId="{FE92FA83-C5AF-5FC8-9F2D-EF9A07F1B805}" dt="2025-12-22T20:51:31.843" v="208" actId="207"/>
          <ac:spMkLst>
            <pc:docMk/>
            <pc:sldMk cId="3215695720" sldId="320"/>
            <ac:spMk id="6" creationId="{DE603AFD-CFAA-9359-6E0E-5E9BFF8862E5}"/>
          </ac:spMkLst>
        </pc:spChg>
      </pc:sldChg>
      <pc:sldChg chg="modSp mod">
        <pc:chgData name="Sarah Rew" userId="f1a7a44c-7b29-425e-bf99-c5262f8cc243" providerId="ADAL" clId="{FE92FA83-C5AF-5FC8-9F2D-EF9A07F1B805}" dt="2025-12-22T21:12:53.922" v="1148" actId="207"/>
        <pc:sldMkLst>
          <pc:docMk/>
          <pc:sldMk cId="1782006395" sldId="323"/>
        </pc:sldMkLst>
        <pc:spChg chg="mod">
          <ac:chgData name="Sarah Rew" userId="f1a7a44c-7b29-425e-bf99-c5262f8cc243" providerId="ADAL" clId="{FE92FA83-C5AF-5FC8-9F2D-EF9A07F1B805}" dt="2025-12-22T21:12:53.922" v="1148" actId="207"/>
          <ac:spMkLst>
            <pc:docMk/>
            <pc:sldMk cId="1782006395" sldId="323"/>
            <ac:spMk id="4" creationId="{D52CA1D7-0EF3-01A5-EAC0-D91E8E52DCB2}"/>
          </ac:spMkLst>
        </pc:spChg>
        <pc:spChg chg="mod">
          <ac:chgData name="Sarah Rew" userId="f1a7a44c-7b29-425e-bf99-c5262f8cc243" providerId="ADAL" clId="{FE92FA83-C5AF-5FC8-9F2D-EF9A07F1B805}" dt="2025-12-22T20:51:45.935" v="210" actId="207"/>
          <ac:spMkLst>
            <pc:docMk/>
            <pc:sldMk cId="1782006395" sldId="323"/>
            <ac:spMk id="7" creationId="{2D88B564-7F32-4A47-333E-B6A3D2385A7A}"/>
          </ac:spMkLst>
        </pc:spChg>
        <pc:spChg chg="mod">
          <ac:chgData name="Sarah Rew" userId="f1a7a44c-7b29-425e-bf99-c5262f8cc243" providerId="ADAL" clId="{FE92FA83-C5AF-5FC8-9F2D-EF9A07F1B805}" dt="2025-12-22T20:51:45.935" v="210" actId="207"/>
          <ac:spMkLst>
            <pc:docMk/>
            <pc:sldMk cId="1782006395" sldId="323"/>
            <ac:spMk id="9" creationId="{A9ADBF83-28C7-AB68-2EF3-7C99615E9221}"/>
          </ac:spMkLst>
        </pc:spChg>
      </pc:sldChg>
      <pc:sldChg chg="modSp mod">
        <pc:chgData name="Sarah Rew" userId="f1a7a44c-7b29-425e-bf99-c5262f8cc243" providerId="ADAL" clId="{FE92FA83-C5AF-5FC8-9F2D-EF9A07F1B805}" dt="2025-12-22T20:51:40.184" v="209" actId="207"/>
        <pc:sldMkLst>
          <pc:docMk/>
          <pc:sldMk cId="1737582093" sldId="324"/>
        </pc:sldMkLst>
        <pc:spChg chg="mod">
          <ac:chgData name="Sarah Rew" userId="f1a7a44c-7b29-425e-bf99-c5262f8cc243" providerId="ADAL" clId="{FE92FA83-C5AF-5FC8-9F2D-EF9A07F1B805}" dt="2025-12-22T20:51:40.184" v="209" actId="207"/>
          <ac:spMkLst>
            <pc:docMk/>
            <pc:sldMk cId="1737582093" sldId="324"/>
            <ac:spMk id="6" creationId="{4CB5B958-DC93-6397-C141-4E09AABC894F}"/>
          </ac:spMkLst>
        </pc:spChg>
        <pc:spChg chg="mod">
          <ac:chgData name="Sarah Rew" userId="f1a7a44c-7b29-425e-bf99-c5262f8cc243" providerId="ADAL" clId="{FE92FA83-C5AF-5FC8-9F2D-EF9A07F1B805}" dt="2025-12-22T20:51:40.184" v="209" actId="207"/>
          <ac:spMkLst>
            <pc:docMk/>
            <pc:sldMk cId="1737582093" sldId="324"/>
            <ac:spMk id="8" creationId="{6C3B820D-5DF8-E463-9E03-E4CFCE80C0C5}"/>
          </ac:spMkLst>
        </pc:spChg>
      </pc:sldChg>
      <pc:sldMasterChg chg="modSp mod modSldLayout">
        <pc:chgData name="Sarah Rew" userId="f1a7a44c-7b29-425e-bf99-c5262f8cc243" providerId="ADAL" clId="{FE92FA83-C5AF-5FC8-9F2D-EF9A07F1B805}" dt="2025-12-22T21:20:32.942" v="1236"/>
        <pc:sldMasterMkLst>
          <pc:docMk/>
          <pc:sldMasterMk cId="3582624231" sldId="2147484608"/>
        </pc:sldMasterMkLst>
        <pc:spChg chg="mod">
          <ac:chgData name="Sarah Rew" userId="f1a7a44c-7b29-425e-bf99-c5262f8cc243" providerId="ADAL" clId="{FE92FA83-C5AF-5FC8-9F2D-EF9A07F1B805}" dt="2025-12-22T21:09:21.796" v="949" actId="207"/>
          <ac:spMkLst>
            <pc:docMk/>
            <pc:sldMasterMk cId="3582624231" sldId="2147484608"/>
            <ac:spMk id="2" creationId="{790AA39C-BEC1-906A-1692-D2E229039263}"/>
          </ac:spMkLst>
        </pc:spChg>
        <pc:spChg chg="mod">
          <ac:chgData name="Sarah Rew" userId="f1a7a44c-7b29-425e-bf99-c5262f8cc243" providerId="ADAL" clId="{FE92FA83-C5AF-5FC8-9F2D-EF9A07F1B805}" dt="2025-12-22T21:09:21.796" v="949" actId="207"/>
          <ac:spMkLst>
            <pc:docMk/>
            <pc:sldMasterMk cId="3582624231" sldId="2147484608"/>
            <ac:spMk id="3" creationId="{8DC58461-4AC5-3ADB-373D-1B6C07A64ECA}"/>
          </ac:spMkLst>
        </pc:spChg>
        <pc:spChg chg="mod">
          <ac:chgData name="Sarah Rew" userId="f1a7a44c-7b29-425e-bf99-c5262f8cc243" providerId="ADAL" clId="{FE92FA83-C5AF-5FC8-9F2D-EF9A07F1B805}" dt="2025-12-22T20:56:47.093" v="271" actId="207"/>
          <ac:spMkLst>
            <pc:docMk/>
            <pc:sldMasterMk cId="3582624231" sldId="2147484608"/>
            <ac:spMk id="13" creationId="{CBCE3CBA-2D4D-3C31-3D22-19249E03BAC6}"/>
          </ac:spMkLst>
        </pc:spChg>
        <pc:sldLayoutChg chg="modSp mod">
          <pc:chgData name="Sarah Rew" userId="f1a7a44c-7b29-425e-bf99-c5262f8cc243" providerId="ADAL" clId="{FE92FA83-C5AF-5FC8-9F2D-EF9A07F1B805}" dt="2025-12-22T21:04:30.349" v="430" actId="1076"/>
          <pc:sldLayoutMkLst>
            <pc:docMk/>
            <pc:sldMasterMk cId="3582624231" sldId="2147484608"/>
            <pc:sldLayoutMk cId="2959749539" sldId="2147484605"/>
          </pc:sldLayoutMkLst>
          <pc:spChg chg="mod">
            <ac:chgData name="Sarah Rew" userId="f1a7a44c-7b29-425e-bf99-c5262f8cc243" providerId="ADAL" clId="{FE92FA83-C5AF-5FC8-9F2D-EF9A07F1B805}" dt="2025-12-22T20:54:36.830" v="246" actId="207"/>
            <ac:spMkLst>
              <pc:docMk/>
              <pc:sldMasterMk cId="3582624231" sldId="2147484608"/>
              <pc:sldLayoutMk cId="2959749539" sldId="2147484605"/>
              <ac:spMk id="2" creationId="{F146EE9E-EA74-B353-B205-0030149E62E9}"/>
            </ac:spMkLst>
          </pc:spChg>
          <pc:spChg chg="mod">
            <ac:chgData name="Sarah Rew" userId="f1a7a44c-7b29-425e-bf99-c5262f8cc243" providerId="ADAL" clId="{FE92FA83-C5AF-5FC8-9F2D-EF9A07F1B805}" dt="2025-12-22T21:04:30.349" v="430" actId="1076"/>
            <ac:spMkLst>
              <pc:docMk/>
              <pc:sldMasterMk cId="3582624231" sldId="2147484608"/>
              <pc:sldLayoutMk cId="2959749539" sldId="2147484605"/>
              <ac:spMk id="6" creationId="{6FEA2F39-F877-C0C8-7110-27B291A5F410}"/>
            </ac:spMkLst>
          </pc:spChg>
          <pc:spChg chg="mod">
            <ac:chgData name="Sarah Rew" userId="f1a7a44c-7b29-425e-bf99-c5262f8cc243" providerId="ADAL" clId="{FE92FA83-C5AF-5FC8-9F2D-EF9A07F1B805}" dt="2025-12-22T20:54:36.830" v="246" actId="207"/>
            <ac:spMkLst>
              <pc:docMk/>
              <pc:sldMasterMk cId="3582624231" sldId="2147484608"/>
              <pc:sldLayoutMk cId="2959749539" sldId="2147484605"/>
              <ac:spMk id="13" creationId="{FB98F489-02D5-7963-0AC5-E49DFBE73CF3}"/>
            </ac:spMkLst>
          </pc:spChg>
          <pc:spChg chg="mod">
            <ac:chgData name="Sarah Rew" userId="f1a7a44c-7b29-425e-bf99-c5262f8cc243" providerId="ADAL" clId="{FE92FA83-C5AF-5FC8-9F2D-EF9A07F1B805}" dt="2025-12-22T20:57:58.791" v="279" actId="207"/>
            <ac:spMkLst>
              <pc:docMk/>
              <pc:sldMasterMk cId="3582624231" sldId="2147484608"/>
              <pc:sldLayoutMk cId="2959749539" sldId="2147484605"/>
              <ac:spMk id="15" creationId="{7975F001-7246-860C-C18B-3B5234170BDB}"/>
            </ac:spMkLst>
          </pc:spChg>
        </pc:sldLayoutChg>
        <pc:sldLayoutChg chg="modSp mod">
          <pc:chgData name="Sarah Rew" userId="f1a7a44c-7b29-425e-bf99-c5262f8cc243" providerId="ADAL" clId="{FE92FA83-C5AF-5FC8-9F2D-EF9A07F1B805}" dt="2025-12-22T21:09:35.479" v="950" actId="207"/>
          <pc:sldLayoutMkLst>
            <pc:docMk/>
            <pc:sldMasterMk cId="3582624231" sldId="2147484608"/>
            <pc:sldLayoutMk cId="2646475264" sldId="2147484606"/>
          </pc:sldLayoutMkLst>
          <pc:spChg chg="mod">
            <ac:chgData name="Sarah Rew" userId="f1a7a44c-7b29-425e-bf99-c5262f8cc243" providerId="ADAL" clId="{FE92FA83-C5AF-5FC8-9F2D-EF9A07F1B805}" dt="2025-12-22T21:09:35.479" v="950" actId="207"/>
            <ac:spMkLst>
              <pc:docMk/>
              <pc:sldMasterMk cId="3582624231" sldId="2147484608"/>
              <pc:sldLayoutMk cId="2646475264" sldId="2147484606"/>
              <ac:spMk id="3" creationId="{4C2F0AAB-4930-F3BA-7E37-CD1E1102B368}"/>
            </ac:spMkLst>
          </pc:spChg>
          <pc:spChg chg="mod">
            <ac:chgData name="Sarah Rew" userId="f1a7a44c-7b29-425e-bf99-c5262f8cc243" providerId="ADAL" clId="{FE92FA83-C5AF-5FC8-9F2D-EF9A07F1B805}" dt="2025-12-22T21:06:37.469" v="933" actId="207"/>
            <ac:spMkLst>
              <pc:docMk/>
              <pc:sldMasterMk cId="3582624231" sldId="2147484608"/>
              <pc:sldLayoutMk cId="2646475264" sldId="2147484606"/>
              <ac:spMk id="16" creationId="{3074D64B-290E-9670-9544-D9D649B2BB0F}"/>
            </ac:spMkLst>
          </pc:spChg>
          <pc:picChg chg="mod">
            <ac:chgData name="Sarah Rew" userId="f1a7a44c-7b29-425e-bf99-c5262f8cc243" providerId="ADAL" clId="{FE92FA83-C5AF-5FC8-9F2D-EF9A07F1B805}" dt="2025-12-22T20:55:23.647" v="256" actId="207"/>
            <ac:picMkLst>
              <pc:docMk/>
              <pc:sldMasterMk cId="3582624231" sldId="2147484608"/>
              <pc:sldLayoutMk cId="2646475264" sldId="2147484606"/>
              <ac:picMk id="15" creationId="{8B8A2D5F-EDC8-5ECD-EA5E-D1EA4F3847BD}"/>
            </ac:picMkLst>
          </pc:picChg>
        </pc:sldLayoutChg>
        <pc:sldLayoutChg chg="modSp mod">
          <pc:chgData name="Sarah Rew" userId="f1a7a44c-7b29-425e-bf99-c5262f8cc243" providerId="ADAL" clId="{FE92FA83-C5AF-5FC8-9F2D-EF9A07F1B805}" dt="2025-12-22T20:56:31.775" v="270" actId="207"/>
          <pc:sldLayoutMkLst>
            <pc:docMk/>
            <pc:sldMasterMk cId="3582624231" sldId="2147484608"/>
            <pc:sldLayoutMk cId="1434697895" sldId="2147484616"/>
          </pc:sldLayoutMkLst>
          <pc:spChg chg="mod">
            <ac:chgData name="Sarah Rew" userId="f1a7a44c-7b29-425e-bf99-c5262f8cc243" providerId="ADAL" clId="{FE92FA83-C5AF-5FC8-9F2D-EF9A07F1B805}" dt="2025-12-22T20:56:28.174" v="269" actId="207"/>
            <ac:spMkLst>
              <pc:docMk/>
              <pc:sldMasterMk cId="3582624231" sldId="2147484608"/>
              <pc:sldLayoutMk cId="1434697895" sldId="2147484616"/>
              <ac:spMk id="2" creationId="{84C65453-D897-BB97-8788-A23EA16193C7}"/>
            </ac:spMkLst>
          </pc:spChg>
          <pc:spChg chg="mod">
            <ac:chgData name="Sarah Rew" userId="f1a7a44c-7b29-425e-bf99-c5262f8cc243" providerId="ADAL" clId="{FE92FA83-C5AF-5FC8-9F2D-EF9A07F1B805}" dt="2025-12-22T20:56:31.775" v="270" actId="207"/>
            <ac:spMkLst>
              <pc:docMk/>
              <pc:sldMasterMk cId="3582624231" sldId="2147484608"/>
              <pc:sldLayoutMk cId="1434697895" sldId="2147484616"/>
              <ac:spMk id="4" creationId="{1E8CB987-252B-84A6-16FD-427F45F19DFC}"/>
            </ac:spMkLst>
          </pc:spChg>
          <pc:spChg chg="mod">
            <ac:chgData name="Sarah Rew" userId="f1a7a44c-7b29-425e-bf99-c5262f8cc243" providerId="ADAL" clId="{FE92FA83-C5AF-5FC8-9F2D-EF9A07F1B805}" dt="2025-12-22T20:56:31.775" v="270" actId="207"/>
            <ac:spMkLst>
              <pc:docMk/>
              <pc:sldMasterMk cId="3582624231" sldId="2147484608"/>
              <pc:sldLayoutMk cId="1434697895" sldId="2147484616"/>
              <ac:spMk id="10" creationId="{72CC3BAE-14BB-D4A8-09FD-F7697BE2238D}"/>
            </ac:spMkLst>
          </pc:spChg>
        </pc:sldLayoutChg>
        <pc:sldLayoutChg chg="modSp mod">
          <pc:chgData name="Sarah Rew" userId="f1a7a44c-7b29-425e-bf99-c5262f8cc243" providerId="ADAL" clId="{FE92FA83-C5AF-5FC8-9F2D-EF9A07F1B805}" dt="2025-12-22T20:56:54.712" v="272" actId="207"/>
          <pc:sldLayoutMkLst>
            <pc:docMk/>
            <pc:sldMasterMk cId="3582624231" sldId="2147484608"/>
            <pc:sldLayoutMk cId="1950776027" sldId="2147484617"/>
          </pc:sldLayoutMkLst>
          <pc:spChg chg="mod">
            <ac:chgData name="Sarah Rew" userId="f1a7a44c-7b29-425e-bf99-c5262f8cc243" providerId="ADAL" clId="{FE92FA83-C5AF-5FC8-9F2D-EF9A07F1B805}" dt="2025-12-22T20:56:54.712" v="272" actId="207"/>
            <ac:spMkLst>
              <pc:docMk/>
              <pc:sldMasterMk cId="3582624231" sldId="2147484608"/>
              <pc:sldLayoutMk cId="1950776027" sldId="2147484617"/>
              <ac:spMk id="2" creationId="{4792C366-A205-96A4-262B-D2516C01E38C}"/>
            </ac:spMkLst>
          </pc:spChg>
          <pc:spChg chg="mod">
            <ac:chgData name="Sarah Rew" userId="f1a7a44c-7b29-425e-bf99-c5262f8cc243" providerId="ADAL" clId="{FE92FA83-C5AF-5FC8-9F2D-EF9A07F1B805}" dt="2025-12-22T20:56:54.712" v="272" actId="207"/>
            <ac:spMkLst>
              <pc:docMk/>
              <pc:sldMasterMk cId="3582624231" sldId="2147484608"/>
              <pc:sldLayoutMk cId="1950776027" sldId="2147484617"/>
              <ac:spMk id="4" creationId="{A68DC722-9070-1ADE-F2DC-5227F0791E74}"/>
            </ac:spMkLst>
          </pc:spChg>
        </pc:sldLayoutChg>
        <pc:sldLayoutChg chg="modSp mod">
          <pc:chgData name="Sarah Rew" userId="f1a7a44c-7b29-425e-bf99-c5262f8cc243" providerId="ADAL" clId="{FE92FA83-C5AF-5FC8-9F2D-EF9A07F1B805}" dt="2025-12-22T21:07:42.015" v="941" actId="692"/>
          <pc:sldLayoutMkLst>
            <pc:docMk/>
            <pc:sldMasterMk cId="3582624231" sldId="2147484608"/>
            <pc:sldLayoutMk cId="3480519987" sldId="2147484622"/>
          </pc:sldLayoutMkLst>
          <pc:spChg chg="mod">
            <ac:chgData name="Sarah Rew" userId="f1a7a44c-7b29-425e-bf99-c5262f8cc243" providerId="ADAL" clId="{FE92FA83-C5AF-5FC8-9F2D-EF9A07F1B805}" dt="2025-12-22T20:57:04.207" v="273" actId="207"/>
            <ac:spMkLst>
              <pc:docMk/>
              <pc:sldMasterMk cId="3582624231" sldId="2147484608"/>
              <pc:sldLayoutMk cId="3480519987" sldId="2147484622"/>
              <ac:spMk id="2" creationId="{00000000-0000-0000-0000-000000000000}"/>
            </ac:spMkLst>
          </pc:spChg>
          <pc:spChg chg="mod">
            <ac:chgData name="Sarah Rew" userId="f1a7a44c-7b29-425e-bf99-c5262f8cc243" providerId="ADAL" clId="{FE92FA83-C5AF-5FC8-9F2D-EF9A07F1B805}" dt="2025-12-22T20:57:04.207" v="273" actId="207"/>
            <ac:spMkLst>
              <pc:docMk/>
              <pc:sldMasterMk cId="3582624231" sldId="2147484608"/>
              <pc:sldLayoutMk cId="3480519987" sldId="2147484622"/>
              <ac:spMk id="9" creationId="{A787EECC-F2E3-0946-9D2E-4318930B8737}"/>
            </ac:spMkLst>
          </pc:spChg>
          <pc:cxnChg chg="mod">
            <ac:chgData name="Sarah Rew" userId="f1a7a44c-7b29-425e-bf99-c5262f8cc243" providerId="ADAL" clId="{FE92FA83-C5AF-5FC8-9F2D-EF9A07F1B805}" dt="2025-12-22T21:07:42.015" v="941" actId="692"/>
            <ac:cxnSpMkLst>
              <pc:docMk/>
              <pc:sldMasterMk cId="3582624231" sldId="2147484608"/>
              <pc:sldLayoutMk cId="3480519987" sldId="2147484622"/>
              <ac:cxnSpMk id="4" creationId="{D8CEBDEC-247A-E700-EFA3-CD9A9F7662EE}"/>
            </ac:cxnSpMkLst>
          </pc:cxnChg>
        </pc:sldLayoutChg>
        <pc:sldLayoutChg chg="modSp mod">
          <pc:chgData name="Sarah Rew" userId="f1a7a44c-7b29-425e-bf99-c5262f8cc243" providerId="ADAL" clId="{FE92FA83-C5AF-5FC8-9F2D-EF9A07F1B805}" dt="2025-12-22T21:10:15.021" v="960" actId="207"/>
          <pc:sldLayoutMkLst>
            <pc:docMk/>
            <pc:sldMasterMk cId="3582624231" sldId="2147484608"/>
            <pc:sldLayoutMk cId="1529382211" sldId="2147484623"/>
          </pc:sldLayoutMkLst>
          <pc:spChg chg="mod">
            <ac:chgData name="Sarah Rew" userId="f1a7a44c-7b29-425e-bf99-c5262f8cc243" providerId="ADAL" clId="{FE92FA83-C5AF-5FC8-9F2D-EF9A07F1B805}" dt="2025-12-22T20:57:13.315" v="275" actId="207"/>
            <ac:spMkLst>
              <pc:docMk/>
              <pc:sldMasterMk cId="3582624231" sldId="2147484608"/>
              <pc:sldLayoutMk cId="1529382211" sldId="2147484623"/>
              <ac:spMk id="2" creationId="{00000000-0000-0000-0000-000000000000}"/>
            </ac:spMkLst>
          </pc:spChg>
          <pc:spChg chg="mod">
            <ac:chgData name="Sarah Rew" userId="f1a7a44c-7b29-425e-bf99-c5262f8cc243" providerId="ADAL" clId="{FE92FA83-C5AF-5FC8-9F2D-EF9A07F1B805}" dt="2025-12-22T20:57:13.315" v="275" actId="207"/>
            <ac:spMkLst>
              <pc:docMk/>
              <pc:sldMasterMk cId="3582624231" sldId="2147484608"/>
              <pc:sldLayoutMk cId="1529382211" sldId="2147484623"/>
              <ac:spMk id="6" creationId="{00000000-0000-0000-0000-000000000000}"/>
            </ac:spMkLst>
          </pc:spChg>
          <pc:spChg chg="mod">
            <ac:chgData name="Sarah Rew" userId="f1a7a44c-7b29-425e-bf99-c5262f8cc243" providerId="ADAL" clId="{FE92FA83-C5AF-5FC8-9F2D-EF9A07F1B805}" dt="2025-12-22T21:10:15.021" v="960" actId="207"/>
            <ac:spMkLst>
              <pc:docMk/>
              <pc:sldMasterMk cId="3582624231" sldId="2147484608"/>
              <pc:sldLayoutMk cId="1529382211" sldId="2147484623"/>
              <ac:spMk id="15" creationId="{8A67D744-520E-121E-BB89-394B6FD35AA3}"/>
            </ac:spMkLst>
          </pc:spChg>
          <pc:cxnChg chg="mod">
            <ac:chgData name="Sarah Rew" userId="f1a7a44c-7b29-425e-bf99-c5262f8cc243" providerId="ADAL" clId="{FE92FA83-C5AF-5FC8-9F2D-EF9A07F1B805}" dt="2025-12-22T21:07:32.383" v="939" actId="692"/>
            <ac:cxnSpMkLst>
              <pc:docMk/>
              <pc:sldMasterMk cId="3582624231" sldId="2147484608"/>
              <pc:sldLayoutMk cId="1529382211" sldId="2147484623"/>
              <ac:cxnSpMk id="7" creationId="{2C809E9B-17B1-9418-76B3-36332D633991}"/>
            </ac:cxnSpMkLst>
          </pc:cxnChg>
        </pc:sldLayoutChg>
        <pc:sldLayoutChg chg="modSp mod">
          <pc:chgData name="Sarah Rew" userId="f1a7a44c-7b29-425e-bf99-c5262f8cc243" providerId="ADAL" clId="{FE92FA83-C5AF-5FC8-9F2D-EF9A07F1B805}" dt="2025-12-22T21:07:28.064" v="938" actId="692"/>
          <pc:sldLayoutMkLst>
            <pc:docMk/>
            <pc:sldMasterMk cId="3582624231" sldId="2147484608"/>
            <pc:sldLayoutMk cId="4045708969" sldId="2147484625"/>
          </pc:sldLayoutMkLst>
          <pc:spChg chg="mod">
            <ac:chgData name="Sarah Rew" userId="f1a7a44c-7b29-425e-bf99-c5262f8cc243" providerId="ADAL" clId="{FE92FA83-C5AF-5FC8-9F2D-EF9A07F1B805}" dt="2025-12-22T20:57:18.219" v="276" actId="207"/>
            <ac:spMkLst>
              <pc:docMk/>
              <pc:sldMasterMk cId="3582624231" sldId="2147484608"/>
              <pc:sldLayoutMk cId="4045708969" sldId="2147484625"/>
              <ac:spMk id="2" creationId="{00000000-0000-0000-0000-000000000000}"/>
            </ac:spMkLst>
          </pc:spChg>
          <pc:spChg chg="mod">
            <ac:chgData name="Sarah Rew" userId="f1a7a44c-7b29-425e-bf99-c5262f8cc243" providerId="ADAL" clId="{FE92FA83-C5AF-5FC8-9F2D-EF9A07F1B805}" dt="2025-12-22T20:57:18.219" v="276" actId="207"/>
            <ac:spMkLst>
              <pc:docMk/>
              <pc:sldMasterMk cId="3582624231" sldId="2147484608"/>
              <pc:sldLayoutMk cId="4045708969" sldId="2147484625"/>
              <ac:spMk id="5" creationId="{7944C0CB-3FC1-E6E1-F6FA-8396D5DAA777}"/>
            </ac:spMkLst>
          </pc:spChg>
          <pc:spChg chg="mod">
            <ac:chgData name="Sarah Rew" userId="f1a7a44c-7b29-425e-bf99-c5262f8cc243" providerId="ADAL" clId="{FE92FA83-C5AF-5FC8-9F2D-EF9A07F1B805}" dt="2025-12-22T20:57:18.219" v="276" actId="207"/>
            <ac:spMkLst>
              <pc:docMk/>
              <pc:sldMasterMk cId="3582624231" sldId="2147484608"/>
              <pc:sldLayoutMk cId="4045708969" sldId="2147484625"/>
              <ac:spMk id="7" creationId="{8FE96440-9B84-CF03-EC07-D90B3DC5A3E9}"/>
            </ac:spMkLst>
          </pc:spChg>
          <pc:cxnChg chg="mod">
            <ac:chgData name="Sarah Rew" userId="f1a7a44c-7b29-425e-bf99-c5262f8cc243" providerId="ADAL" clId="{FE92FA83-C5AF-5FC8-9F2D-EF9A07F1B805}" dt="2025-12-22T21:07:28.064" v="938" actId="692"/>
            <ac:cxnSpMkLst>
              <pc:docMk/>
              <pc:sldMasterMk cId="3582624231" sldId="2147484608"/>
              <pc:sldLayoutMk cId="4045708969" sldId="2147484625"/>
              <ac:cxnSpMk id="4" creationId="{25CC5A18-1765-951C-2614-D869FFB6EE24}"/>
            </ac:cxnSpMkLst>
          </pc:cxnChg>
        </pc:sldLayoutChg>
        <pc:sldLayoutChg chg="modSp mod">
          <pc:chgData name="Sarah Rew" userId="f1a7a44c-7b29-425e-bf99-c5262f8cc243" providerId="ADAL" clId="{FE92FA83-C5AF-5FC8-9F2D-EF9A07F1B805}" dt="2025-12-22T21:07:18.499" v="937" actId="692"/>
          <pc:sldLayoutMkLst>
            <pc:docMk/>
            <pc:sldMasterMk cId="3582624231" sldId="2147484608"/>
            <pc:sldLayoutMk cId="3273203059" sldId="2147484626"/>
          </pc:sldLayoutMkLst>
          <pc:spChg chg="mod">
            <ac:chgData name="Sarah Rew" userId="f1a7a44c-7b29-425e-bf99-c5262f8cc243" providerId="ADAL" clId="{FE92FA83-C5AF-5FC8-9F2D-EF9A07F1B805}" dt="2025-12-22T20:57:23.678" v="277" actId="207"/>
            <ac:spMkLst>
              <pc:docMk/>
              <pc:sldMasterMk cId="3582624231" sldId="2147484608"/>
              <pc:sldLayoutMk cId="3273203059" sldId="2147484626"/>
              <ac:spMk id="2" creationId="{00000000-0000-0000-0000-000000000000}"/>
            </ac:spMkLst>
          </pc:spChg>
          <pc:spChg chg="mod">
            <ac:chgData name="Sarah Rew" userId="f1a7a44c-7b29-425e-bf99-c5262f8cc243" providerId="ADAL" clId="{FE92FA83-C5AF-5FC8-9F2D-EF9A07F1B805}" dt="2025-12-22T20:57:23.678" v="277" actId="207"/>
            <ac:spMkLst>
              <pc:docMk/>
              <pc:sldMasterMk cId="3582624231" sldId="2147484608"/>
              <pc:sldLayoutMk cId="3273203059" sldId="2147484626"/>
              <ac:spMk id="7" creationId="{67417A34-E86C-FCE0-387D-4BEDF1A07289}"/>
            </ac:spMkLst>
          </pc:spChg>
          <pc:spChg chg="mod">
            <ac:chgData name="Sarah Rew" userId="f1a7a44c-7b29-425e-bf99-c5262f8cc243" providerId="ADAL" clId="{FE92FA83-C5AF-5FC8-9F2D-EF9A07F1B805}" dt="2025-12-22T20:57:23.678" v="277" actId="207"/>
            <ac:spMkLst>
              <pc:docMk/>
              <pc:sldMasterMk cId="3582624231" sldId="2147484608"/>
              <pc:sldLayoutMk cId="3273203059" sldId="2147484626"/>
              <ac:spMk id="9" creationId="{3575473A-8CB7-9DB4-2AAD-6155CE19FA71}"/>
            </ac:spMkLst>
          </pc:spChg>
          <pc:spChg chg="mod">
            <ac:chgData name="Sarah Rew" userId="f1a7a44c-7b29-425e-bf99-c5262f8cc243" providerId="ADAL" clId="{FE92FA83-C5AF-5FC8-9F2D-EF9A07F1B805}" dt="2025-12-22T20:57:23.678" v="277" actId="207"/>
            <ac:spMkLst>
              <pc:docMk/>
              <pc:sldMasterMk cId="3582624231" sldId="2147484608"/>
              <pc:sldLayoutMk cId="3273203059" sldId="2147484626"/>
              <ac:spMk id="10" creationId="{DEAA9742-CE76-48C0-B6E3-45D50C3796F3}"/>
            </ac:spMkLst>
          </pc:spChg>
          <pc:cxnChg chg="mod">
            <ac:chgData name="Sarah Rew" userId="f1a7a44c-7b29-425e-bf99-c5262f8cc243" providerId="ADAL" clId="{FE92FA83-C5AF-5FC8-9F2D-EF9A07F1B805}" dt="2025-12-22T21:07:18.499" v="937" actId="692"/>
            <ac:cxnSpMkLst>
              <pc:docMk/>
              <pc:sldMasterMk cId="3582624231" sldId="2147484608"/>
              <pc:sldLayoutMk cId="3273203059" sldId="2147484626"/>
              <ac:cxnSpMk id="5" creationId="{7CFA889D-9683-16E4-1682-3862B82142A1}"/>
            </ac:cxnSpMkLst>
          </pc:cxnChg>
        </pc:sldLayoutChg>
        <pc:sldLayoutChg chg="modSp mod">
          <pc:chgData name="Sarah Rew" userId="f1a7a44c-7b29-425e-bf99-c5262f8cc243" providerId="ADAL" clId="{FE92FA83-C5AF-5FC8-9F2D-EF9A07F1B805}" dt="2025-12-22T21:07:10.059" v="936" actId="692"/>
          <pc:sldLayoutMkLst>
            <pc:docMk/>
            <pc:sldMasterMk cId="3582624231" sldId="2147484608"/>
            <pc:sldLayoutMk cId="3612193423" sldId="2147484628"/>
          </pc:sldLayoutMkLst>
          <pc:spChg chg="mod">
            <ac:chgData name="Sarah Rew" userId="f1a7a44c-7b29-425e-bf99-c5262f8cc243" providerId="ADAL" clId="{FE92FA83-C5AF-5FC8-9F2D-EF9A07F1B805}" dt="2025-12-22T20:57:28.177" v="278" actId="207"/>
            <ac:spMkLst>
              <pc:docMk/>
              <pc:sldMasterMk cId="3582624231" sldId="2147484608"/>
              <pc:sldLayoutMk cId="3612193423" sldId="2147484628"/>
              <ac:spMk id="2" creationId="{00000000-0000-0000-0000-000000000000}"/>
            </ac:spMkLst>
          </pc:spChg>
          <pc:cxnChg chg="mod">
            <ac:chgData name="Sarah Rew" userId="f1a7a44c-7b29-425e-bf99-c5262f8cc243" providerId="ADAL" clId="{FE92FA83-C5AF-5FC8-9F2D-EF9A07F1B805}" dt="2025-12-22T21:07:10.059" v="936" actId="692"/>
            <ac:cxnSpMkLst>
              <pc:docMk/>
              <pc:sldMasterMk cId="3582624231" sldId="2147484608"/>
              <pc:sldLayoutMk cId="3612193423" sldId="2147484628"/>
              <ac:cxnSpMk id="5" creationId="{53F051DE-D995-4BB2-52FF-75FB2FB9FCF8}"/>
            </ac:cxnSpMkLst>
          </pc:cxnChg>
        </pc:sldLayoutChg>
        <pc:sldLayoutChg chg="modSp mod">
          <pc:chgData name="Sarah Rew" userId="f1a7a44c-7b29-425e-bf99-c5262f8cc243" providerId="ADAL" clId="{FE92FA83-C5AF-5FC8-9F2D-EF9A07F1B805}" dt="2025-12-22T21:09:50.115" v="954" actId="207"/>
          <pc:sldLayoutMkLst>
            <pc:docMk/>
            <pc:sldMasterMk cId="3582624231" sldId="2147484608"/>
            <pc:sldLayoutMk cId="899250753" sldId="2147484630"/>
          </pc:sldLayoutMkLst>
          <pc:spChg chg="mod">
            <ac:chgData name="Sarah Rew" userId="f1a7a44c-7b29-425e-bf99-c5262f8cc243" providerId="ADAL" clId="{FE92FA83-C5AF-5FC8-9F2D-EF9A07F1B805}" dt="2025-12-22T20:55:54.220" v="261" actId="207"/>
            <ac:spMkLst>
              <pc:docMk/>
              <pc:sldMasterMk cId="3582624231" sldId="2147484608"/>
              <pc:sldLayoutMk cId="899250753" sldId="2147484630"/>
              <ac:spMk id="9" creationId="{C59DF5CE-836E-9BF4-FCC4-C9F3DDFA5C6F}"/>
            </ac:spMkLst>
          </pc:spChg>
          <pc:spChg chg="mod">
            <ac:chgData name="Sarah Rew" userId="f1a7a44c-7b29-425e-bf99-c5262f8cc243" providerId="ADAL" clId="{FE92FA83-C5AF-5FC8-9F2D-EF9A07F1B805}" dt="2025-12-22T21:09:50.115" v="954" actId="207"/>
            <ac:spMkLst>
              <pc:docMk/>
              <pc:sldMasterMk cId="3582624231" sldId="2147484608"/>
              <pc:sldLayoutMk cId="899250753" sldId="2147484630"/>
              <ac:spMk id="17" creationId="{F89C11F8-A392-8226-7FE9-0FFDBAF30F42}"/>
            </ac:spMkLst>
          </pc:spChg>
          <pc:spChg chg="mod">
            <ac:chgData name="Sarah Rew" userId="f1a7a44c-7b29-425e-bf99-c5262f8cc243" providerId="ADAL" clId="{FE92FA83-C5AF-5FC8-9F2D-EF9A07F1B805}" dt="2025-12-22T20:58:49.222" v="284" actId="207"/>
            <ac:spMkLst>
              <pc:docMk/>
              <pc:sldMasterMk cId="3582624231" sldId="2147484608"/>
              <pc:sldLayoutMk cId="899250753" sldId="2147484630"/>
              <ac:spMk id="23" creationId="{37D69D85-8854-869E-5D89-E80F6FACB245}"/>
            </ac:spMkLst>
          </pc:spChg>
          <pc:spChg chg="mod">
            <ac:chgData name="Sarah Rew" userId="f1a7a44c-7b29-425e-bf99-c5262f8cc243" providerId="ADAL" clId="{FE92FA83-C5AF-5FC8-9F2D-EF9A07F1B805}" dt="2025-12-22T20:55:47.662" v="260" actId="207"/>
            <ac:spMkLst>
              <pc:docMk/>
              <pc:sldMasterMk cId="3582624231" sldId="2147484608"/>
              <pc:sldLayoutMk cId="899250753" sldId="2147484630"/>
              <ac:spMk id="28" creationId="{52309CC6-3DCE-C35D-8B07-C0339AEC409F}"/>
            </ac:spMkLst>
          </pc:spChg>
        </pc:sldLayoutChg>
        <pc:sldLayoutChg chg="modSp mod">
          <pc:chgData name="Sarah Rew" userId="f1a7a44c-7b29-425e-bf99-c5262f8cc243" providerId="ADAL" clId="{FE92FA83-C5AF-5FC8-9F2D-EF9A07F1B805}" dt="2025-12-22T21:09:43.647" v="952" actId="207"/>
          <pc:sldLayoutMkLst>
            <pc:docMk/>
            <pc:sldMasterMk cId="3582624231" sldId="2147484608"/>
            <pc:sldLayoutMk cId="3946473230" sldId="2147484631"/>
          </pc:sldLayoutMkLst>
          <pc:spChg chg="mod">
            <ac:chgData name="Sarah Rew" userId="f1a7a44c-7b29-425e-bf99-c5262f8cc243" providerId="ADAL" clId="{FE92FA83-C5AF-5FC8-9F2D-EF9A07F1B805}" dt="2025-12-22T20:58:40.523" v="282" actId="207"/>
            <ac:spMkLst>
              <pc:docMk/>
              <pc:sldMasterMk cId="3582624231" sldId="2147484608"/>
              <pc:sldLayoutMk cId="3946473230" sldId="2147484631"/>
              <ac:spMk id="2" creationId="{00000000-0000-0000-0000-000000000000}"/>
            </ac:spMkLst>
          </pc:spChg>
          <pc:spChg chg="mod">
            <ac:chgData name="Sarah Rew" userId="f1a7a44c-7b29-425e-bf99-c5262f8cc243" providerId="ADAL" clId="{FE92FA83-C5AF-5FC8-9F2D-EF9A07F1B805}" dt="2025-12-22T20:58:40.523" v="282" actId="207"/>
            <ac:spMkLst>
              <pc:docMk/>
              <pc:sldMasterMk cId="3582624231" sldId="2147484608"/>
              <pc:sldLayoutMk cId="3946473230" sldId="2147484631"/>
              <ac:spMk id="6" creationId="{A88C54EE-4A04-1472-DC41-DF05A6D50B38}"/>
            </ac:spMkLst>
          </pc:spChg>
          <pc:spChg chg="mod">
            <ac:chgData name="Sarah Rew" userId="f1a7a44c-7b29-425e-bf99-c5262f8cc243" providerId="ADAL" clId="{FE92FA83-C5AF-5FC8-9F2D-EF9A07F1B805}" dt="2025-12-22T21:09:43.647" v="952" actId="207"/>
            <ac:spMkLst>
              <pc:docMk/>
              <pc:sldMasterMk cId="3582624231" sldId="2147484608"/>
              <pc:sldLayoutMk cId="3946473230" sldId="2147484631"/>
              <ac:spMk id="13" creationId="{BA06A44F-F947-EC60-00E7-80D48B66F8A0}"/>
            </ac:spMkLst>
          </pc:spChg>
          <pc:spChg chg="mod">
            <ac:chgData name="Sarah Rew" userId="f1a7a44c-7b29-425e-bf99-c5262f8cc243" providerId="ADAL" clId="{FE92FA83-C5AF-5FC8-9F2D-EF9A07F1B805}" dt="2025-12-22T20:55:33.642" v="257" actId="207"/>
            <ac:spMkLst>
              <pc:docMk/>
              <pc:sldMasterMk cId="3582624231" sldId="2147484608"/>
              <pc:sldLayoutMk cId="3946473230" sldId="2147484631"/>
              <ac:spMk id="20" creationId="{8570DD33-478D-EE36-FB0D-37AF51DC8F81}"/>
            </ac:spMkLst>
          </pc:spChg>
        </pc:sldLayoutChg>
        <pc:sldLayoutChg chg="modSp mod">
          <pc:chgData name="Sarah Rew" userId="f1a7a44c-7b29-425e-bf99-c5262f8cc243" providerId="ADAL" clId="{FE92FA83-C5AF-5FC8-9F2D-EF9A07F1B805}" dt="2025-12-22T21:09:46.794" v="953" actId="207"/>
          <pc:sldLayoutMkLst>
            <pc:docMk/>
            <pc:sldMasterMk cId="3582624231" sldId="2147484608"/>
            <pc:sldLayoutMk cId="3311523853" sldId="2147484632"/>
          </pc:sldLayoutMkLst>
          <pc:spChg chg="mod">
            <ac:chgData name="Sarah Rew" userId="f1a7a44c-7b29-425e-bf99-c5262f8cc243" providerId="ADAL" clId="{FE92FA83-C5AF-5FC8-9F2D-EF9A07F1B805}" dt="2025-12-22T20:58:44.342" v="283" actId="207"/>
            <ac:spMkLst>
              <pc:docMk/>
              <pc:sldMasterMk cId="3582624231" sldId="2147484608"/>
              <pc:sldLayoutMk cId="3311523853" sldId="2147484632"/>
              <ac:spMk id="2" creationId="{00000000-0000-0000-0000-000000000000}"/>
            </ac:spMkLst>
          </pc:spChg>
          <pc:spChg chg="mod">
            <ac:chgData name="Sarah Rew" userId="f1a7a44c-7b29-425e-bf99-c5262f8cc243" providerId="ADAL" clId="{FE92FA83-C5AF-5FC8-9F2D-EF9A07F1B805}" dt="2025-12-22T20:58:44.342" v="283" actId="207"/>
            <ac:spMkLst>
              <pc:docMk/>
              <pc:sldMasterMk cId="3582624231" sldId="2147484608"/>
              <pc:sldLayoutMk cId="3311523853" sldId="2147484632"/>
              <ac:spMk id="6" creationId="{A88C54EE-4A04-1472-DC41-DF05A6D50B38}"/>
            </ac:spMkLst>
          </pc:spChg>
          <pc:spChg chg="mod">
            <ac:chgData name="Sarah Rew" userId="f1a7a44c-7b29-425e-bf99-c5262f8cc243" providerId="ADAL" clId="{FE92FA83-C5AF-5FC8-9F2D-EF9A07F1B805}" dt="2025-12-22T21:09:46.794" v="953" actId="207"/>
            <ac:spMkLst>
              <pc:docMk/>
              <pc:sldMasterMk cId="3582624231" sldId="2147484608"/>
              <pc:sldLayoutMk cId="3311523853" sldId="2147484632"/>
              <ac:spMk id="9" creationId="{BD2324D5-7169-B467-B6AA-4B1EC6E2841A}"/>
            </ac:spMkLst>
          </pc:spChg>
          <pc:spChg chg="mod">
            <ac:chgData name="Sarah Rew" userId="f1a7a44c-7b29-425e-bf99-c5262f8cc243" providerId="ADAL" clId="{FE92FA83-C5AF-5FC8-9F2D-EF9A07F1B805}" dt="2025-12-22T20:55:37.819" v="258" actId="207"/>
            <ac:spMkLst>
              <pc:docMk/>
              <pc:sldMasterMk cId="3582624231" sldId="2147484608"/>
              <pc:sldLayoutMk cId="3311523853" sldId="2147484632"/>
              <ac:spMk id="23" creationId="{5E4F55A0-69C0-6EC0-F2D2-7A6C65D5D363}"/>
            </ac:spMkLst>
          </pc:spChg>
        </pc:sldLayoutChg>
        <pc:sldLayoutChg chg="modSp mod">
          <pc:chgData name="Sarah Rew" userId="f1a7a44c-7b29-425e-bf99-c5262f8cc243" providerId="ADAL" clId="{FE92FA83-C5AF-5FC8-9F2D-EF9A07F1B805}" dt="2025-12-22T21:05:45.009" v="927" actId="207"/>
          <pc:sldLayoutMkLst>
            <pc:docMk/>
            <pc:sldMasterMk cId="3582624231" sldId="2147484608"/>
            <pc:sldLayoutMk cId="1337659071" sldId="2147484633"/>
          </pc:sldLayoutMkLst>
          <pc:spChg chg="mod">
            <ac:chgData name="Sarah Rew" userId="f1a7a44c-7b29-425e-bf99-c5262f8cc243" providerId="ADAL" clId="{FE92FA83-C5AF-5FC8-9F2D-EF9A07F1B805}" dt="2025-12-22T21:05:45.009" v="927" actId="207"/>
            <ac:spMkLst>
              <pc:docMk/>
              <pc:sldMasterMk cId="3582624231" sldId="2147484608"/>
              <pc:sldLayoutMk cId="1337659071" sldId="2147484633"/>
              <ac:spMk id="4" creationId="{2D74C9D5-25D7-8E53-1DC1-2CF329EF57E7}"/>
            </ac:spMkLst>
          </pc:spChg>
          <pc:spChg chg="mod">
            <ac:chgData name="Sarah Rew" userId="f1a7a44c-7b29-425e-bf99-c5262f8cc243" providerId="ADAL" clId="{FE92FA83-C5AF-5FC8-9F2D-EF9A07F1B805}" dt="2025-12-22T20:54:52.953" v="250" actId="207"/>
            <ac:spMkLst>
              <pc:docMk/>
              <pc:sldMasterMk cId="3582624231" sldId="2147484608"/>
              <pc:sldLayoutMk cId="1337659071" sldId="2147484633"/>
              <ac:spMk id="5" creationId="{4806BE56-870D-DF55-9968-4B30A7F9BBC5}"/>
            </ac:spMkLst>
          </pc:spChg>
          <pc:spChg chg="mod">
            <ac:chgData name="Sarah Rew" userId="f1a7a44c-7b29-425e-bf99-c5262f8cc243" providerId="ADAL" clId="{FE92FA83-C5AF-5FC8-9F2D-EF9A07F1B805}" dt="2025-12-22T20:54:52.953" v="250" actId="207"/>
            <ac:spMkLst>
              <pc:docMk/>
              <pc:sldMasterMk cId="3582624231" sldId="2147484608"/>
              <pc:sldLayoutMk cId="1337659071" sldId="2147484633"/>
              <ac:spMk id="6" creationId="{8576968D-DF8D-B2CC-2DB2-EB8CA97380B8}"/>
            </ac:spMkLst>
          </pc:spChg>
          <pc:spChg chg="mod">
            <ac:chgData name="Sarah Rew" userId="f1a7a44c-7b29-425e-bf99-c5262f8cc243" providerId="ADAL" clId="{FE92FA83-C5AF-5FC8-9F2D-EF9A07F1B805}" dt="2025-12-22T20:54:47.722" v="249" actId="1076"/>
            <ac:spMkLst>
              <pc:docMk/>
              <pc:sldMasterMk cId="3582624231" sldId="2147484608"/>
              <pc:sldLayoutMk cId="1337659071" sldId="2147484633"/>
              <ac:spMk id="21" creationId="{A1F09468-AAF5-D848-8E23-68689C511FCA}"/>
            </ac:spMkLst>
          </pc:spChg>
        </pc:sldLayoutChg>
        <pc:sldLayoutChg chg="addSp delSp modSp mod">
          <pc:chgData name="Sarah Rew" userId="f1a7a44c-7b29-425e-bf99-c5262f8cc243" providerId="ADAL" clId="{FE92FA83-C5AF-5FC8-9F2D-EF9A07F1B805}" dt="2025-12-22T21:20:25.887" v="1233" actId="1036"/>
          <pc:sldLayoutMkLst>
            <pc:docMk/>
            <pc:sldMasterMk cId="3582624231" sldId="2147484608"/>
            <pc:sldLayoutMk cId="330688781" sldId="2147484634"/>
          </pc:sldLayoutMkLst>
          <pc:spChg chg="mod">
            <ac:chgData name="Sarah Rew" userId="f1a7a44c-7b29-425e-bf99-c5262f8cc243" providerId="ADAL" clId="{FE92FA83-C5AF-5FC8-9F2D-EF9A07F1B805}" dt="2025-12-22T20:54:40.111" v="247" actId="207"/>
            <ac:spMkLst>
              <pc:docMk/>
              <pc:sldMasterMk cId="3582624231" sldId="2147484608"/>
              <pc:sldLayoutMk cId="330688781" sldId="2147484634"/>
              <ac:spMk id="17" creationId="{DF10B125-B1A6-9536-7482-8CB1A3C9AB6D}"/>
            </ac:spMkLst>
          </pc:spChg>
          <pc:picChg chg="del">
            <ac:chgData name="Sarah Rew" userId="f1a7a44c-7b29-425e-bf99-c5262f8cc243" providerId="ADAL" clId="{FE92FA83-C5AF-5FC8-9F2D-EF9A07F1B805}" dt="2025-12-22T21:20:23.916" v="1227" actId="478"/>
            <ac:picMkLst>
              <pc:docMk/>
              <pc:sldMasterMk cId="3582624231" sldId="2147484608"/>
              <pc:sldLayoutMk cId="330688781" sldId="2147484634"/>
              <ac:picMk id="2" creationId="{0EF9E7B0-041E-23D1-CF9B-3B9CB08338B2}"/>
            </ac:picMkLst>
          </pc:picChg>
          <pc:picChg chg="add mod">
            <ac:chgData name="Sarah Rew" userId="f1a7a44c-7b29-425e-bf99-c5262f8cc243" providerId="ADAL" clId="{FE92FA83-C5AF-5FC8-9F2D-EF9A07F1B805}" dt="2025-12-22T21:20:25.887" v="1233" actId="1036"/>
            <ac:picMkLst>
              <pc:docMk/>
              <pc:sldMasterMk cId="3582624231" sldId="2147484608"/>
              <pc:sldLayoutMk cId="330688781" sldId="2147484634"/>
              <ac:picMk id="6" creationId="{9629597C-BD99-CA68-B84B-364C0A41D242}"/>
            </ac:picMkLst>
          </pc:picChg>
        </pc:sldLayoutChg>
        <pc:sldLayoutChg chg="modSp mod">
          <pc:chgData name="Sarah Rew" userId="f1a7a44c-7b29-425e-bf99-c5262f8cc243" providerId="ADAL" clId="{FE92FA83-C5AF-5FC8-9F2D-EF9A07F1B805}" dt="2025-12-22T21:09:53.571" v="955" actId="207"/>
          <pc:sldLayoutMkLst>
            <pc:docMk/>
            <pc:sldMasterMk cId="3582624231" sldId="2147484608"/>
            <pc:sldLayoutMk cId="1581312603" sldId="2147484635"/>
          </pc:sldLayoutMkLst>
          <pc:spChg chg="mod">
            <ac:chgData name="Sarah Rew" userId="f1a7a44c-7b29-425e-bf99-c5262f8cc243" providerId="ADAL" clId="{FE92FA83-C5AF-5FC8-9F2D-EF9A07F1B805}" dt="2025-12-22T20:56:03.095" v="263" actId="207"/>
            <ac:spMkLst>
              <pc:docMk/>
              <pc:sldMasterMk cId="3582624231" sldId="2147484608"/>
              <pc:sldLayoutMk cId="1581312603" sldId="2147484635"/>
              <ac:spMk id="6" creationId="{3E3146F3-BBEA-B4D9-3625-DED653DAE891}"/>
            </ac:spMkLst>
          </pc:spChg>
          <pc:spChg chg="mod">
            <ac:chgData name="Sarah Rew" userId="f1a7a44c-7b29-425e-bf99-c5262f8cc243" providerId="ADAL" clId="{FE92FA83-C5AF-5FC8-9F2D-EF9A07F1B805}" dt="2025-12-22T21:09:53.571" v="955" actId="207"/>
            <ac:spMkLst>
              <pc:docMk/>
              <pc:sldMasterMk cId="3582624231" sldId="2147484608"/>
              <pc:sldLayoutMk cId="1581312603" sldId="2147484635"/>
              <ac:spMk id="18" creationId="{A72A0E89-7B5A-EA63-ECD4-1D26D54C89C4}"/>
            </ac:spMkLst>
          </pc:spChg>
          <pc:spChg chg="mod">
            <ac:chgData name="Sarah Rew" userId="f1a7a44c-7b29-425e-bf99-c5262f8cc243" providerId="ADAL" clId="{FE92FA83-C5AF-5FC8-9F2D-EF9A07F1B805}" dt="2025-12-22T20:58:53.691" v="285" actId="207"/>
            <ac:spMkLst>
              <pc:docMk/>
              <pc:sldMasterMk cId="3582624231" sldId="2147484608"/>
              <pc:sldLayoutMk cId="1581312603" sldId="2147484635"/>
              <ac:spMk id="25" creationId="{889FC86F-46B8-A6DC-DC56-9714DEAEC7DE}"/>
            </ac:spMkLst>
          </pc:spChg>
          <pc:spChg chg="mod">
            <ac:chgData name="Sarah Rew" userId="f1a7a44c-7b29-425e-bf99-c5262f8cc243" providerId="ADAL" clId="{FE92FA83-C5AF-5FC8-9F2D-EF9A07F1B805}" dt="2025-12-22T20:56:01.786" v="262" actId="207"/>
            <ac:spMkLst>
              <pc:docMk/>
              <pc:sldMasterMk cId="3582624231" sldId="2147484608"/>
              <pc:sldLayoutMk cId="1581312603" sldId="2147484635"/>
              <ac:spMk id="30" creationId="{DBFE2E90-E999-344A-5944-59B1BDA9DB04}"/>
            </ac:spMkLst>
          </pc:spChg>
        </pc:sldLayoutChg>
        <pc:sldLayoutChg chg="modSp mod">
          <pc:chgData name="Sarah Rew" userId="f1a7a44c-7b29-425e-bf99-c5262f8cc243" providerId="ADAL" clId="{FE92FA83-C5AF-5FC8-9F2D-EF9A07F1B805}" dt="2025-12-22T21:09:57.621" v="957" actId="207"/>
          <pc:sldLayoutMkLst>
            <pc:docMk/>
            <pc:sldMasterMk cId="3582624231" sldId="2147484608"/>
            <pc:sldLayoutMk cId="3981936494" sldId="2147484636"/>
          </pc:sldLayoutMkLst>
          <pc:spChg chg="mod">
            <ac:chgData name="Sarah Rew" userId="f1a7a44c-7b29-425e-bf99-c5262f8cc243" providerId="ADAL" clId="{FE92FA83-C5AF-5FC8-9F2D-EF9A07F1B805}" dt="2025-12-22T20:56:07.341" v="264" actId="207"/>
            <ac:spMkLst>
              <pc:docMk/>
              <pc:sldMasterMk cId="3582624231" sldId="2147484608"/>
              <pc:sldLayoutMk cId="3981936494" sldId="2147484636"/>
              <ac:spMk id="6" creationId="{3E3146F3-BBEA-B4D9-3625-DED653DAE891}"/>
            </ac:spMkLst>
          </pc:spChg>
          <pc:spChg chg="mod">
            <ac:chgData name="Sarah Rew" userId="f1a7a44c-7b29-425e-bf99-c5262f8cc243" providerId="ADAL" clId="{FE92FA83-C5AF-5FC8-9F2D-EF9A07F1B805}" dt="2025-12-22T21:09:57.621" v="957" actId="207"/>
            <ac:spMkLst>
              <pc:docMk/>
              <pc:sldMasterMk cId="3582624231" sldId="2147484608"/>
              <pc:sldLayoutMk cId="3981936494" sldId="2147484636"/>
              <ac:spMk id="18" creationId="{55EC7BD2-623E-4F46-3CBE-8F8AD09F86A1}"/>
            </ac:spMkLst>
          </pc:spChg>
          <pc:spChg chg="mod">
            <ac:chgData name="Sarah Rew" userId="f1a7a44c-7b29-425e-bf99-c5262f8cc243" providerId="ADAL" clId="{FE92FA83-C5AF-5FC8-9F2D-EF9A07F1B805}" dt="2025-12-22T20:58:59.029" v="286" actId="207"/>
            <ac:spMkLst>
              <pc:docMk/>
              <pc:sldMasterMk cId="3582624231" sldId="2147484608"/>
              <pc:sldLayoutMk cId="3981936494" sldId="2147484636"/>
              <ac:spMk id="25" creationId="{C33D087E-52D1-8A25-A649-FD51BC3EC65D}"/>
            </ac:spMkLst>
          </pc:spChg>
          <pc:spChg chg="mod">
            <ac:chgData name="Sarah Rew" userId="f1a7a44c-7b29-425e-bf99-c5262f8cc243" providerId="ADAL" clId="{FE92FA83-C5AF-5FC8-9F2D-EF9A07F1B805}" dt="2025-12-22T20:56:07.341" v="264" actId="207"/>
            <ac:spMkLst>
              <pc:docMk/>
              <pc:sldMasterMk cId="3582624231" sldId="2147484608"/>
              <pc:sldLayoutMk cId="3981936494" sldId="2147484636"/>
              <ac:spMk id="30" creationId="{B04E442F-EFE7-A53F-F2A6-3A2DF9273F29}"/>
            </ac:spMkLst>
          </pc:spChg>
        </pc:sldLayoutChg>
        <pc:sldLayoutChg chg="modSp mod">
          <pc:chgData name="Sarah Rew" userId="f1a7a44c-7b29-425e-bf99-c5262f8cc243" providerId="ADAL" clId="{FE92FA83-C5AF-5FC8-9F2D-EF9A07F1B805}" dt="2025-12-22T21:10:00.666" v="958" actId="207"/>
          <pc:sldLayoutMkLst>
            <pc:docMk/>
            <pc:sldMasterMk cId="3582624231" sldId="2147484608"/>
            <pc:sldLayoutMk cId="1059027573" sldId="2147484637"/>
          </pc:sldLayoutMkLst>
          <pc:spChg chg="mod">
            <ac:chgData name="Sarah Rew" userId="f1a7a44c-7b29-425e-bf99-c5262f8cc243" providerId="ADAL" clId="{FE92FA83-C5AF-5FC8-9F2D-EF9A07F1B805}" dt="2025-12-22T20:56:10.702" v="265" actId="207"/>
            <ac:spMkLst>
              <pc:docMk/>
              <pc:sldMasterMk cId="3582624231" sldId="2147484608"/>
              <pc:sldLayoutMk cId="1059027573" sldId="2147484637"/>
              <ac:spMk id="6" creationId="{3E3146F3-BBEA-B4D9-3625-DED653DAE891}"/>
            </ac:spMkLst>
          </pc:spChg>
          <pc:spChg chg="mod">
            <ac:chgData name="Sarah Rew" userId="f1a7a44c-7b29-425e-bf99-c5262f8cc243" providerId="ADAL" clId="{FE92FA83-C5AF-5FC8-9F2D-EF9A07F1B805}" dt="2025-12-22T21:10:00.666" v="958" actId="207"/>
            <ac:spMkLst>
              <pc:docMk/>
              <pc:sldMasterMk cId="3582624231" sldId="2147484608"/>
              <pc:sldLayoutMk cId="1059027573" sldId="2147484637"/>
              <ac:spMk id="16" creationId="{7A5E4D59-59BF-FC70-655A-F9D459B170DC}"/>
            </ac:spMkLst>
          </pc:spChg>
          <pc:spChg chg="mod">
            <ac:chgData name="Sarah Rew" userId="f1a7a44c-7b29-425e-bf99-c5262f8cc243" providerId="ADAL" clId="{FE92FA83-C5AF-5FC8-9F2D-EF9A07F1B805}" dt="2025-12-22T20:59:02.527" v="287" actId="207"/>
            <ac:spMkLst>
              <pc:docMk/>
              <pc:sldMasterMk cId="3582624231" sldId="2147484608"/>
              <pc:sldLayoutMk cId="1059027573" sldId="2147484637"/>
              <ac:spMk id="23" creationId="{BBC7CF57-8982-F831-738E-8CC0602BB865}"/>
            </ac:spMkLst>
          </pc:spChg>
          <pc:spChg chg="mod">
            <ac:chgData name="Sarah Rew" userId="f1a7a44c-7b29-425e-bf99-c5262f8cc243" providerId="ADAL" clId="{FE92FA83-C5AF-5FC8-9F2D-EF9A07F1B805}" dt="2025-12-22T20:56:10.702" v="265" actId="207"/>
            <ac:spMkLst>
              <pc:docMk/>
              <pc:sldMasterMk cId="3582624231" sldId="2147484608"/>
              <pc:sldLayoutMk cId="1059027573" sldId="2147484637"/>
              <ac:spMk id="28" creationId="{0DA415F6-4E85-3476-6875-7C7D451791F8}"/>
            </ac:spMkLst>
          </pc:spChg>
        </pc:sldLayoutChg>
        <pc:sldLayoutChg chg="modSp mod">
          <pc:chgData name="Sarah Rew" userId="f1a7a44c-7b29-425e-bf99-c5262f8cc243" providerId="ADAL" clId="{FE92FA83-C5AF-5FC8-9F2D-EF9A07F1B805}" dt="2025-12-22T21:10:03.830" v="959" actId="207"/>
          <pc:sldLayoutMkLst>
            <pc:docMk/>
            <pc:sldMasterMk cId="3582624231" sldId="2147484608"/>
            <pc:sldLayoutMk cId="553159158" sldId="2147484639"/>
          </pc:sldLayoutMkLst>
          <pc:spChg chg="mod">
            <ac:chgData name="Sarah Rew" userId="f1a7a44c-7b29-425e-bf99-c5262f8cc243" providerId="ADAL" clId="{FE92FA83-C5AF-5FC8-9F2D-EF9A07F1B805}" dt="2025-12-22T21:10:03.830" v="959" actId="207"/>
            <ac:spMkLst>
              <pc:docMk/>
              <pc:sldMasterMk cId="3582624231" sldId="2147484608"/>
              <pc:sldLayoutMk cId="553159158" sldId="2147484639"/>
              <ac:spMk id="15" creationId="{C0B45189-F081-AFE4-4811-FBE3A9112CC1}"/>
            </ac:spMkLst>
          </pc:spChg>
          <pc:spChg chg="mod">
            <ac:chgData name="Sarah Rew" userId="f1a7a44c-7b29-425e-bf99-c5262f8cc243" providerId="ADAL" clId="{FE92FA83-C5AF-5FC8-9F2D-EF9A07F1B805}" dt="2025-12-22T20:59:06.417" v="288" actId="207"/>
            <ac:spMkLst>
              <pc:docMk/>
              <pc:sldMasterMk cId="3582624231" sldId="2147484608"/>
              <pc:sldLayoutMk cId="553159158" sldId="2147484639"/>
              <ac:spMk id="22" creationId="{5F4EEF1D-6AE6-8BBC-A026-44F5BC9728BD}"/>
            </ac:spMkLst>
          </pc:spChg>
          <pc:spChg chg="mod">
            <ac:chgData name="Sarah Rew" userId="f1a7a44c-7b29-425e-bf99-c5262f8cc243" providerId="ADAL" clId="{FE92FA83-C5AF-5FC8-9F2D-EF9A07F1B805}" dt="2025-12-22T20:56:17.169" v="266" actId="207"/>
            <ac:spMkLst>
              <pc:docMk/>
              <pc:sldMasterMk cId="3582624231" sldId="2147484608"/>
              <pc:sldLayoutMk cId="553159158" sldId="2147484639"/>
              <ac:spMk id="28" creationId="{05DF7DDB-6328-5333-0C87-E9A9BDE6CA86}"/>
            </ac:spMkLst>
          </pc:spChg>
        </pc:sldLayoutChg>
        <pc:sldLayoutChg chg="modSp mod">
          <pc:chgData name="Sarah Rew" userId="f1a7a44c-7b29-425e-bf99-c5262f8cc243" providerId="ADAL" clId="{FE92FA83-C5AF-5FC8-9F2D-EF9A07F1B805}" dt="2025-12-22T21:08:42.330" v="945" actId="207"/>
          <pc:sldLayoutMkLst>
            <pc:docMk/>
            <pc:sldMasterMk cId="3582624231" sldId="2147484608"/>
            <pc:sldLayoutMk cId="3499526149" sldId="2147484640"/>
          </pc:sldLayoutMkLst>
          <pc:spChg chg="mod">
            <ac:chgData name="Sarah Rew" userId="f1a7a44c-7b29-425e-bf99-c5262f8cc243" providerId="ADAL" clId="{FE92FA83-C5AF-5FC8-9F2D-EF9A07F1B805}" dt="2025-12-22T21:06:55.495" v="935" actId="207"/>
            <ac:spMkLst>
              <pc:docMk/>
              <pc:sldMasterMk cId="3582624231" sldId="2147484608"/>
              <pc:sldLayoutMk cId="3499526149" sldId="2147484640"/>
              <ac:spMk id="4" creationId="{2D74C9D5-25D7-8E53-1DC1-2CF329EF57E7}"/>
            </ac:spMkLst>
          </pc:spChg>
          <pc:spChg chg="mod">
            <ac:chgData name="Sarah Rew" userId="f1a7a44c-7b29-425e-bf99-c5262f8cc243" providerId="ADAL" clId="{FE92FA83-C5AF-5FC8-9F2D-EF9A07F1B805}" dt="2025-12-22T21:08:42.330" v="945" actId="207"/>
            <ac:spMkLst>
              <pc:docMk/>
              <pc:sldMasterMk cId="3582624231" sldId="2147484608"/>
              <pc:sldLayoutMk cId="3499526149" sldId="2147484640"/>
              <ac:spMk id="10" creationId="{4CA63E0A-DCAF-CB1A-482C-5CB88FA8063A}"/>
            </ac:spMkLst>
          </pc:spChg>
        </pc:sldLayoutChg>
        <pc:sldLayoutChg chg="modSp mod">
          <pc:chgData name="Sarah Rew" userId="f1a7a44c-7b29-425e-bf99-c5262f8cc243" providerId="ADAL" clId="{FE92FA83-C5AF-5FC8-9F2D-EF9A07F1B805}" dt="2025-12-22T20:56:22.770" v="268" actId="207"/>
          <pc:sldLayoutMkLst>
            <pc:docMk/>
            <pc:sldMasterMk cId="3582624231" sldId="2147484608"/>
            <pc:sldLayoutMk cId="2666847969" sldId="2147484641"/>
          </pc:sldLayoutMkLst>
          <pc:spChg chg="mod">
            <ac:chgData name="Sarah Rew" userId="f1a7a44c-7b29-425e-bf99-c5262f8cc243" providerId="ADAL" clId="{FE92FA83-C5AF-5FC8-9F2D-EF9A07F1B805}" dt="2025-12-22T20:56:22.770" v="268" actId="207"/>
            <ac:spMkLst>
              <pc:docMk/>
              <pc:sldMasterMk cId="3582624231" sldId="2147484608"/>
              <pc:sldLayoutMk cId="2666847969" sldId="2147484641"/>
              <ac:spMk id="6" creationId="{3E891DDD-6452-3DDF-3060-C9E6D87F5D62}"/>
            </ac:spMkLst>
          </pc:spChg>
        </pc:sldLayoutChg>
        <pc:sldLayoutChg chg="addSp delSp modSp mod">
          <pc:chgData name="Sarah Rew" userId="f1a7a44c-7b29-425e-bf99-c5262f8cc243" providerId="ADAL" clId="{FE92FA83-C5AF-5FC8-9F2D-EF9A07F1B805}" dt="2025-12-22T21:09:40.610" v="951" actId="207"/>
          <pc:sldLayoutMkLst>
            <pc:docMk/>
            <pc:sldMasterMk cId="3582624231" sldId="2147484608"/>
            <pc:sldLayoutMk cId="1667924003" sldId="2147484642"/>
          </pc:sldLayoutMkLst>
          <pc:spChg chg="mod">
            <ac:chgData name="Sarah Rew" userId="f1a7a44c-7b29-425e-bf99-c5262f8cc243" providerId="ADAL" clId="{FE92FA83-C5AF-5FC8-9F2D-EF9A07F1B805}" dt="2025-12-22T21:09:40.610" v="951" actId="207"/>
            <ac:spMkLst>
              <pc:docMk/>
              <pc:sldMasterMk cId="3582624231" sldId="2147484608"/>
              <pc:sldLayoutMk cId="1667924003" sldId="2147484642"/>
              <ac:spMk id="3" creationId="{4C2F0AAB-4930-F3BA-7E37-CD1E1102B368}"/>
            </ac:spMkLst>
          </pc:spChg>
          <pc:spChg chg="add del mod">
            <ac:chgData name="Sarah Rew" userId="f1a7a44c-7b29-425e-bf99-c5262f8cc243" providerId="ADAL" clId="{FE92FA83-C5AF-5FC8-9F2D-EF9A07F1B805}" dt="2025-12-22T21:03:40.789" v="316"/>
            <ac:spMkLst>
              <pc:docMk/>
              <pc:sldMasterMk cId="3582624231" sldId="2147484608"/>
              <pc:sldLayoutMk cId="1667924003" sldId="2147484642"/>
              <ac:spMk id="5" creationId="{A55A2CCC-6D4E-7A5A-D5A4-011C58FC2A77}"/>
            </ac:spMkLst>
          </pc:spChg>
          <pc:spChg chg="mod">
            <ac:chgData name="Sarah Rew" userId="f1a7a44c-7b29-425e-bf99-c5262f8cc243" providerId="ADAL" clId="{FE92FA83-C5AF-5FC8-9F2D-EF9A07F1B805}" dt="2025-12-22T21:08:09.482" v="942" actId="207"/>
            <ac:spMkLst>
              <pc:docMk/>
              <pc:sldMasterMk cId="3582624231" sldId="2147484608"/>
              <pc:sldLayoutMk cId="1667924003" sldId="2147484642"/>
              <ac:spMk id="7" creationId="{0D303333-1AD7-B776-76F4-1A881A245650}"/>
            </ac:spMkLst>
          </pc:spChg>
          <pc:spChg chg="mod">
            <ac:chgData name="Sarah Rew" userId="f1a7a44c-7b29-425e-bf99-c5262f8cc243" providerId="ADAL" clId="{FE92FA83-C5AF-5FC8-9F2D-EF9A07F1B805}" dt="2025-12-22T21:06:43.679" v="934" actId="207"/>
            <ac:spMkLst>
              <pc:docMk/>
              <pc:sldMasterMk cId="3582624231" sldId="2147484608"/>
              <pc:sldLayoutMk cId="1667924003" sldId="2147484642"/>
              <ac:spMk id="16" creationId="{3074D64B-290E-9670-9544-D9D649B2BB0F}"/>
            </ac:spMkLst>
          </pc:spChg>
        </pc:sldLayoutChg>
        <pc:sldLayoutChg chg="modSp mod">
          <pc:chgData name="Sarah Rew" userId="f1a7a44c-7b29-425e-bf99-c5262f8cc243" providerId="ADAL" clId="{FE92FA83-C5AF-5FC8-9F2D-EF9A07F1B805}" dt="2025-12-22T21:09:04.039" v="947" actId="207"/>
          <pc:sldLayoutMkLst>
            <pc:docMk/>
            <pc:sldMasterMk cId="3582624231" sldId="2147484608"/>
            <pc:sldLayoutMk cId="3259999513" sldId="2147484643"/>
          </pc:sldLayoutMkLst>
          <pc:spChg chg="mod">
            <ac:chgData name="Sarah Rew" userId="f1a7a44c-7b29-425e-bf99-c5262f8cc243" providerId="ADAL" clId="{FE92FA83-C5AF-5FC8-9F2D-EF9A07F1B805}" dt="2025-12-22T21:06:25.837" v="930" actId="207"/>
            <ac:spMkLst>
              <pc:docMk/>
              <pc:sldMasterMk cId="3582624231" sldId="2147484608"/>
              <pc:sldLayoutMk cId="3259999513" sldId="2147484643"/>
              <ac:spMk id="4" creationId="{2D74C9D5-25D7-8E53-1DC1-2CF329EF57E7}"/>
            </ac:spMkLst>
          </pc:spChg>
          <pc:spChg chg="mod">
            <ac:chgData name="Sarah Rew" userId="f1a7a44c-7b29-425e-bf99-c5262f8cc243" providerId="ADAL" clId="{FE92FA83-C5AF-5FC8-9F2D-EF9A07F1B805}" dt="2025-12-22T21:09:04.039" v="947" actId="207"/>
            <ac:spMkLst>
              <pc:docMk/>
              <pc:sldMasterMk cId="3582624231" sldId="2147484608"/>
              <pc:sldLayoutMk cId="3259999513" sldId="2147484643"/>
              <ac:spMk id="5" creationId="{9BEEFE98-8907-A87F-7B6B-EC99E6B3586A}"/>
            </ac:spMkLst>
          </pc:spChg>
        </pc:sldLayoutChg>
        <pc:sldLayoutChg chg="modSp mod">
          <pc:chgData name="Sarah Rew" userId="f1a7a44c-7b29-425e-bf99-c5262f8cc243" providerId="ADAL" clId="{FE92FA83-C5AF-5FC8-9F2D-EF9A07F1B805}" dt="2025-12-22T20:58:30.670" v="281" actId="207"/>
          <pc:sldLayoutMkLst>
            <pc:docMk/>
            <pc:sldMasterMk cId="3582624231" sldId="2147484608"/>
            <pc:sldLayoutMk cId="858506789" sldId="2147484645"/>
          </pc:sldLayoutMkLst>
          <pc:spChg chg="mod">
            <ac:chgData name="Sarah Rew" userId="f1a7a44c-7b29-425e-bf99-c5262f8cc243" providerId="ADAL" clId="{FE92FA83-C5AF-5FC8-9F2D-EF9A07F1B805}" dt="2025-12-22T20:58:30.670" v="281" actId="207"/>
            <ac:spMkLst>
              <pc:docMk/>
              <pc:sldMasterMk cId="3582624231" sldId="2147484608"/>
              <pc:sldLayoutMk cId="858506789" sldId="2147484645"/>
              <ac:spMk id="2" creationId="{DA1C4DD8-B2AE-18E8-3E44-F62E9914534C}"/>
            </ac:spMkLst>
          </pc:spChg>
          <pc:spChg chg="mod">
            <ac:chgData name="Sarah Rew" userId="f1a7a44c-7b29-425e-bf99-c5262f8cc243" providerId="ADAL" clId="{FE92FA83-C5AF-5FC8-9F2D-EF9A07F1B805}" dt="2025-12-22T20:55:11.310" v="253" actId="207"/>
            <ac:spMkLst>
              <pc:docMk/>
              <pc:sldMasterMk cId="3582624231" sldId="2147484608"/>
              <pc:sldLayoutMk cId="858506789" sldId="2147484645"/>
              <ac:spMk id="7" creationId="{E7DDD425-A4B1-9E31-5B45-3838CE464A97}"/>
            </ac:spMkLst>
          </pc:spChg>
          <pc:spChg chg="mod">
            <ac:chgData name="Sarah Rew" userId="f1a7a44c-7b29-425e-bf99-c5262f8cc243" providerId="ADAL" clId="{FE92FA83-C5AF-5FC8-9F2D-EF9A07F1B805}" dt="2025-12-22T20:55:11.310" v="253" actId="207"/>
            <ac:spMkLst>
              <pc:docMk/>
              <pc:sldMasterMk cId="3582624231" sldId="2147484608"/>
              <pc:sldLayoutMk cId="858506789" sldId="2147484645"/>
              <ac:spMk id="9" creationId="{8E4EC8C6-F3BF-D7C9-4EEC-E00275581C8B}"/>
            </ac:spMkLst>
          </pc:spChg>
        </pc:sldLayoutChg>
        <pc:sldLayoutChg chg="modSp mod">
          <pc:chgData name="Sarah Rew" userId="f1a7a44c-7b29-425e-bf99-c5262f8cc243" providerId="ADAL" clId="{FE92FA83-C5AF-5FC8-9F2D-EF9A07F1B805}" dt="2025-12-22T21:09:11.843" v="948" actId="207"/>
          <pc:sldLayoutMkLst>
            <pc:docMk/>
            <pc:sldMasterMk cId="3582624231" sldId="2147484608"/>
            <pc:sldLayoutMk cId="1600622238" sldId="2147484648"/>
          </pc:sldLayoutMkLst>
          <pc:spChg chg="mod">
            <ac:chgData name="Sarah Rew" userId="f1a7a44c-7b29-425e-bf99-c5262f8cc243" providerId="ADAL" clId="{FE92FA83-C5AF-5FC8-9F2D-EF9A07F1B805}" dt="2025-12-22T21:09:11.843" v="948" actId="207"/>
            <ac:spMkLst>
              <pc:docMk/>
              <pc:sldMasterMk cId="3582624231" sldId="2147484608"/>
              <pc:sldLayoutMk cId="1600622238" sldId="2147484648"/>
              <ac:spMk id="3" creationId="{C30D33B8-EEBC-3727-6B60-3BDEA8FD3F89}"/>
            </ac:spMkLst>
          </pc:spChg>
          <pc:spChg chg="mod">
            <ac:chgData name="Sarah Rew" userId="f1a7a44c-7b29-425e-bf99-c5262f8cc243" providerId="ADAL" clId="{FE92FA83-C5AF-5FC8-9F2D-EF9A07F1B805}" dt="2025-12-22T21:05:36.647" v="924" actId="207"/>
            <ac:spMkLst>
              <pc:docMk/>
              <pc:sldMasterMk cId="3582624231" sldId="2147484608"/>
              <pc:sldLayoutMk cId="1600622238" sldId="2147484648"/>
              <ac:spMk id="10" creationId="{E04F0860-50B3-187D-66DD-E4CF887DACF4}"/>
            </ac:spMkLst>
          </pc:spChg>
        </pc:sldLayoutChg>
        <pc:sldLayoutChg chg="modSp mod">
          <pc:chgData name="Sarah Rew" userId="f1a7a44c-7b29-425e-bf99-c5262f8cc243" providerId="ADAL" clId="{FE92FA83-C5AF-5FC8-9F2D-EF9A07F1B805}" dt="2025-12-22T21:08:57.696" v="946" actId="207"/>
          <pc:sldLayoutMkLst>
            <pc:docMk/>
            <pc:sldMasterMk cId="3582624231" sldId="2147484608"/>
            <pc:sldLayoutMk cId="1632591121" sldId="2147484649"/>
          </pc:sldLayoutMkLst>
          <pc:spChg chg="mod">
            <ac:chgData name="Sarah Rew" userId="f1a7a44c-7b29-425e-bf99-c5262f8cc243" providerId="ADAL" clId="{FE92FA83-C5AF-5FC8-9F2D-EF9A07F1B805}" dt="2025-12-22T20:55:06.899" v="252" actId="207"/>
            <ac:spMkLst>
              <pc:docMk/>
              <pc:sldMasterMk cId="3582624231" sldId="2147484608"/>
              <pc:sldLayoutMk cId="1632591121" sldId="2147484649"/>
              <ac:spMk id="6" creationId="{3E891DDD-6452-3DDF-3060-C9E6D87F5D62}"/>
            </ac:spMkLst>
          </pc:spChg>
          <pc:spChg chg="mod">
            <ac:chgData name="Sarah Rew" userId="f1a7a44c-7b29-425e-bf99-c5262f8cc243" providerId="ADAL" clId="{FE92FA83-C5AF-5FC8-9F2D-EF9A07F1B805}" dt="2025-12-22T21:08:57.696" v="946" actId="207"/>
            <ac:spMkLst>
              <pc:docMk/>
              <pc:sldMasterMk cId="3582624231" sldId="2147484608"/>
              <pc:sldLayoutMk cId="1632591121" sldId="2147484649"/>
              <ac:spMk id="8" creationId="{781F309E-34C5-32F4-3F73-14533613FE1B}"/>
            </ac:spMkLst>
          </pc:spChg>
        </pc:sldLayoutChg>
        <pc:sldLayoutChg chg="addSp delSp modSp mod">
          <pc:chgData name="Sarah Rew" userId="f1a7a44c-7b29-425e-bf99-c5262f8cc243" providerId="ADAL" clId="{FE92FA83-C5AF-5FC8-9F2D-EF9A07F1B805}" dt="2025-12-22T21:20:32.942" v="1236"/>
          <pc:sldLayoutMkLst>
            <pc:docMk/>
            <pc:sldMasterMk cId="3582624231" sldId="2147484608"/>
            <pc:sldLayoutMk cId="4244773685" sldId="2147484650"/>
          </pc:sldLayoutMkLst>
          <pc:spChg chg="mod">
            <ac:chgData name="Sarah Rew" userId="f1a7a44c-7b29-425e-bf99-c5262f8cc243" providerId="ADAL" clId="{FE92FA83-C5AF-5FC8-9F2D-EF9A07F1B805}" dt="2025-12-22T20:58:12.787" v="280" actId="207"/>
            <ac:spMkLst>
              <pc:docMk/>
              <pc:sldMasterMk cId="3582624231" sldId="2147484608"/>
              <pc:sldLayoutMk cId="4244773685" sldId="2147484650"/>
              <ac:spMk id="6" creationId="{9C04D612-953F-BEAB-AE4F-646CEDD9046E}"/>
            </ac:spMkLst>
          </pc:spChg>
          <pc:picChg chg="del mod">
            <ac:chgData name="Sarah Rew" userId="f1a7a44c-7b29-425e-bf99-c5262f8cc243" providerId="ADAL" clId="{FE92FA83-C5AF-5FC8-9F2D-EF9A07F1B805}" dt="2025-12-22T21:20:31.855" v="1235" actId="478"/>
            <ac:picMkLst>
              <pc:docMk/>
              <pc:sldMasterMk cId="3582624231" sldId="2147484608"/>
              <pc:sldLayoutMk cId="4244773685" sldId="2147484650"/>
              <ac:picMk id="2" creationId="{0EF9E7B0-041E-23D1-CF9B-3B9CB08338B2}"/>
            </ac:picMkLst>
          </pc:picChg>
          <pc:picChg chg="add mod">
            <ac:chgData name="Sarah Rew" userId="f1a7a44c-7b29-425e-bf99-c5262f8cc243" providerId="ADAL" clId="{FE92FA83-C5AF-5FC8-9F2D-EF9A07F1B805}" dt="2025-12-22T21:20:29.796" v="1234"/>
            <ac:picMkLst>
              <pc:docMk/>
              <pc:sldMasterMk cId="3582624231" sldId="2147484608"/>
              <pc:sldLayoutMk cId="4244773685" sldId="2147484650"/>
              <ac:picMk id="4" creationId="{55473830-DF90-9552-B6BE-1162245AF2B0}"/>
            </ac:picMkLst>
          </pc:picChg>
          <pc:picChg chg="add mod">
            <ac:chgData name="Sarah Rew" userId="f1a7a44c-7b29-425e-bf99-c5262f8cc243" providerId="ADAL" clId="{FE92FA83-C5AF-5FC8-9F2D-EF9A07F1B805}" dt="2025-12-22T21:20:32.942" v="1236"/>
            <ac:picMkLst>
              <pc:docMk/>
              <pc:sldMasterMk cId="3582624231" sldId="2147484608"/>
              <pc:sldLayoutMk cId="4244773685" sldId="2147484650"/>
              <ac:picMk id="5" creationId="{950D036D-E0B2-5956-4D79-E6D3E2AD2DA7}"/>
            </ac:picMkLst>
          </pc:picChg>
        </pc:sldLayoutChg>
        <pc:sldLayoutChg chg="addSp delSp modSp mod">
          <pc:chgData name="Sarah Rew" userId="f1a7a44c-7b29-425e-bf99-c5262f8cc243" providerId="ADAL" clId="{FE92FA83-C5AF-5FC8-9F2D-EF9A07F1B805}" dt="2025-12-22T21:19:47.364" v="1214"/>
          <pc:sldLayoutMkLst>
            <pc:docMk/>
            <pc:sldMasterMk cId="3582624231" sldId="2147484608"/>
            <pc:sldLayoutMk cId="2043683269" sldId="2147484652"/>
          </pc:sldLayoutMkLst>
          <pc:spChg chg="mod">
            <ac:chgData name="Sarah Rew" userId="f1a7a44c-7b29-425e-bf99-c5262f8cc243" providerId="ADAL" clId="{FE92FA83-C5AF-5FC8-9F2D-EF9A07F1B805}" dt="2025-12-22T21:04:19.368" v="428" actId="207"/>
            <ac:spMkLst>
              <pc:docMk/>
              <pc:sldMasterMk cId="3582624231" sldId="2147484608"/>
              <pc:sldLayoutMk cId="2043683269" sldId="2147484652"/>
              <ac:spMk id="3" creationId="{D65C0CB8-EDF4-FB60-3B97-2D68FFBB90F4}"/>
            </ac:spMkLst>
          </pc:spChg>
          <pc:spChg chg="mod">
            <ac:chgData name="Sarah Rew" userId="f1a7a44c-7b29-425e-bf99-c5262f8cc243" providerId="ADAL" clId="{FE92FA83-C5AF-5FC8-9F2D-EF9A07F1B805}" dt="2025-12-22T20:54:32.387" v="245" actId="207"/>
            <ac:spMkLst>
              <pc:docMk/>
              <pc:sldMasterMk cId="3582624231" sldId="2147484608"/>
              <pc:sldLayoutMk cId="2043683269" sldId="2147484652"/>
              <ac:spMk id="5" creationId="{65D9CE38-413D-201C-490C-56CA218BA5F9}"/>
            </ac:spMkLst>
          </pc:spChg>
          <pc:spChg chg="add del mod">
            <ac:chgData name="Sarah Rew" userId="f1a7a44c-7b29-425e-bf99-c5262f8cc243" providerId="ADAL" clId="{FE92FA83-C5AF-5FC8-9F2D-EF9A07F1B805}" dt="2025-12-22T21:19:47.364" v="1214"/>
            <ac:spMkLst>
              <pc:docMk/>
              <pc:sldMasterMk cId="3582624231" sldId="2147484608"/>
              <pc:sldLayoutMk cId="2043683269" sldId="2147484652"/>
              <ac:spMk id="11" creationId="{9B3C89F6-7345-EF67-A14C-1C634543C73F}"/>
            </ac:spMkLst>
          </pc:spChg>
          <pc:spChg chg="mod">
            <ac:chgData name="Sarah Rew" userId="f1a7a44c-7b29-425e-bf99-c5262f8cc243" providerId="ADAL" clId="{FE92FA83-C5AF-5FC8-9F2D-EF9A07F1B805}" dt="2025-12-22T20:54:28.740" v="244" actId="207"/>
            <ac:spMkLst>
              <pc:docMk/>
              <pc:sldMasterMk cId="3582624231" sldId="2147484608"/>
              <pc:sldLayoutMk cId="2043683269" sldId="2147484652"/>
              <ac:spMk id="16" creationId="{4B974F51-B2CC-BAE9-9E63-1D3415E197C2}"/>
            </ac:spMkLst>
          </pc:spChg>
          <pc:picChg chg="mod">
            <ac:chgData name="Sarah Rew" userId="f1a7a44c-7b29-425e-bf99-c5262f8cc243" providerId="ADAL" clId="{FE92FA83-C5AF-5FC8-9F2D-EF9A07F1B805}" dt="2025-12-22T21:19:42.586" v="1211" actId="207"/>
            <ac:picMkLst>
              <pc:docMk/>
              <pc:sldMasterMk cId="3582624231" sldId="2147484608"/>
              <pc:sldLayoutMk cId="2043683269" sldId="2147484652"/>
              <ac:picMk id="4" creationId="{1637F4BA-AC6E-6C76-6FA0-05F8437D03B6}"/>
            </ac:picMkLst>
          </pc:picChg>
          <pc:picChg chg="del">
            <ac:chgData name="Sarah Rew" userId="f1a7a44c-7b29-425e-bf99-c5262f8cc243" providerId="ADAL" clId="{FE92FA83-C5AF-5FC8-9F2D-EF9A07F1B805}" dt="2025-12-22T20:39:37.287" v="18" actId="478"/>
            <ac:picMkLst>
              <pc:docMk/>
              <pc:sldMasterMk cId="3582624231" sldId="2147484608"/>
              <pc:sldLayoutMk cId="2043683269" sldId="2147484652"/>
              <ac:picMk id="8" creationId="{DA6870B5-8CB2-0F38-C323-D6FC49524A2B}"/>
            </ac:picMkLst>
          </pc:picChg>
          <pc:picChg chg="add mod">
            <ac:chgData name="Sarah Rew" userId="f1a7a44c-7b29-425e-bf99-c5262f8cc243" providerId="ADAL" clId="{FE92FA83-C5AF-5FC8-9F2D-EF9A07F1B805}" dt="2025-12-22T20:39:40.612" v="19" actId="1076"/>
            <ac:picMkLst>
              <pc:docMk/>
              <pc:sldMasterMk cId="3582624231" sldId="2147484608"/>
              <pc:sldLayoutMk cId="2043683269" sldId="2147484652"/>
              <ac:picMk id="10" creationId="{61549E79-9D23-982C-B95E-45F562C96F8F}"/>
            </ac:picMkLst>
          </pc:picChg>
        </pc:sldLayoutChg>
        <pc:sldLayoutChg chg="modSp mod">
          <pc:chgData name="Sarah Rew" userId="f1a7a44c-7b29-425e-bf99-c5262f8cc243" providerId="ADAL" clId="{FE92FA83-C5AF-5FC8-9F2D-EF9A07F1B805}" dt="2025-12-22T21:07:37.797" v="940" actId="692"/>
          <pc:sldLayoutMkLst>
            <pc:docMk/>
            <pc:sldMasterMk cId="3582624231" sldId="2147484608"/>
            <pc:sldLayoutMk cId="2590214481" sldId="2147484654"/>
          </pc:sldLayoutMkLst>
          <pc:spChg chg="mod">
            <ac:chgData name="Sarah Rew" userId="f1a7a44c-7b29-425e-bf99-c5262f8cc243" providerId="ADAL" clId="{FE92FA83-C5AF-5FC8-9F2D-EF9A07F1B805}" dt="2025-12-22T20:57:07.883" v="274" actId="207"/>
            <ac:spMkLst>
              <pc:docMk/>
              <pc:sldMasterMk cId="3582624231" sldId="2147484608"/>
              <pc:sldLayoutMk cId="2590214481" sldId="2147484654"/>
              <ac:spMk id="2" creationId="{00000000-0000-0000-0000-000000000000}"/>
            </ac:spMkLst>
          </pc:spChg>
          <pc:spChg chg="mod">
            <ac:chgData name="Sarah Rew" userId="f1a7a44c-7b29-425e-bf99-c5262f8cc243" providerId="ADAL" clId="{FE92FA83-C5AF-5FC8-9F2D-EF9A07F1B805}" dt="2025-12-22T20:57:07.883" v="274" actId="207"/>
            <ac:spMkLst>
              <pc:docMk/>
              <pc:sldMasterMk cId="3582624231" sldId="2147484608"/>
              <pc:sldLayoutMk cId="2590214481" sldId="2147484654"/>
              <ac:spMk id="9" creationId="{A787EECC-F2E3-0946-9D2E-4318930B8737}"/>
            </ac:spMkLst>
          </pc:spChg>
          <pc:cxnChg chg="mod">
            <ac:chgData name="Sarah Rew" userId="f1a7a44c-7b29-425e-bf99-c5262f8cc243" providerId="ADAL" clId="{FE92FA83-C5AF-5FC8-9F2D-EF9A07F1B805}" dt="2025-12-22T21:07:37.797" v="940" actId="692"/>
            <ac:cxnSpMkLst>
              <pc:docMk/>
              <pc:sldMasterMk cId="3582624231" sldId="2147484608"/>
              <pc:sldLayoutMk cId="2590214481" sldId="2147484654"/>
              <ac:cxnSpMk id="4" creationId="{D8CEBDEC-247A-E700-EFA3-CD9A9F7662EE}"/>
            </ac:cxnSpMkLst>
          </pc:cxnChg>
        </pc:sldLayoutChg>
      </pc:sldMaster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 eaLnBrk="0" hangingPunct="0">
              <a:defRPr sz="1300">
                <a:latin typeface="Calibri" pitchFamily="34" charset="0"/>
                <a:ea typeface="ＭＳ Ｐゴシック" pitchFamily="-109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300">
                <a:latin typeface="Calibri" pitchFamily="34" charset="0"/>
              </a:defRPr>
            </a:lvl1pPr>
          </a:lstStyle>
          <a:p>
            <a:fld id="{2503ED08-06E4-41ED-89E8-119D0EF02A48}" type="datetimeFigureOut">
              <a:rPr lang="en-US"/>
              <a:pPr/>
              <a:t>12/22/25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 eaLnBrk="0" hangingPunct="0">
              <a:defRPr sz="1300">
                <a:latin typeface="Calibri" pitchFamily="34" charset="0"/>
                <a:ea typeface="ＭＳ Ｐゴシック" pitchFamily="-109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300">
                <a:latin typeface="Calibri" pitchFamily="34" charset="0"/>
              </a:defRPr>
            </a:lvl1pPr>
          </a:lstStyle>
          <a:p>
            <a:fld id="{D6C45BBB-83DA-4AD0-BB77-0E8391E9F2C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300">
                <a:latin typeface="Calibri" pitchFamily="34" charset="0"/>
                <a:ea typeface="ＭＳ Ｐゴシック" pitchFamily="-109" charset="-128"/>
                <a:cs typeface="ＭＳ Ｐゴシック" pitchFamily="-109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300">
                <a:latin typeface="Calibri" pitchFamily="34" charset="0"/>
                <a:ea typeface="ＭＳ Ｐゴシック" pitchFamily="-109" charset="-128"/>
                <a:cs typeface="ＭＳ Ｐゴシック" pitchFamily="-109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57200" y="720725"/>
            <a:ext cx="64008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300">
                <a:latin typeface="Calibri" pitchFamily="34" charset="0"/>
                <a:ea typeface="ＭＳ Ｐゴシック" pitchFamily="-109" charset="-128"/>
                <a:cs typeface="ＭＳ Ｐゴシック" pitchFamily="-109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300">
                <a:latin typeface="Calibri" pitchFamily="34" charset="0"/>
              </a:defRPr>
            </a:lvl1pPr>
          </a:lstStyle>
          <a:p>
            <a:fld id="{CEFA16CB-AEBE-4616-A0C2-923B64A8254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MS PGothic" pitchFamily="34" charset="-128"/>
        <a:cs typeface="MS PGothic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MS PGothic" pitchFamily="34" charset="-128"/>
        <a:cs typeface="MS PGothic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MS PGothic" pitchFamily="34" charset="-128"/>
        <a:cs typeface="MS PGothic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MS PGothic" pitchFamily="34" charset="-128"/>
        <a:cs typeface="MS PGothic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MS PGothic" pitchFamily="34" charset="-128"/>
        <a:cs typeface="MS PGothic" charset="0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emf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microsoft.com/office/2007/relationships/hdphoto" Target="../media/hdphoto2.wdp"/><Relationship Id="rId4" Type="http://schemas.openxmlformats.org/officeDocument/2006/relationships/image" Target="../media/image1.png"/><Relationship Id="rId5" Type="http://schemas.openxmlformats.org/officeDocument/2006/relationships/image" Target="../media/image6.png"/><Relationship Id="rId6" Type="http://schemas.openxmlformats.org/officeDocument/2006/relationships/image" Target="../media/image4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4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microsoft.com/office/2007/relationships/hdphoto" Target="../media/hdphoto3.wdp"/><Relationship Id="rId4" Type="http://schemas.openxmlformats.org/officeDocument/2006/relationships/image" Target="../media/image1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microsoft.com/office/2007/relationships/hdphoto" Target="../media/hdphoto4.wdp"/><Relationship Id="rId4" Type="http://schemas.openxmlformats.org/officeDocument/2006/relationships/image" Target="../media/image1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microsoft.com/office/2007/relationships/hdphoto" Target="../media/hdphoto5.wdp"/><Relationship Id="rId4" Type="http://schemas.openxmlformats.org/officeDocument/2006/relationships/image" Target="../media/image13.png"/><Relationship Id="rId5" Type="http://schemas.openxmlformats.org/officeDocument/2006/relationships/image" Target="../media/image14.svg"/><Relationship Id="rId6" Type="http://schemas.openxmlformats.org/officeDocument/2006/relationships/image" Target="../media/image1.png"/><Relationship Id="rId7" Type="http://schemas.openxmlformats.org/officeDocument/2006/relationships/image" Target="../media/image15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microsoft.com/office/2007/relationships/hdphoto" Target="../media/hdphoto6.wdp"/><Relationship Id="rId4" Type="http://schemas.openxmlformats.org/officeDocument/2006/relationships/image" Target="../media/image1.png"/><Relationship Id="rId5" Type="http://schemas.openxmlformats.org/officeDocument/2006/relationships/image" Target="../media/image15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microsoft.com/office/2007/relationships/hdphoto" Target="../media/hdphoto7.wdp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microsoft.com/office/2007/relationships/hdphoto" Target="../media/hdphoto8.wdp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image" Target="../media/image2.png"/><Relationship Id="rId5" Type="http://schemas.microsoft.com/office/2007/relationships/hdphoto" Target="../media/hdphoto9.wdp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7.png"/><Relationship Id="rId4" Type="http://schemas.openxmlformats.org/officeDocument/2006/relationships/image" Target="../media/image18.svg"/><Relationship Id="rId5" Type="http://schemas.openxmlformats.org/officeDocument/2006/relationships/image" Target="../media/image2.png"/><Relationship Id="rId6" Type="http://schemas.microsoft.com/office/2007/relationships/hdphoto" Target="../media/hdphoto10.wdp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9.png"/><Relationship Id="rId4" Type="http://schemas.openxmlformats.org/officeDocument/2006/relationships/image" Target="../media/image20.svg"/><Relationship Id="rId5" Type="http://schemas.openxmlformats.org/officeDocument/2006/relationships/image" Target="../media/image2.png"/><Relationship Id="rId6" Type="http://schemas.microsoft.com/office/2007/relationships/hdphoto" Target="../media/hdphoto11.wdp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1.png"/><Relationship Id="rId4" Type="http://schemas.openxmlformats.org/officeDocument/2006/relationships/image" Target="../media/image2.png"/><Relationship Id="rId5" Type="http://schemas.microsoft.com/office/2007/relationships/hdphoto" Target="../media/hdphoto9.wdp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microsoft.com/office/2007/relationships/hdphoto" Target="../media/hdphoto12.wdp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microsoft.com/office/2007/relationships/hdphoto" Target="../media/hdphoto13.wdp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2.png"/><Relationship Id="rId4" Type="http://schemas.microsoft.com/office/2007/relationships/hdphoto" Target="../media/hdphoto14.wdp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5.png"/><Relationship Id="rId4" Type="http://schemas.openxmlformats.org/officeDocument/2006/relationships/image" Target="../media/image2.png"/><Relationship Id="rId5" Type="http://schemas.microsoft.com/office/2007/relationships/hdphoto" Target="../media/hdphoto15.wdp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A7F12A-9008-581F-561B-8E6ECE40E3A2}"/>
              </a:ext>
            </a:extLst>
          </p:cNvPr>
          <p:cNvSpPr txBox="1"/>
          <p:nvPr userDrawn="1"/>
        </p:nvSpPr>
        <p:spPr>
          <a:xfrm>
            <a:off x="6894762" y="2342284"/>
            <a:ext cx="1284326" cy="4801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0" indent="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</a:pPr>
            <a:r>
              <a:rPr lang="en-US" sz="2800" b="1" dirty="0">
                <a:ln>
                  <a:noFill/>
                </a:ln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Section</a:t>
            </a:r>
          </a:p>
        </p:txBody>
      </p:sp>
      <p:pic>
        <p:nvPicPr>
          <p:cNvPr id="15" name="Picture 14" descr="A purple and blue logo&#10;&#10;AI-generated content may be incorrect.">
            <a:extLst>
              <a:ext uri="{FF2B5EF4-FFF2-40B4-BE49-F238E27FC236}">
                <a16:creationId xmlns:a16="http://schemas.microsoft.com/office/drawing/2014/main" id="{EA066021-6ABD-24DF-6960-FF437398353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6118" y="4809930"/>
            <a:ext cx="1097280" cy="210719"/>
          </a:xfrm>
          <a:prstGeom prst="rect">
            <a:avLst/>
          </a:prstGeom>
        </p:spPr>
      </p:pic>
      <p:sp>
        <p:nvSpPr>
          <p:cNvPr id="3" name="Chord 2">
            <a:extLst>
              <a:ext uri="{FF2B5EF4-FFF2-40B4-BE49-F238E27FC236}">
                <a16:creationId xmlns:a16="http://schemas.microsoft.com/office/drawing/2014/main" id="{D65C0CB8-EDF4-FB60-3B97-2D68FFBB90F4}"/>
              </a:ext>
            </a:extLst>
          </p:cNvPr>
          <p:cNvSpPr/>
          <p:nvPr userDrawn="1"/>
        </p:nvSpPr>
        <p:spPr>
          <a:xfrm rot="1361799">
            <a:off x="4705656" y="-601807"/>
            <a:ext cx="6718717" cy="6718717"/>
          </a:xfrm>
          <a:prstGeom prst="chord">
            <a:avLst/>
          </a:prstGeom>
          <a:solidFill>
            <a:srgbClr val="DCEE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37F4BA-AC6E-6C76-6FA0-05F8437D03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10800000" flipV="1">
            <a:off x="-440" y="4650675"/>
            <a:ext cx="9144439" cy="508630"/>
          </a:xfrm>
          <a:prstGeom prst="rect">
            <a:avLst/>
          </a:prstGeom>
          <a:gradFill>
            <a:gsLst>
              <a:gs pos="0">
                <a:srgbClr val="E31D93"/>
              </a:gs>
              <a:gs pos="99000">
                <a:srgbClr val="00B2E3"/>
              </a:gs>
            </a:gsLst>
            <a:lin ang="0" scaled="1"/>
          </a:gradFill>
        </p:spPr>
      </p:pic>
      <p:pic>
        <p:nvPicPr>
          <p:cNvPr id="9" name="Picture 8" descr="A logo for a company&#10;&#10;Description automatically generated">
            <a:extLst>
              <a:ext uri="{FF2B5EF4-FFF2-40B4-BE49-F238E27FC236}">
                <a16:creationId xmlns:a16="http://schemas.microsoft.com/office/drawing/2014/main" id="{D519E1A6-BC19-A668-9326-4DA161C357E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04" y="935419"/>
            <a:ext cx="2568095" cy="885215"/>
          </a:xfrm>
          <a:prstGeom prst="rect">
            <a:avLst/>
          </a:prstGeom>
        </p:spPr>
      </p:pic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4B974F51-B2CC-BAE9-9E63-1D3415E197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66701" y="2769989"/>
            <a:ext cx="4305300" cy="532591"/>
          </a:xfrm>
        </p:spPr>
        <p:txBody>
          <a:bodyPr anchor="ctr">
            <a:normAutofit/>
          </a:bodyPr>
          <a:lstStyle>
            <a:lvl1pPr marL="0" indent="0" algn="ctr">
              <a:lnSpc>
                <a:spcPct val="90000"/>
              </a:lnSpc>
              <a:spcBef>
                <a:spcPts val="1000"/>
              </a:spcBef>
              <a:buNone/>
              <a:defRPr sz="2000" b="0"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>
              <a:spcBef>
                <a:spcPts val="1000"/>
              </a:spcBef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65D9CE38-413D-201C-490C-56CA218BA5F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6701" y="2228650"/>
            <a:ext cx="4305300" cy="532591"/>
          </a:xfrm>
        </p:spPr>
        <p:txBody>
          <a:bodyPr anchor="ctr"/>
          <a:lstStyle>
            <a:lvl1pPr marL="0" indent="0"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>
              <a:spcBef>
                <a:spcPts val="1000"/>
              </a:spcBef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B38F2FF-0772-3EF5-611A-8BC076515CA4}"/>
              </a:ext>
            </a:extLst>
          </p:cNvPr>
          <p:cNvSpPr txBox="1">
            <a:spLocks/>
          </p:cNvSpPr>
          <p:nvPr userDrawn="1"/>
        </p:nvSpPr>
        <p:spPr>
          <a:xfrm>
            <a:off x="1282" y="4730921"/>
            <a:ext cx="866751" cy="368735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5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Date</a:t>
            </a:r>
          </a:p>
        </p:txBody>
      </p:sp>
      <p:pic>
        <p:nvPicPr>
          <p:cNvPr id="12" name="Picture 11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D92043FC-5D46-27F4-08DE-D975C3840B9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46659" y="4802917"/>
            <a:ext cx="1113630" cy="213859"/>
          </a:xfrm>
          <a:prstGeom prst="rect">
            <a:avLst/>
          </a:prstGeom>
        </p:spPr>
      </p:pic>
      <p:pic>
        <p:nvPicPr>
          <p:cNvPr id="10" name="Picture 9" descr="A hand holding a white plastic container&#10;&#10;AI-generated content may be incorrect.">
            <a:extLst>
              <a:ext uri="{FF2B5EF4-FFF2-40B4-BE49-F238E27FC236}">
                <a16:creationId xmlns:a16="http://schemas.microsoft.com/office/drawing/2014/main" id="{61549E79-9D23-982C-B95E-45F562C96F8F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5244498" y="277087"/>
            <a:ext cx="3899502" cy="4883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683269"/>
      </p:ext>
    </p:extLst>
  </p:cSld>
  <p:clrMapOvr>
    <a:masterClrMapping/>
  </p:clrMapOvr>
  <p:hf sldNum="0" hdr="0" dt="0"/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FEA2F39-F877-C0C8-7110-27B291A5F410}"/>
              </a:ext>
            </a:extLst>
          </p:cNvPr>
          <p:cNvSpPr/>
          <p:nvPr userDrawn="1"/>
        </p:nvSpPr>
        <p:spPr>
          <a:xfrm>
            <a:off x="0" y="-98324"/>
            <a:ext cx="9144000" cy="4756415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E31D93"/>
              </a:gs>
              <a:gs pos="99000">
                <a:srgbClr val="00B2E3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85B9CE7-769A-330F-26D2-3E1847DDB480}"/>
              </a:ext>
            </a:extLst>
          </p:cNvPr>
          <p:cNvSpPr/>
          <p:nvPr userDrawn="1"/>
        </p:nvSpPr>
        <p:spPr>
          <a:xfrm>
            <a:off x="176271" y="1037730"/>
            <a:ext cx="8791456" cy="2381840"/>
          </a:xfrm>
          <a:prstGeom prst="roundRect">
            <a:avLst>
              <a:gd name="adj" fmla="val 812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 descr="A logo for a company&#10;&#10;Description automatically generated">
            <a:extLst>
              <a:ext uri="{FF2B5EF4-FFF2-40B4-BE49-F238E27FC236}">
                <a16:creationId xmlns:a16="http://schemas.microsoft.com/office/drawing/2014/main" id="{3B348357-6840-9499-BF5D-FC768525E6D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76791" y="976935"/>
            <a:ext cx="3390418" cy="1168667"/>
          </a:xfrm>
          <a:prstGeom prst="rect">
            <a:avLst/>
          </a:prstGeom>
        </p:spPr>
      </p:pic>
      <p:pic>
        <p:nvPicPr>
          <p:cNvPr id="14" name="Picture 13" descr="A close-up of a logo&#10;&#10;AI-generated content may be incorrect.">
            <a:extLst>
              <a:ext uri="{FF2B5EF4-FFF2-40B4-BE49-F238E27FC236}">
                <a16:creationId xmlns:a16="http://schemas.microsoft.com/office/drawing/2014/main" id="{1EB024D9-F933-6912-FB22-17DC416952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1373"/>
          <a:stretch/>
        </p:blipFill>
        <p:spPr>
          <a:xfrm>
            <a:off x="7602933" y="4688852"/>
            <a:ext cx="1423184" cy="399967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7975F001-7246-860C-C18B-3B5234170BDB}"/>
              </a:ext>
            </a:extLst>
          </p:cNvPr>
          <p:cNvSpPr txBox="1">
            <a:spLocks/>
          </p:cNvSpPr>
          <p:nvPr userDrawn="1"/>
        </p:nvSpPr>
        <p:spPr>
          <a:xfrm>
            <a:off x="0" y="4718764"/>
            <a:ext cx="866751" cy="368735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500" dirty="0"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FB98F489-02D5-7963-0AC5-E49DFBE73CF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29474" y="2844713"/>
            <a:ext cx="7485052" cy="532591"/>
          </a:xfrm>
        </p:spPr>
        <p:txBody>
          <a:bodyPr anchor="ctr">
            <a:normAutofit/>
          </a:bodyPr>
          <a:lstStyle>
            <a:lvl1pPr marL="0" indent="0" algn="ctr">
              <a:lnSpc>
                <a:spcPct val="90000"/>
              </a:lnSpc>
              <a:spcBef>
                <a:spcPts val="1000"/>
              </a:spcBef>
              <a:buNone/>
              <a:defRPr sz="2000" b="0"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>
              <a:spcBef>
                <a:spcPts val="1000"/>
              </a:spcBef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F146EE9E-EA74-B353-B205-0030149E62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9474" y="2206275"/>
            <a:ext cx="7485051" cy="532591"/>
          </a:xfrm>
        </p:spPr>
        <p:txBody>
          <a:bodyPr anchor="ctr"/>
          <a:lstStyle>
            <a:lvl1pPr marL="0" indent="0"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>
              <a:spcBef>
                <a:spcPts val="1000"/>
              </a:spcBef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</a:lstStyle>
          <a:p>
            <a:pPr lvl="0"/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959749539"/>
      </p:ext>
    </p:extLst>
  </p:cSld>
  <p:clrMapOvr>
    <a:masterClrMapping/>
  </p:clrMapOvr>
  <p:hf sldNum="0" hdr="0" dt="0"/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urple and blue logo&#10;&#10;AI-generated content may be incorrect.">
            <a:extLst>
              <a:ext uri="{FF2B5EF4-FFF2-40B4-BE49-F238E27FC236}">
                <a16:creationId xmlns:a16="http://schemas.microsoft.com/office/drawing/2014/main" id="{CBBB1ABA-B824-B386-FCDD-249234ED18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6118" y="4809930"/>
            <a:ext cx="1097280" cy="210719"/>
          </a:xfrm>
          <a:prstGeom prst="rect">
            <a:avLst/>
          </a:prstGeom>
        </p:spPr>
      </p:pic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050BB89C-566A-48A6-3A8B-EB0BB3EB9D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72881" y="4882163"/>
            <a:ext cx="527090" cy="1384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7A830079-8D83-FA4D-8F69-D5C99ECB18F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DF10B125-B1A6-9536-7482-8CB1A3C9AB6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02023" y="2275426"/>
            <a:ext cx="6477529" cy="532591"/>
          </a:xfrm>
        </p:spPr>
        <p:txBody>
          <a:bodyPr anchor="ctr">
            <a:no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buNone/>
              <a:defRPr sz="4000" b="1"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>
              <a:spcBef>
                <a:spcPts val="1000"/>
              </a:spcBef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</a:lstStyle>
          <a:p>
            <a:pPr lvl="0"/>
            <a:r>
              <a:rPr lang="en-US" dirty="0"/>
              <a:t>Title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BEBEEC8-4546-D6C7-CFF7-C904AF99376C}"/>
              </a:ext>
            </a:extLst>
          </p:cNvPr>
          <p:cNvGrpSpPr/>
          <p:nvPr userDrawn="1"/>
        </p:nvGrpSpPr>
        <p:grpSpPr>
          <a:xfrm>
            <a:off x="7335221" y="0"/>
            <a:ext cx="1808779" cy="656237"/>
            <a:chOff x="7335223" y="151372"/>
            <a:chExt cx="1808779" cy="656237"/>
          </a:xfrm>
        </p:grpSpPr>
        <p:sp>
          <p:nvSpPr>
            <p:cNvPr id="23" name="Trapezoid 5">
              <a:extLst>
                <a:ext uri="{FF2B5EF4-FFF2-40B4-BE49-F238E27FC236}">
                  <a16:creationId xmlns:a16="http://schemas.microsoft.com/office/drawing/2014/main" id="{FE373CA2-60BB-CD0B-E11C-BBC2F1EBF999}"/>
                </a:ext>
              </a:extLst>
            </p:cNvPr>
            <p:cNvSpPr/>
            <p:nvPr userDrawn="1"/>
          </p:nvSpPr>
          <p:spPr>
            <a:xfrm rot="16200000">
              <a:off x="7911494" y="-424899"/>
              <a:ext cx="656237" cy="1808779"/>
            </a:xfrm>
            <a:prstGeom prst="round2SameRect">
              <a:avLst/>
            </a:prstGeom>
            <a:solidFill>
              <a:schemeClr val="bg1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/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rgbClr r="0" g="0" b="0"/>
            </a:effectRef>
            <a:fontRef idx="minor">
              <a:schemeClr val="lt1"/>
            </a:fontRef>
          </p:style>
          <p:txBody>
            <a:bodyPr lIns="91440" tIns="91440" bIns="91440" rtlCol="0" anchor="t"/>
            <a:lstStyle/>
            <a:p>
              <a:pPr lvl="0" algn="ctr"/>
              <a:endParaRPr lang="en-US" sz="120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C2A56AE2-3011-21EC-6AAB-BC6A96C7A5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485022" y="277351"/>
              <a:ext cx="1383090" cy="404279"/>
            </a:xfrm>
            <a:prstGeom prst="rect">
              <a:avLst/>
            </a:prstGeom>
          </p:spPr>
        </p:pic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7B26E119-3FAB-62A9-B97E-2D1072123215}"/>
              </a:ext>
            </a:extLst>
          </p:cNvPr>
          <p:cNvSpPr/>
          <p:nvPr userDrawn="1"/>
        </p:nvSpPr>
        <p:spPr>
          <a:xfrm>
            <a:off x="0" y="4739338"/>
            <a:ext cx="9144000" cy="40416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4" name="Picture 3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E15BB07D-3688-C03B-632E-0609EA78407D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016" y="4812749"/>
            <a:ext cx="1113630" cy="2138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629597C-BD99-CA68-B84B-364C0A41D242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 rot="10800000" flipV="1">
            <a:off x="695717" y="2047121"/>
            <a:ext cx="3581400" cy="77986"/>
          </a:xfrm>
          <a:prstGeom prst="rect">
            <a:avLst/>
          </a:prstGeom>
          <a:gradFill>
            <a:gsLst>
              <a:gs pos="0">
                <a:srgbClr val="E31D93"/>
              </a:gs>
              <a:gs pos="99000">
                <a:srgbClr val="00B2E3"/>
              </a:gs>
            </a:gsLst>
            <a:lin ang="0" scaled="1"/>
          </a:gradFill>
        </p:spPr>
      </p:pic>
    </p:spTree>
    <p:extLst>
      <p:ext uri="{BB962C8B-B14F-4D97-AF65-F5344CB8AC3E}">
        <p14:creationId xmlns:p14="http://schemas.microsoft.com/office/powerpoint/2010/main" val="330688781"/>
      </p:ext>
    </p:extLst>
  </p:cSld>
  <p:clrMapOvr>
    <a:masterClrMapping/>
  </p:clrMapOvr>
  <p:hf sldNum="0" hdr="0" dt="0"/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C04D612-953F-BEAB-AE4F-646CEDD9046E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285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7" name="Picture 6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892A7632-D653-7AF9-5B80-28BA53B2258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6084" y="4686071"/>
            <a:ext cx="1184502" cy="227469"/>
          </a:xfrm>
          <a:prstGeom prst="rect">
            <a:avLst/>
          </a:prstGeom>
        </p:spPr>
      </p:pic>
      <p:pic>
        <p:nvPicPr>
          <p:cNvPr id="8" name="Picture 7" descr="A logo for a hair salon&#10;&#10;Description automatically generated">
            <a:extLst>
              <a:ext uri="{FF2B5EF4-FFF2-40B4-BE49-F238E27FC236}">
                <a16:creationId xmlns:a16="http://schemas.microsoft.com/office/drawing/2014/main" id="{3E48924A-1D45-AF5C-77D8-3C24EF57334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51964" y="174402"/>
            <a:ext cx="1402216" cy="409701"/>
          </a:xfrm>
          <a:prstGeom prst="rect">
            <a:avLst/>
          </a:prstGeom>
        </p:spPr>
      </p:pic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DF10B125-B1A6-9536-7482-8CB1A3C9AB6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02023" y="2275426"/>
            <a:ext cx="6477529" cy="532591"/>
          </a:xfrm>
        </p:spPr>
        <p:txBody>
          <a:bodyPr anchor="ctr">
            <a:no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buNone/>
              <a:defRPr sz="40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>
              <a:spcBef>
                <a:spcPts val="1000"/>
              </a:spcBef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66118C6D-A503-18B5-1773-AEA12A6BCE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72881" y="4882163"/>
            <a:ext cx="527090" cy="1384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7A830079-8D83-FA4D-8F69-D5C99ECB18F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0D036D-E0B2-5956-4D79-E6D3E2AD2DA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 rot="10800000" flipV="1">
            <a:off x="695717" y="2047121"/>
            <a:ext cx="3581400" cy="77986"/>
          </a:xfrm>
          <a:prstGeom prst="rect">
            <a:avLst/>
          </a:prstGeom>
          <a:gradFill>
            <a:gsLst>
              <a:gs pos="0">
                <a:srgbClr val="E31D93"/>
              </a:gs>
              <a:gs pos="99000">
                <a:srgbClr val="00B2E3"/>
              </a:gs>
            </a:gsLst>
            <a:lin ang="0" scaled="1"/>
          </a:gradFill>
        </p:spPr>
      </p:pic>
    </p:spTree>
    <p:extLst>
      <p:ext uri="{BB962C8B-B14F-4D97-AF65-F5344CB8AC3E}">
        <p14:creationId xmlns:p14="http://schemas.microsoft.com/office/powerpoint/2010/main" val="4244773685"/>
      </p:ext>
    </p:extLst>
  </p:cSld>
  <p:clrMapOvr>
    <a:masterClrMapping/>
  </p:clrMapOvr>
  <p:hf sldNum="0" hdr="0" dt="0"/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rapezoid 5">
            <a:extLst>
              <a:ext uri="{FF2B5EF4-FFF2-40B4-BE49-F238E27FC236}">
                <a16:creationId xmlns:a16="http://schemas.microsoft.com/office/drawing/2014/main" id="{E04F0860-50B3-187D-66DD-E4CF887DACF4}"/>
              </a:ext>
            </a:extLst>
          </p:cNvPr>
          <p:cNvSpPr/>
          <p:nvPr userDrawn="1"/>
        </p:nvSpPr>
        <p:spPr>
          <a:xfrm rot="16200000">
            <a:off x="3193684" y="-1866901"/>
            <a:ext cx="3023333" cy="8877302"/>
          </a:xfrm>
          <a:prstGeom prst="round2SameRect">
            <a:avLst/>
          </a:prstGeom>
          <a:gradFill flip="none" rotWithShape="1">
            <a:gsLst>
              <a:gs pos="100000">
                <a:srgbClr val="00B2E3"/>
              </a:gs>
              <a:gs pos="0">
                <a:srgbClr val="E31D93"/>
              </a:gs>
            </a:gsLst>
            <a:lin ang="5400000" scaled="1"/>
            <a:tileRect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3">
            <a:scrgbClr r="0" g="0" b="0"/>
          </a:effectRef>
          <a:fontRef idx="minor">
            <a:schemeClr val="lt1"/>
          </a:fontRef>
        </p:style>
        <p:txBody>
          <a:bodyPr lIns="91440" tIns="91440" bIns="91440" rtlCol="0" anchor="t"/>
          <a:lstStyle/>
          <a:p>
            <a:pPr lvl="0" algn="ctr"/>
            <a:endParaRPr lang="en-US" sz="1200" dirty="0" err="1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023C1882-602E-D560-9DCB-F3FE826EEC9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1377" y="2139742"/>
            <a:ext cx="1854048" cy="885215"/>
          </a:xfrm>
          <a:noFill/>
        </p:spPr>
        <p:txBody>
          <a:bodyPr anchor="ctr"/>
          <a:lstStyle>
            <a:lvl1pPr marL="0" indent="0" algn="r">
              <a:lnSpc>
                <a:spcPct val="90000"/>
              </a:lnSpc>
              <a:spcBef>
                <a:spcPts val="1000"/>
              </a:spcBef>
              <a:buFontTx/>
              <a:buNone/>
              <a:defRPr sz="12500" b="1">
                <a:ln>
                  <a:noFill/>
                </a:ln>
                <a:solidFill>
                  <a:schemeClr val="bg1">
                    <a:alpha val="2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>
              <a:spcBef>
                <a:spcPts val="1000"/>
              </a:spcBef>
              <a:buNone/>
              <a:defRPr sz="1800" b="0"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A7F12A-9008-581F-561B-8E6ECE40E3A2}"/>
              </a:ext>
            </a:extLst>
          </p:cNvPr>
          <p:cNvSpPr txBox="1"/>
          <p:nvPr userDrawn="1"/>
        </p:nvSpPr>
        <p:spPr>
          <a:xfrm>
            <a:off x="6894762" y="2342284"/>
            <a:ext cx="1284326" cy="4801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0" indent="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</a:pPr>
            <a:r>
              <a:rPr lang="en-US" sz="2800" b="1" dirty="0">
                <a:ln>
                  <a:noFill/>
                </a:ln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Section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1A81245-B620-42D5-47BE-96DB3059D4A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85022" y="196857"/>
            <a:ext cx="1383090" cy="404279"/>
          </a:xfrm>
          <a:prstGeom prst="rect">
            <a:avLst/>
          </a:prstGeom>
        </p:spPr>
      </p:pic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4907B5CE-6F44-502C-F2B7-B1CC69A527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0317" y="2067255"/>
            <a:ext cx="4848835" cy="885215"/>
          </a:xfrm>
        </p:spPr>
        <p:txBody>
          <a:bodyPr anchor="ctr"/>
          <a:lstStyle>
            <a:lvl1pPr marL="0" indent="0">
              <a:lnSpc>
                <a:spcPct val="90000"/>
              </a:lnSpc>
              <a:spcBef>
                <a:spcPts val="1000"/>
              </a:spcBef>
              <a:buNone/>
              <a:defRPr sz="28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>
              <a:spcBef>
                <a:spcPts val="1000"/>
              </a:spcBef>
              <a:buFont typeface="Arial" panose="020B0604020202020204" pitchFamily="34" charset="0"/>
              <a:buNone/>
              <a:defRPr sz="18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</a:lstStyle>
          <a:p>
            <a:pPr lvl="0"/>
            <a:r>
              <a:rPr lang="en-US" dirty="0"/>
              <a:t>Title</a:t>
            </a:r>
          </a:p>
          <a:p>
            <a:pPr lvl="1"/>
            <a:r>
              <a:rPr lang="en-US" dirty="0"/>
              <a:t>Subtitle</a:t>
            </a:r>
          </a:p>
        </p:txBody>
      </p:sp>
      <p:pic>
        <p:nvPicPr>
          <p:cNvPr id="15" name="Picture 14" descr="A purple and blue logo&#10;&#10;AI-generated content may be incorrect.">
            <a:extLst>
              <a:ext uri="{FF2B5EF4-FFF2-40B4-BE49-F238E27FC236}">
                <a16:creationId xmlns:a16="http://schemas.microsoft.com/office/drawing/2014/main" id="{EA066021-6ABD-24DF-6960-FF437398353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6118" y="4809930"/>
            <a:ext cx="1097280" cy="210719"/>
          </a:xfrm>
          <a:prstGeom prst="rect">
            <a:avLst/>
          </a:prstGeom>
        </p:spPr>
      </p:pic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C30D33B8-EEBC-3727-6B60-3BDEA8FD3F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72881" y="4882163"/>
            <a:ext cx="527090" cy="1384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7A830079-8D83-FA4D-8F69-D5C99ECB18F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622238"/>
      </p:ext>
    </p:extLst>
  </p:cSld>
  <p:clrMapOvr>
    <a:masterClrMapping/>
  </p:clrMapOvr>
  <p:hf sldNum="0" hdr="0" dt="0"/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rapezoid 5">
            <a:extLst>
              <a:ext uri="{FF2B5EF4-FFF2-40B4-BE49-F238E27FC236}">
                <a16:creationId xmlns:a16="http://schemas.microsoft.com/office/drawing/2014/main" id="{2D74C9D5-25D7-8E53-1DC1-2CF329EF57E7}"/>
              </a:ext>
            </a:extLst>
          </p:cNvPr>
          <p:cNvSpPr/>
          <p:nvPr userDrawn="1"/>
        </p:nvSpPr>
        <p:spPr>
          <a:xfrm flipH="1">
            <a:off x="0" y="0"/>
            <a:ext cx="9144000" cy="5160917"/>
          </a:xfrm>
          <a:prstGeom prst="rect">
            <a:avLst/>
          </a:prstGeom>
          <a:gradFill flip="none" rotWithShape="1">
            <a:gsLst>
              <a:gs pos="100000">
                <a:srgbClr val="00B2E3"/>
              </a:gs>
              <a:gs pos="0">
                <a:srgbClr val="E31D93"/>
              </a:gs>
            </a:gsLst>
            <a:lin ang="10800000" scaled="1"/>
            <a:tileRect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3">
            <a:scrgbClr r="0" g="0" b="0"/>
          </a:effectRef>
          <a:fontRef idx="minor">
            <a:schemeClr val="lt1"/>
          </a:fontRef>
        </p:style>
        <p:txBody>
          <a:bodyPr lIns="91440" tIns="91440" bIns="91440" rtlCol="0" anchor="t"/>
          <a:lstStyle/>
          <a:p>
            <a:pPr lvl="0" algn="ctr"/>
            <a:endParaRPr lang="en-US" sz="1200" dirty="0" err="1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FD17BFC8-7A4F-FE56-DA22-51651E0A3BE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38539" y="4884404"/>
            <a:ext cx="308845" cy="1077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algn="r" eaLnBrk="0" hangingPunct="0">
              <a:defRPr sz="700" b="1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42C32FFB-F9AE-46F0-A233-A2E628258990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Picture 12" descr="A purple and blue logo&#10;&#10;AI-generated content may be incorrect.">
            <a:extLst>
              <a:ext uri="{FF2B5EF4-FFF2-40B4-BE49-F238E27FC236}">
                <a16:creationId xmlns:a16="http://schemas.microsoft.com/office/drawing/2014/main" id="{DC697C2E-77D9-655E-BC92-5C0D2BB3DA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6118" y="4809930"/>
            <a:ext cx="1097280" cy="210719"/>
          </a:xfrm>
          <a:prstGeom prst="rect">
            <a:avLst/>
          </a:prstGeom>
        </p:spPr>
      </p:pic>
      <p:sp>
        <p:nvSpPr>
          <p:cNvPr id="21" name="Round Same Side Corner Rectangle 20">
            <a:extLst>
              <a:ext uri="{FF2B5EF4-FFF2-40B4-BE49-F238E27FC236}">
                <a16:creationId xmlns:a16="http://schemas.microsoft.com/office/drawing/2014/main" id="{A1F09468-AAF5-D848-8E23-68689C511FCA}"/>
              </a:ext>
            </a:extLst>
          </p:cNvPr>
          <p:cNvSpPr/>
          <p:nvPr userDrawn="1"/>
        </p:nvSpPr>
        <p:spPr>
          <a:xfrm rot="16200000" flipH="1">
            <a:off x="2995540" y="-1805204"/>
            <a:ext cx="3152922" cy="9144002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3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6100EB4-5ADD-6811-9B29-DA7B572FBA1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93064" y="1426696"/>
            <a:ext cx="3157871" cy="923049"/>
          </a:xfrm>
          <a:prstGeom prst="rect">
            <a:avLst/>
          </a:prstGeom>
        </p:spPr>
      </p:pic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4806BE56-870D-DF55-9968-4B30A7F9BBC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38997" y="2844308"/>
            <a:ext cx="5058030" cy="532591"/>
          </a:xfrm>
        </p:spPr>
        <p:txBody>
          <a:bodyPr anchor="ctr"/>
          <a:lstStyle>
            <a:lvl1pPr marL="0" indent="0" algn="ctr">
              <a:lnSpc>
                <a:spcPct val="90000"/>
              </a:lnSpc>
              <a:spcBef>
                <a:spcPts val="1000"/>
              </a:spcBef>
              <a:buNone/>
              <a:defRPr sz="2800" b="1"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>
              <a:spcBef>
                <a:spcPts val="1000"/>
              </a:spcBef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8576968D-DF8D-B2CC-2DB2-EB8CA97380B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38997" y="3338871"/>
            <a:ext cx="5058030" cy="532591"/>
          </a:xfrm>
        </p:spPr>
        <p:txBody>
          <a:bodyPr anchor="ctr">
            <a:normAutofit/>
          </a:bodyPr>
          <a:lstStyle>
            <a:lvl1pPr marL="0" indent="0" algn="ctr">
              <a:lnSpc>
                <a:spcPct val="90000"/>
              </a:lnSpc>
              <a:spcBef>
                <a:spcPts val="1000"/>
              </a:spcBef>
              <a:buNone/>
              <a:defRPr sz="2000" b="0"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>
              <a:spcBef>
                <a:spcPts val="1000"/>
              </a:spcBef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</a:lstStyle>
          <a:p>
            <a:pPr lvl="0"/>
            <a:r>
              <a:rPr lang="en-US" dirty="0" err="1"/>
              <a:t>SubTitle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7659071"/>
      </p:ext>
    </p:extLst>
  </p:cSld>
  <p:clrMapOvr>
    <a:masterClrMapping/>
  </p:clrMapOvr>
  <p:hf sldNum="0" hdr="0" dt="0"/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rapezoid 5">
            <a:extLst>
              <a:ext uri="{FF2B5EF4-FFF2-40B4-BE49-F238E27FC236}">
                <a16:creationId xmlns:a16="http://schemas.microsoft.com/office/drawing/2014/main" id="{2D74C9D5-25D7-8E53-1DC1-2CF329EF57E7}"/>
              </a:ext>
            </a:extLst>
          </p:cNvPr>
          <p:cNvSpPr/>
          <p:nvPr userDrawn="1"/>
        </p:nvSpPr>
        <p:spPr>
          <a:xfrm flipH="1">
            <a:off x="0" y="557939"/>
            <a:ext cx="9144000" cy="4083803"/>
          </a:xfrm>
          <a:prstGeom prst="rect">
            <a:avLst/>
          </a:prstGeom>
          <a:gradFill flip="none" rotWithShape="1">
            <a:gsLst>
              <a:gs pos="99000">
                <a:srgbClr val="00B2E3"/>
              </a:gs>
              <a:gs pos="0">
                <a:srgbClr val="E31D93"/>
              </a:gs>
            </a:gsLst>
            <a:lin ang="10800000" scaled="1"/>
            <a:tileRect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3">
            <a:scrgbClr r="0" g="0" b="0"/>
          </a:effectRef>
          <a:fontRef idx="minor">
            <a:schemeClr val="lt1"/>
          </a:fontRef>
        </p:style>
        <p:txBody>
          <a:bodyPr lIns="91440" tIns="91440" bIns="91440" rtlCol="0" anchor="t"/>
          <a:lstStyle/>
          <a:p>
            <a:pPr lvl="0" algn="ctr"/>
            <a:endParaRPr lang="en-US" sz="1200" dirty="0" err="1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1C5C36E-E1C0-604A-5AF7-4838EEE0E393}"/>
              </a:ext>
            </a:extLst>
          </p:cNvPr>
          <p:cNvCxnSpPr/>
          <p:nvPr userDrawn="1"/>
        </p:nvCxnSpPr>
        <p:spPr>
          <a:xfrm>
            <a:off x="290335" y="2766798"/>
            <a:ext cx="6889217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BE6861D4-B5D0-BFE3-E5C9-A75A522F7DB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60910" y="58760"/>
            <a:ext cx="1383090" cy="404279"/>
          </a:xfrm>
          <a:prstGeom prst="rect">
            <a:avLst/>
          </a:prstGeom>
        </p:spPr>
      </p:pic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2A9F13-E465-1E1E-BAE8-61B78BC47F7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02023" y="2275426"/>
            <a:ext cx="6477529" cy="532591"/>
          </a:xfrm>
        </p:spPr>
        <p:txBody>
          <a:bodyPr anchor="ctr"/>
          <a:lstStyle>
            <a:lvl1pPr marL="0" indent="0">
              <a:lnSpc>
                <a:spcPct val="90000"/>
              </a:lnSpc>
              <a:spcBef>
                <a:spcPts val="1000"/>
              </a:spcBef>
              <a:buNone/>
              <a:defRPr sz="28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>
              <a:spcBef>
                <a:spcPts val="1000"/>
              </a:spcBef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3B1FF954-B1E0-2208-60FE-1269B7DAE6B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2022" y="2769989"/>
            <a:ext cx="6477529" cy="532591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>
              <a:spcBef>
                <a:spcPts val="1000"/>
              </a:spcBef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</a:lstStyle>
          <a:p>
            <a:pPr lvl="0"/>
            <a:r>
              <a:rPr lang="en-US" dirty="0" err="1"/>
              <a:t>SubTitle</a:t>
            </a:r>
            <a:endParaRPr lang="en-US" dirty="0"/>
          </a:p>
        </p:txBody>
      </p:sp>
      <p:pic>
        <p:nvPicPr>
          <p:cNvPr id="2" name="Picture 1" descr="A purple and blue logo&#10;&#10;AI-generated content may be incorrect.">
            <a:extLst>
              <a:ext uri="{FF2B5EF4-FFF2-40B4-BE49-F238E27FC236}">
                <a16:creationId xmlns:a16="http://schemas.microsoft.com/office/drawing/2014/main" id="{6315EB66-BAE2-023E-059D-32A3056D83C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6118" y="4809930"/>
            <a:ext cx="1097280" cy="210719"/>
          </a:xfrm>
          <a:prstGeom prst="rect">
            <a:avLst/>
          </a:prstGeom>
        </p:spPr>
      </p:pic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9BEEFE98-8907-A87F-7B6B-EC99E6B358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72881" y="4882163"/>
            <a:ext cx="527090" cy="1384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7A830079-8D83-FA4D-8F69-D5C99ECB18F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9999513"/>
      </p:ext>
    </p:extLst>
  </p:cSld>
  <p:clrMapOvr>
    <a:masterClrMapping/>
  </p:clrMapOvr>
  <p:hf sldNum="0" hdr="0" dt="0"/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rapezoid 5">
            <a:extLst>
              <a:ext uri="{FF2B5EF4-FFF2-40B4-BE49-F238E27FC236}">
                <a16:creationId xmlns:a16="http://schemas.microsoft.com/office/drawing/2014/main" id="{3E891DDD-6452-3DDF-3060-C9E6D87F5D62}"/>
              </a:ext>
            </a:extLst>
          </p:cNvPr>
          <p:cNvSpPr/>
          <p:nvPr userDrawn="1"/>
        </p:nvSpPr>
        <p:spPr>
          <a:xfrm flipH="1">
            <a:off x="0" y="557939"/>
            <a:ext cx="9144000" cy="4083804"/>
          </a:xfrm>
          <a:prstGeom prst="rect">
            <a:avLst/>
          </a:prstGeom>
          <a:solidFill>
            <a:srgbClr val="17285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3">
            <a:scrgbClr r="0" g="0" b="0"/>
          </a:effectRef>
          <a:fontRef idx="minor">
            <a:schemeClr val="lt1"/>
          </a:fontRef>
        </p:style>
        <p:txBody>
          <a:bodyPr lIns="91440" tIns="91440" bIns="91440" rtlCol="0" anchor="t"/>
          <a:lstStyle/>
          <a:p>
            <a:pPr algn="ctr"/>
            <a:endParaRPr lang="en-US" sz="1200" dirty="0" err="1">
              <a:solidFill>
                <a:srgbClr val="17285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DF10B125-B1A6-9536-7482-8CB1A3C9AB6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02023" y="2275426"/>
            <a:ext cx="6477529" cy="532591"/>
          </a:xfrm>
        </p:spPr>
        <p:txBody>
          <a:bodyPr anchor="ctr"/>
          <a:lstStyle>
            <a:lvl1pPr marL="0" indent="0">
              <a:lnSpc>
                <a:spcPct val="90000"/>
              </a:lnSpc>
              <a:spcBef>
                <a:spcPts val="1000"/>
              </a:spcBef>
              <a:buNone/>
              <a:defRPr sz="28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>
              <a:spcBef>
                <a:spcPts val="1000"/>
              </a:spcBef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</a:lstStyle>
          <a:p>
            <a:pPr lvl="0"/>
            <a:r>
              <a:rPr lang="en-US" dirty="0"/>
              <a:t>Title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C0C8FD7-1857-F400-3D6A-4DBC43158637}"/>
              </a:ext>
            </a:extLst>
          </p:cNvPr>
          <p:cNvCxnSpPr/>
          <p:nvPr userDrawn="1"/>
        </p:nvCxnSpPr>
        <p:spPr>
          <a:xfrm>
            <a:off x="290335" y="2766798"/>
            <a:ext cx="6889217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E6CED116-7B04-C1F9-A1A9-241770CF6CA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2022" y="2769989"/>
            <a:ext cx="6477529" cy="532591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>
              <a:spcBef>
                <a:spcPts val="1000"/>
              </a:spcBef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</a:lstStyle>
          <a:p>
            <a:pPr lvl="0"/>
            <a:r>
              <a:rPr lang="en-US" dirty="0" err="1"/>
              <a:t>SubTitle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CC9C2E-2DA6-ACEA-D4DB-A93233FCE39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60910" y="58760"/>
            <a:ext cx="1383090" cy="404279"/>
          </a:xfrm>
          <a:prstGeom prst="rect">
            <a:avLst/>
          </a:prstGeom>
        </p:spPr>
      </p:pic>
      <p:pic>
        <p:nvPicPr>
          <p:cNvPr id="7" name="Picture 6" descr="A purple and blue logo&#10;&#10;AI-generated content may be incorrect.">
            <a:extLst>
              <a:ext uri="{FF2B5EF4-FFF2-40B4-BE49-F238E27FC236}">
                <a16:creationId xmlns:a16="http://schemas.microsoft.com/office/drawing/2014/main" id="{4C185FEB-1856-10C5-2F5A-C98B8D0993D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6118" y="4809930"/>
            <a:ext cx="1097280" cy="210719"/>
          </a:xfrm>
          <a:prstGeom prst="rect">
            <a:avLst/>
          </a:prstGeom>
        </p:spPr>
      </p:pic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781F309E-34C5-32F4-3F73-14533613FE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72881" y="4882163"/>
            <a:ext cx="527090" cy="1384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7A830079-8D83-FA4D-8F69-D5C99ECB18F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2591121"/>
      </p:ext>
    </p:extLst>
  </p:cSld>
  <p:clrMapOvr>
    <a:masterClrMapping/>
  </p:clrMapOvr>
  <p:hf sldNum="0" hdr="0" dt="0"/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apezoid 5">
            <a:extLst>
              <a:ext uri="{FF2B5EF4-FFF2-40B4-BE49-F238E27FC236}">
                <a16:creationId xmlns:a16="http://schemas.microsoft.com/office/drawing/2014/main" id="{DA1C4DD8-B2AE-18E8-3E44-F62E9914534C}"/>
              </a:ext>
            </a:extLst>
          </p:cNvPr>
          <p:cNvSpPr/>
          <p:nvPr userDrawn="1"/>
        </p:nvSpPr>
        <p:spPr>
          <a:xfrm flipH="1">
            <a:off x="0" y="0"/>
            <a:ext cx="9144000" cy="5160917"/>
          </a:xfrm>
          <a:prstGeom prst="rect">
            <a:avLst/>
          </a:prstGeom>
          <a:solidFill>
            <a:srgbClr val="17285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3">
            <a:scrgbClr r="0" g="0" b="0"/>
          </a:effectRef>
          <a:fontRef idx="minor">
            <a:schemeClr val="lt1"/>
          </a:fontRef>
        </p:style>
        <p:txBody>
          <a:bodyPr lIns="91440" tIns="91440" bIns="91440" rtlCol="0" anchor="t"/>
          <a:lstStyle/>
          <a:p>
            <a:pPr algn="ctr"/>
            <a:endParaRPr lang="en-US" sz="1200" dirty="0" err="1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Picture 12" descr="A purple and blue logo&#10;&#10;AI-generated content may be incorrect.">
            <a:extLst>
              <a:ext uri="{FF2B5EF4-FFF2-40B4-BE49-F238E27FC236}">
                <a16:creationId xmlns:a16="http://schemas.microsoft.com/office/drawing/2014/main" id="{DC697C2E-77D9-655E-BC92-5C0D2BB3DA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6118" y="4809930"/>
            <a:ext cx="1097280" cy="210719"/>
          </a:xfrm>
          <a:prstGeom prst="rect">
            <a:avLst/>
          </a:prstGeom>
        </p:spPr>
      </p:pic>
      <p:sp>
        <p:nvSpPr>
          <p:cNvPr id="5" name="Round Same Side Corner Rectangle 4">
            <a:extLst>
              <a:ext uri="{FF2B5EF4-FFF2-40B4-BE49-F238E27FC236}">
                <a16:creationId xmlns:a16="http://schemas.microsoft.com/office/drawing/2014/main" id="{6703E14C-CBF2-C8CD-CCC9-860059770D5B}"/>
              </a:ext>
            </a:extLst>
          </p:cNvPr>
          <p:cNvSpPr/>
          <p:nvPr userDrawn="1"/>
        </p:nvSpPr>
        <p:spPr>
          <a:xfrm rot="16200000" flipH="1">
            <a:off x="2995540" y="-1805204"/>
            <a:ext cx="3152922" cy="9144003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3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955923D-6AD0-0738-18CF-0E07E527964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93064" y="1426696"/>
            <a:ext cx="3157871" cy="923049"/>
          </a:xfrm>
          <a:prstGeom prst="rect">
            <a:avLst/>
          </a:prstGeom>
        </p:spPr>
      </p:pic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E7DDD425-A4B1-9E31-5B45-3838CE464A9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42985" y="2832925"/>
            <a:ext cx="5058030" cy="532591"/>
          </a:xfrm>
        </p:spPr>
        <p:txBody>
          <a:bodyPr anchor="ctr"/>
          <a:lstStyle>
            <a:lvl1pPr marL="0" indent="0" algn="ctr">
              <a:lnSpc>
                <a:spcPct val="90000"/>
              </a:lnSpc>
              <a:spcBef>
                <a:spcPts val="1000"/>
              </a:spcBef>
              <a:buNone/>
              <a:defRPr sz="2800" b="1"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>
              <a:spcBef>
                <a:spcPts val="1000"/>
              </a:spcBef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8E4EC8C6-F3BF-D7C9-4EEC-E00275581C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042985" y="3327488"/>
            <a:ext cx="5058030" cy="532591"/>
          </a:xfrm>
        </p:spPr>
        <p:txBody>
          <a:bodyPr anchor="ctr">
            <a:normAutofit/>
          </a:bodyPr>
          <a:lstStyle>
            <a:lvl1pPr marL="0" indent="0" algn="ctr">
              <a:lnSpc>
                <a:spcPct val="90000"/>
              </a:lnSpc>
              <a:spcBef>
                <a:spcPts val="1000"/>
              </a:spcBef>
              <a:buNone/>
              <a:defRPr sz="2000" b="0"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>
              <a:spcBef>
                <a:spcPts val="1000"/>
              </a:spcBef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</a:lstStyle>
          <a:p>
            <a:pPr lvl="0"/>
            <a:r>
              <a:rPr lang="en-US" dirty="0" err="1"/>
              <a:t>SubTitle</a:t>
            </a:r>
            <a:endParaRPr lang="en-US" dirty="0"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5FD029D2-30F2-0777-1BEE-B652041293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72881" y="4882163"/>
            <a:ext cx="527090" cy="1384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7A830079-8D83-FA4D-8F69-D5C99ECB18F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8506789"/>
      </p:ext>
    </p:extLst>
  </p:cSld>
  <p:clrMapOvr>
    <a:masterClrMapping/>
  </p:clrMapOvr>
  <p:hf sldNum="0" hdr="0" dt="0"/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 Same Side Corner Rectangle 15">
            <a:extLst>
              <a:ext uri="{FF2B5EF4-FFF2-40B4-BE49-F238E27FC236}">
                <a16:creationId xmlns:a16="http://schemas.microsoft.com/office/drawing/2014/main" id="{3074D64B-290E-9670-9544-D9D649B2BB0F}"/>
              </a:ext>
            </a:extLst>
          </p:cNvPr>
          <p:cNvSpPr/>
          <p:nvPr userDrawn="1"/>
        </p:nvSpPr>
        <p:spPr>
          <a:xfrm rot="5400000">
            <a:off x="2691928" y="-1675674"/>
            <a:ext cx="3315449" cy="8699305"/>
          </a:xfrm>
          <a:prstGeom prst="round2SameRect">
            <a:avLst>
              <a:gd name="adj1" fmla="val 12806"/>
              <a:gd name="adj2" fmla="val 0"/>
            </a:avLst>
          </a:prstGeom>
          <a:gradFill flip="none" rotWithShape="1">
            <a:gsLst>
              <a:gs pos="100000">
                <a:srgbClr val="00B2E3"/>
              </a:gs>
              <a:gs pos="25000">
                <a:srgbClr val="E31D93"/>
              </a:gs>
            </a:gsLst>
            <a:lin ang="16200000" scaled="1"/>
            <a:tileRect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3">
            <a:scrgbClr r="0" g="0" b="0"/>
          </a:effectRef>
          <a:fontRef idx="minor">
            <a:schemeClr val="lt1"/>
          </a:fontRef>
        </p:style>
        <p:txBody>
          <a:bodyPr lIns="91440" tIns="91440" bIns="91440" rtlCol="0" anchor="t"/>
          <a:lstStyle/>
          <a:p>
            <a:pPr lvl="0" algn="ctr"/>
            <a:endParaRPr lang="en-US" sz="120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4C2F0AAB-4930-F3BA-7E37-CD1E1102B3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72881" y="4901916"/>
            <a:ext cx="527090" cy="1384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rgbClr val="0D7AB5"/>
                </a:solidFill>
              </a:defRPr>
            </a:lvl1pPr>
          </a:lstStyle>
          <a:p>
            <a:fld id="{7A830079-8D83-FA4D-8F69-D5C99ECB18F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66700" y="2302818"/>
            <a:ext cx="5253257" cy="277640"/>
          </a:xfrm>
        </p:spPr>
        <p:txBody>
          <a:bodyPr>
            <a:noAutofit/>
          </a:bodyPr>
          <a:lstStyle>
            <a:lvl1pPr>
              <a:defRPr sz="36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Quote goes here</a:t>
            </a:r>
          </a:p>
        </p:txBody>
      </p:sp>
      <p:pic>
        <p:nvPicPr>
          <p:cNvPr id="13" name="Picture 12" descr="A purple and blue logo&#10;&#10;AI-generated content may be incorrect.">
            <a:extLst>
              <a:ext uri="{FF2B5EF4-FFF2-40B4-BE49-F238E27FC236}">
                <a16:creationId xmlns:a16="http://schemas.microsoft.com/office/drawing/2014/main" id="{4728540C-7481-69EF-23DF-B65CC89A4C5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7687" y="4549468"/>
            <a:ext cx="1097280" cy="210719"/>
          </a:xfrm>
          <a:prstGeom prst="rect">
            <a:avLst/>
          </a:prstGeom>
        </p:spPr>
      </p:pic>
      <p:pic>
        <p:nvPicPr>
          <p:cNvPr id="15" name="Graphic 14" descr="Open quotation mark with solid fill">
            <a:extLst>
              <a:ext uri="{FF2B5EF4-FFF2-40B4-BE49-F238E27FC236}">
                <a16:creationId xmlns:a16="http://schemas.microsoft.com/office/drawing/2014/main" id="{8B8A2D5F-EDC8-5ECD-EA5E-D1EA4F3847B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15240" y="10850"/>
            <a:ext cx="1626398" cy="162639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A45D5A3-241C-E1DD-EA6B-993D98DFE617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85022" y="196857"/>
            <a:ext cx="1383090" cy="404279"/>
          </a:xfrm>
          <a:prstGeom prst="rect">
            <a:avLst/>
          </a:prstGeom>
        </p:spPr>
      </p:pic>
      <p:sp>
        <p:nvSpPr>
          <p:cNvPr id="7" name="Rectangle 5">
            <a:extLst>
              <a:ext uri="{FF2B5EF4-FFF2-40B4-BE49-F238E27FC236}">
                <a16:creationId xmlns:a16="http://schemas.microsoft.com/office/drawing/2014/main" id="{0D303333-1AD7-B776-76F4-1A881A24565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1669517" y="4882163"/>
            <a:ext cx="5088334" cy="138486"/>
          </a:xfrm>
          <a:prstGeom prst="rect">
            <a:avLst/>
          </a:prstGeo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l">
              <a:defRPr sz="700" b="0" i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Confidential. For Internal Use Only</a:t>
            </a:r>
          </a:p>
        </p:txBody>
      </p:sp>
      <p:pic>
        <p:nvPicPr>
          <p:cNvPr id="8" name="Picture 7" descr="A purple and blue logo&#10;&#10;AI-generated content may be incorrect.">
            <a:extLst>
              <a:ext uri="{FF2B5EF4-FFF2-40B4-BE49-F238E27FC236}">
                <a16:creationId xmlns:a16="http://schemas.microsoft.com/office/drawing/2014/main" id="{87F48874-DA81-5DE9-9B6D-4C543735168B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6700" y="4827810"/>
            <a:ext cx="1287206" cy="247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475264"/>
      </p:ext>
    </p:extLst>
  </p:cSld>
  <p:clrMapOvr>
    <a:masterClrMapping/>
  </p:clrMapOvr>
  <p:hf sldNum="0" hdr="0" dt="0"/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 Same Side Corner Rectangle 15">
            <a:extLst>
              <a:ext uri="{FF2B5EF4-FFF2-40B4-BE49-F238E27FC236}">
                <a16:creationId xmlns:a16="http://schemas.microsoft.com/office/drawing/2014/main" id="{3074D64B-290E-9670-9544-D9D649B2BB0F}"/>
              </a:ext>
            </a:extLst>
          </p:cNvPr>
          <p:cNvSpPr/>
          <p:nvPr userDrawn="1"/>
        </p:nvSpPr>
        <p:spPr>
          <a:xfrm rot="5400000">
            <a:off x="2680129" y="-1682024"/>
            <a:ext cx="3315449" cy="8699305"/>
          </a:xfrm>
          <a:prstGeom prst="round2SameRect">
            <a:avLst>
              <a:gd name="adj1" fmla="val 12806"/>
              <a:gd name="adj2" fmla="val 0"/>
            </a:avLst>
          </a:prstGeom>
          <a:gradFill flip="none" rotWithShape="1">
            <a:gsLst>
              <a:gs pos="99000">
                <a:srgbClr val="00B2E3"/>
              </a:gs>
              <a:gs pos="25000">
                <a:srgbClr val="E31D93"/>
              </a:gs>
            </a:gsLst>
            <a:lin ang="16200000" scaled="1"/>
            <a:tileRect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3">
            <a:scrgbClr r="0" g="0" b="0"/>
          </a:effectRef>
          <a:fontRef idx="minor">
            <a:schemeClr val="lt1"/>
          </a:fontRef>
        </p:style>
        <p:txBody>
          <a:bodyPr lIns="91440" tIns="91440" bIns="91440" rtlCol="0" anchor="t"/>
          <a:lstStyle/>
          <a:p>
            <a:pPr lvl="0" algn="ctr"/>
            <a:endParaRPr lang="en-US" sz="12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4C2F0AAB-4930-F3BA-7E37-CD1E1102B3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72881" y="4901916"/>
            <a:ext cx="527090" cy="1384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rgbClr val="0D7AB5"/>
                </a:solidFill>
              </a:defRPr>
            </a:lvl1pPr>
          </a:lstStyle>
          <a:p>
            <a:fld id="{7A830079-8D83-FA4D-8F69-D5C99ECB18F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626086" y="1960202"/>
            <a:ext cx="5423534" cy="1414852"/>
          </a:xfrm>
        </p:spPr>
        <p:txBody>
          <a:bodyPr>
            <a:noAutofit/>
          </a:bodyPr>
          <a:lstStyle>
            <a:lvl1pPr>
              <a:defRPr sz="60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Quote goes here</a:t>
            </a:r>
          </a:p>
        </p:txBody>
      </p:sp>
      <p:pic>
        <p:nvPicPr>
          <p:cNvPr id="13" name="Picture 12" descr="A purple and blue logo&#10;&#10;AI-generated content may be incorrect.">
            <a:extLst>
              <a:ext uri="{FF2B5EF4-FFF2-40B4-BE49-F238E27FC236}">
                <a16:creationId xmlns:a16="http://schemas.microsoft.com/office/drawing/2014/main" id="{4728540C-7481-69EF-23DF-B65CC89A4C5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7687" y="4549468"/>
            <a:ext cx="1097280" cy="21071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A45D5A3-241C-E1DD-EA6B-993D98DFE61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85022" y="196857"/>
            <a:ext cx="1383090" cy="404279"/>
          </a:xfrm>
          <a:prstGeom prst="rect">
            <a:avLst/>
          </a:prstGeom>
        </p:spPr>
      </p:pic>
      <p:sp>
        <p:nvSpPr>
          <p:cNvPr id="7" name="Rectangle 5">
            <a:extLst>
              <a:ext uri="{FF2B5EF4-FFF2-40B4-BE49-F238E27FC236}">
                <a16:creationId xmlns:a16="http://schemas.microsoft.com/office/drawing/2014/main" id="{0D303333-1AD7-B776-76F4-1A881A24565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1669517" y="4882163"/>
            <a:ext cx="5088334" cy="138486"/>
          </a:xfrm>
          <a:prstGeom prst="rect">
            <a:avLst/>
          </a:prstGeo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l">
              <a:defRPr sz="700" b="0" i="0">
                <a:solidFill>
                  <a:srgbClr val="0D7AB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Confidential. For Internal Use Only</a:t>
            </a:r>
            <a:endParaRPr lang="en-US" dirty="0">
              <a:solidFill>
                <a:srgbClr val="0D7AB5"/>
              </a:solidFill>
            </a:endParaRPr>
          </a:p>
        </p:txBody>
      </p:sp>
      <p:pic>
        <p:nvPicPr>
          <p:cNvPr id="8" name="Picture 7" descr="A purple and blue logo&#10;&#10;AI-generated content may be incorrect.">
            <a:extLst>
              <a:ext uri="{FF2B5EF4-FFF2-40B4-BE49-F238E27FC236}">
                <a16:creationId xmlns:a16="http://schemas.microsoft.com/office/drawing/2014/main" id="{87F48874-DA81-5DE9-9B6D-4C543735168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6700" y="4827810"/>
            <a:ext cx="1287206" cy="247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924003"/>
      </p:ext>
    </p:extLst>
  </p:cSld>
  <p:clrMapOvr>
    <a:masterClrMapping/>
  </p:clrMapOvr>
  <p:hf sldNum="0" hdr="0" dt="0"/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8570DD33-478D-EE36-FB0D-37AF51DC8F81}"/>
              </a:ext>
            </a:extLst>
          </p:cNvPr>
          <p:cNvSpPr/>
          <p:nvPr userDrawn="1"/>
        </p:nvSpPr>
        <p:spPr>
          <a:xfrm rot="5400000">
            <a:off x="-285751" y="285752"/>
            <a:ext cx="5143501" cy="4572000"/>
          </a:xfrm>
          <a:prstGeom prst="rect">
            <a:avLst/>
          </a:prstGeom>
          <a:solidFill>
            <a:srgbClr val="17285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3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1220" y="966926"/>
            <a:ext cx="3773862" cy="277640"/>
          </a:xfrm>
        </p:spPr>
        <p:txBody>
          <a:bodyPr/>
          <a:lstStyle>
            <a:lvl1pPr>
              <a:defRPr sz="2200" b="1"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8C54EE-4A04-1472-DC41-DF05A6D50B3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081220" y="1448040"/>
            <a:ext cx="3773862" cy="2958250"/>
          </a:xfrm>
        </p:spPr>
        <p:txBody>
          <a:bodyPr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None/>
              <a:tabLst/>
              <a:defRPr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502920" marR="0" indent="-228600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rgbClr val="21BECE"/>
              </a:buClr>
              <a:buSzTx/>
              <a:buFont typeface="Arial" charset="0"/>
              <a:buChar char="•"/>
              <a:tabLst/>
              <a:defRPr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914400" marR="0" indent="-228600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rgbClr val="21BECE"/>
              </a:buClr>
              <a:buSzPct val="150000"/>
              <a:buFont typeface="AppleSymbols"/>
              <a:buChar char="⎼"/>
              <a:tabLst/>
              <a:defRPr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325880" marR="0" indent="-228600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rgbClr val="21BECE"/>
              </a:buClr>
              <a:buSzTx/>
              <a:buFont typeface="LucidaGrande"/>
              <a:buChar char="◦"/>
              <a:tabLst/>
              <a:defRPr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1680210" marR="0" indent="-171450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rgbClr val="336198"/>
              </a:buClr>
              <a:buSzTx/>
              <a:buFont typeface="Helvetica" pitchFamily="2" charset="0"/>
              <a:buChar char="⁃"/>
              <a:tabLst/>
              <a:def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727274"/>
                </a:solidFill>
                <a:effectLst/>
                <a:uLnTx/>
                <a:uFillTx/>
                <a:ea typeface="ＭＳ Ｐゴシック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E3DFC08-B3DB-B33C-8A51-745F241FAD1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85022" y="196857"/>
            <a:ext cx="1383090" cy="404279"/>
          </a:xfrm>
          <a:prstGeom prst="rect">
            <a:avLst/>
          </a:prstGeom>
        </p:spPr>
      </p:pic>
      <p:sp>
        <p:nvSpPr>
          <p:cNvPr id="11" name="Rectangle 5">
            <a:extLst>
              <a:ext uri="{FF2B5EF4-FFF2-40B4-BE49-F238E27FC236}">
                <a16:creationId xmlns:a16="http://schemas.microsoft.com/office/drawing/2014/main" id="{7FC67445-E1F5-C33C-1FF7-C5B2B23346B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1669517" y="4882163"/>
            <a:ext cx="5088334" cy="138486"/>
          </a:xfrm>
          <a:prstGeom prst="rect">
            <a:avLst/>
          </a:prstGeo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l">
              <a:defRPr sz="700" b="0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Confidential. For Internal Use Only</a:t>
            </a:r>
          </a:p>
        </p:txBody>
      </p:sp>
      <p:sp>
        <p:nvSpPr>
          <p:cNvPr id="13" name="Slide Number Placeholder 6">
            <a:extLst>
              <a:ext uri="{FF2B5EF4-FFF2-40B4-BE49-F238E27FC236}">
                <a16:creationId xmlns:a16="http://schemas.microsoft.com/office/drawing/2014/main" id="{BA06A44F-F947-EC60-00E7-80D48B66F8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72881" y="4882163"/>
            <a:ext cx="527090" cy="1384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rgbClr val="0D7AB5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7A830079-8D83-FA4D-8F69-D5C99ECB18F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3" name="Picture 22" descr="A purple and blue logo&#10;&#10;AI-generated content may be incorrect.">
            <a:extLst>
              <a:ext uri="{FF2B5EF4-FFF2-40B4-BE49-F238E27FC236}">
                <a16:creationId xmlns:a16="http://schemas.microsoft.com/office/drawing/2014/main" id="{D3CF7422-6831-4322-0B9B-F2F61E97F8F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6118" y="4809930"/>
            <a:ext cx="1097280" cy="210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473230"/>
      </p:ext>
    </p:extLst>
  </p:cSld>
  <p:clrMapOvr>
    <a:masterClrMapping/>
  </p:clrMapOvr>
  <p:hf sldNum="0" hdr="0" dt="0"/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f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5E4F55A0-69C0-6EC0-F2D2-7A6C65D5D363}"/>
              </a:ext>
            </a:extLst>
          </p:cNvPr>
          <p:cNvSpPr/>
          <p:nvPr userDrawn="1"/>
        </p:nvSpPr>
        <p:spPr>
          <a:xfrm rot="5400000">
            <a:off x="-285751" y="285752"/>
            <a:ext cx="5143501" cy="4572000"/>
          </a:xfrm>
          <a:prstGeom prst="rect">
            <a:avLst/>
          </a:prstGeom>
          <a:solidFill>
            <a:srgbClr val="17285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3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1904" y="918038"/>
            <a:ext cx="3773862" cy="277640"/>
          </a:xfrm>
        </p:spPr>
        <p:txBody>
          <a:bodyPr/>
          <a:lstStyle>
            <a:lvl1pPr>
              <a:defRPr sz="2200" b="1"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8C54EE-4A04-1472-DC41-DF05A6D50B3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121904" y="1416336"/>
            <a:ext cx="3773862" cy="2958250"/>
          </a:xfrm>
        </p:spPr>
        <p:txBody>
          <a:bodyPr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None/>
              <a:tabLst/>
              <a:defRPr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502920" marR="0" indent="-228600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rgbClr val="21BECE"/>
              </a:buClr>
              <a:buSzTx/>
              <a:buFont typeface="Arial" charset="0"/>
              <a:buChar char="•"/>
              <a:tabLst/>
              <a:defRPr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914400" marR="0" indent="-228600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rgbClr val="21BECE"/>
              </a:buClr>
              <a:buSzPct val="150000"/>
              <a:buFont typeface="AppleSymbols"/>
              <a:buChar char="⎼"/>
              <a:tabLst/>
              <a:defRPr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325880" marR="0" indent="-228600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rgbClr val="21BECE"/>
              </a:buClr>
              <a:buSzTx/>
              <a:buFont typeface="LucidaGrande"/>
              <a:buChar char="◦"/>
              <a:tabLst/>
              <a:defRPr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1680210" marR="0" indent="-171450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rgbClr val="336198"/>
              </a:buClr>
              <a:buSzTx/>
              <a:buFont typeface="Helvetica" pitchFamily="2" charset="0"/>
              <a:buChar char="⁃"/>
              <a:tabLst/>
              <a:def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727274"/>
                </a:solidFill>
                <a:effectLst/>
                <a:uLnTx/>
                <a:uFillTx/>
                <a:ea typeface="ＭＳ Ｐゴシック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AEC8ABC-AD8F-6BC7-A609-CA4766DD83B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66700" y="900341"/>
            <a:ext cx="4116521" cy="288925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9601F4B-3309-4C39-6D35-A1C1F86D7E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85022" y="196857"/>
            <a:ext cx="1383090" cy="404279"/>
          </a:xfrm>
          <a:prstGeom prst="rect">
            <a:avLst/>
          </a:prstGeom>
        </p:spPr>
      </p:pic>
      <p:sp>
        <p:nvSpPr>
          <p:cNvPr id="8" name="Rectangle 5">
            <a:extLst>
              <a:ext uri="{FF2B5EF4-FFF2-40B4-BE49-F238E27FC236}">
                <a16:creationId xmlns:a16="http://schemas.microsoft.com/office/drawing/2014/main" id="{C3CD92BC-91A7-9C3D-0A0C-259F34C85F5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1669517" y="4882163"/>
            <a:ext cx="5088334" cy="138486"/>
          </a:xfrm>
          <a:prstGeom prst="rect">
            <a:avLst/>
          </a:prstGeo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l">
              <a:defRPr sz="700" b="0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Confidential. For Internal Use Only</a:t>
            </a:r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BD2324D5-7169-B467-B6AA-4B1EC6E284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72881" y="4882163"/>
            <a:ext cx="527090" cy="1384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rgbClr val="0D7AB5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7A830079-8D83-FA4D-8F69-D5C99ECB18F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4" name="Picture 23" descr="A purple and blue logo&#10;&#10;AI-generated content may be incorrect.">
            <a:extLst>
              <a:ext uri="{FF2B5EF4-FFF2-40B4-BE49-F238E27FC236}">
                <a16:creationId xmlns:a16="http://schemas.microsoft.com/office/drawing/2014/main" id="{A8D4C81F-DF60-EE53-CEB3-3465372E876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6118" y="4809930"/>
            <a:ext cx="1097280" cy="210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523853"/>
      </p:ext>
    </p:extLst>
  </p:cSld>
  <p:clrMapOvr>
    <a:masterClrMapping/>
  </p:clrMapOvr>
  <p:hf sldNum="0" hdr="0" dt="0"/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orient="horz" pos="756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52309CC6-3DCE-C35D-8B07-C0339AEC409F}"/>
              </a:ext>
            </a:extLst>
          </p:cNvPr>
          <p:cNvSpPr/>
          <p:nvPr userDrawn="1"/>
        </p:nvSpPr>
        <p:spPr>
          <a:xfrm rot="5400000">
            <a:off x="-285751" y="285752"/>
            <a:ext cx="5143501" cy="4572000"/>
          </a:xfrm>
          <a:prstGeom prst="rect">
            <a:avLst/>
          </a:prstGeom>
          <a:solidFill>
            <a:srgbClr val="17285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3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2484015-CF6E-3AD6-7810-C961303A88A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85022" y="196857"/>
            <a:ext cx="1383090" cy="40427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F68D96D-D377-1AB8-247E-FBA2DB52E0F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288" t="10673" r="7647" b="19735"/>
          <a:stretch/>
        </p:blipFill>
        <p:spPr>
          <a:xfrm>
            <a:off x="108237" y="1321192"/>
            <a:ext cx="4337271" cy="260463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72CD405-35FA-A7D9-D048-1637F09D9814}"/>
              </a:ext>
            </a:extLst>
          </p:cNvPr>
          <p:cNvSpPr/>
          <p:nvPr userDrawn="1"/>
        </p:nvSpPr>
        <p:spPr>
          <a:xfrm>
            <a:off x="727523" y="1504839"/>
            <a:ext cx="3225045" cy="198758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C59DF5CE-836E-9BF4-FCC4-C9F3DDFA5C6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27523" y="1525961"/>
            <a:ext cx="3225044" cy="1987580"/>
          </a:xfrm>
          <a:solidFill>
            <a:srgbClr val="172852"/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12C4A80-5C8D-494E-9B1B-EB259DB1E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855" y="723891"/>
            <a:ext cx="4467865" cy="277640"/>
          </a:xfrm>
        </p:spPr>
        <p:txBody>
          <a:bodyPr>
            <a:noAutofit/>
          </a:bodyPr>
          <a:lstStyle>
            <a:lvl1pPr algn="ctr">
              <a:defRPr sz="24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4" name="Picture 13" descr="A purple and blue logo&#10;&#10;AI-generated content may be incorrect.">
            <a:extLst>
              <a:ext uri="{FF2B5EF4-FFF2-40B4-BE49-F238E27FC236}">
                <a16:creationId xmlns:a16="http://schemas.microsoft.com/office/drawing/2014/main" id="{253D1C4E-5E21-30A2-869A-8938A05A015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6118" y="4809930"/>
            <a:ext cx="1097280" cy="210719"/>
          </a:xfrm>
          <a:prstGeom prst="rect">
            <a:avLst/>
          </a:prstGeom>
        </p:spPr>
      </p:pic>
      <p:sp>
        <p:nvSpPr>
          <p:cNvPr id="15" name="Rectangle 5">
            <a:extLst>
              <a:ext uri="{FF2B5EF4-FFF2-40B4-BE49-F238E27FC236}">
                <a16:creationId xmlns:a16="http://schemas.microsoft.com/office/drawing/2014/main" id="{F154EFBD-7379-D5A3-7A2E-5363920CB28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1669517" y="4882163"/>
            <a:ext cx="5088334" cy="138486"/>
          </a:xfrm>
          <a:prstGeom prst="rect">
            <a:avLst/>
          </a:prstGeo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l">
              <a:defRPr sz="700" b="0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Confidential. For Internal Use Only</a:t>
            </a:r>
          </a:p>
        </p:txBody>
      </p:sp>
      <p:sp>
        <p:nvSpPr>
          <p:cNvPr id="17" name="Slide Number Placeholder 6">
            <a:extLst>
              <a:ext uri="{FF2B5EF4-FFF2-40B4-BE49-F238E27FC236}">
                <a16:creationId xmlns:a16="http://schemas.microsoft.com/office/drawing/2014/main" id="{F89C11F8-A392-8226-7FE9-0FFDBAF30F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72881" y="4882163"/>
            <a:ext cx="527090" cy="1384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rgbClr val="0D7AB5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7A830079-8D83-FA4D-8F69-D5C99ECB18F2}" type="slidenum">
              <a:rPr lang="en-US" smtClean="0"/>
              <a:pPr/>
              <a:t>‹#›</a:t>
            </a:fld>
            <a:endParaRPr lang="en-US" dirty="0">
              <a:solidFill>
                <a:srgbClr val="0D7AB5"/>
              </a:solidFill>
            </a:endParaRPr>
          </a:p>
        </p:txBody>
      </p:sp>
      <p:sp>
        <p:nvSpPr>
          <p:cNvPr id="23" name="Text Placeholder 12">
            <a:extLst>
              <a:ext uri="{FF2B5EF4-FFF2-40B4-BE49-F238E27FC236}">
                <a16:creationId xmlns:a16="http://schemas.microsoft.com/office/drawing/2014/main" id="{37D69D85-8854-869E-5D89-E80F6FACB24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114741" y="992188"/>
            <a:ext cx="3753034" cy="3605212"/>
          </a:xfrm>
        </p:spPr>
        <p:txBody>
          <a:bodyPr/>
          <a:lstStyle>
            <a:lvl1pPr>
              <a:defRPr>
                <a:solidFill>
                  <a:srgbClr val="172852"/>
                </a:solidFill>
              </a:defRPr>
            </a:lvl1pPr>
            <a:lvl2pPr>
              <a:defRPr>
                <a:solidFill>
                  <a:srgbClr val="172852"/>
                </a:solidFill>
              </a:defRPr>
            </a:lvl2pPr>
            <a:lvl3pPr>
              <a:defRPr>
                <a:solidFill>
                  <a:srgbClr val="172852"/>
                </a:solidFill>
              </a:defRPr>
            </a:lvl3pPr>
            <a:lvl4pPr>
              <a:defRPr>
                <a:solidFill>
                  <a:srgbClr val="172852"/>
                </a:solidFill>
              </a:defRPr>
            </a:lvl4pPr>
            <a:lvl5pPr>
              <a:defRPr>
                <a:solidFill>
                  <a:srgbClr val="17285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99250753"/>
      </p:ext>
    </p:extLst>
  </p:cSld>
  <p:clrMapOvr>
    <a:masterClrMapping/>
  </p:clrMapOvr>
  <p:hf sldNum="0" hdr="0" dt="0"/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DBFE2E90-E999-344A-5944-59B1BDA9DB04}"/>
              </a:ext>
            </a:extLst>
          </p:cNvPr>
          <p:cNvSpPr/>
          <p:nvPr userDrawn="1"/>
        </p:nvSpPr>
        <p:spPr>
          <a:xfrm rot="5400000">
            <a:off x="-285751" y="285752"/>
            <a:ext cx="5143501" cy="4572000"/>
          </a:xfrm>
          <a:prstGeom prst="rect">
            <a:avLst/>
          </a:prstGeom>
          <a:solidFill>
            <a:srgbClr val="17285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3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2484015-CF6E-3AD6-7810-C961303A88A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85022" y="196857"/>
            <a:ext cx="1383090" cy="404279"/>
          </a:xfrm>
          <a:prstGeom prst="rect">
            <a:avLst/>
          </a:prstGeom>
        </p:spPr>
      </p:pic>
      <p:sp>
        <p:nvSpPr>
          <p:cNvPr id="6" name="Picture Placeholder 7">
            <a:extLst>
              <a:ext uri="{FF2B5EF4-FFF2-40B4-BE49-F238E27FC236}">
                <a16:creationId xmlns:a16="http://schemas.microsoft.com/office/drawing/2014/main" id="{3E3146F3-BBEA-B4D9-3625-DED653DAE89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6616" y="1394178"/>
            <a:ext cx="3740191" cy="2842369"/>
          </a:xfrm>
          <a:prstGeom prst="roundRect">
            <a:avLst>
              <a:gd name="adj" fmla="val 1723"/>
            </a:avLst>
          </a:prstGeom>
          <a:solidFill>
            <a:srgbClr val="172852"/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739205B-D74E-71DB-AE94-79F9BAE9AA0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731895" y="796779"/>
            <a:ext cx="3097232" cy="4008571"/>
          </a:xfrm>
          <a:prstGeom prst="rect">
            <a:avLst/>
          </a:prstGeom>
        </p:spPr>
      </p:pic>
      <p:pic>
        <p:nvPicPr>
          <p:cNvPr id="16" name="Picture 15" descr="A purple and blue logo&#10;&#10;AI-generated content may be incorrect.">
            <a:extLst>
              <a:ext uri="{FF2B5EF4-FFF2-40B4-BE49-F238E27FC236}">
                <a16:creationId xmlns:a16="http://schemas.microsoft.com/office/drawing/2014/main" id="{D5681C28-B570-368D-C708-8A4A263EE17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6118" y="4809930"/>
            <a:ext cx="1097280" cy="210719"/>
          </a:xfrm>
          <a:prstGeom prst="rect">
            <a:avLst/>
          </a:prstGeom>
        </p:spPr>
      </p:pic>
      <p:sp>
        <p:nvSpPr>
          <p:cNvPr id="17" name="Rectangle 5">
            <a:extLst>
              <a:ext uri="{FF2B5EF4-FFF2-40B4-BE49-F238E27FC236}">
                <a16:creationId xmlns:a16="http://schemas.microsoft.com/office/drawing/2014/main" id="{114C02AF-40F4-7645-788F-20E03C3DDFF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1669517" y="4882163"/>
            <a:ext cx="5088334" cy="138486"/>
          </a:xfrm>
          <a:prstGeom prst="rect">
            <a:avLst/>
          </a:prstGeo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l">
              <a:defRPr sz="700" b="0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Confidential. For Internal Use Only</a:t>
            </a:r>
          </a:p>
        </p:txBody>
      </p:sp>
      <p:sp>
        <p:nvSpPr>
          <p:cNvPr id="18" name="Slide Number Placeholder 6">
            <a:extLst>
              <a:ext uri="{FF2B5EF4-FFF2-40B4-BE49-F238E27FC236}">
                <a16:creationId xmlns:a16="http://schemas.microsoft.com/office/drawing/2014/main" id="{A72A0E89-7B5A-EA63-ECD4-1D26D54C89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72881" y="4882163"/>
            <a:ext cx="527090" cy="1384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rgbClr val="0D7AB5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7A830079-8D83-FA4D-8F69-D5C99ECB18F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AD64E046-DB61-4B20-8B91-3C11737A4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855" y="723891"/>
            <a:ext cx="4467865" cy="277640"/>
          </a:xfrm>
        </p:spPr>
        <p:txBody>
          <a:bodyPr>
            <a:noAutofit/>
          </a:bodyPr>
          <a:lstStyle>
            <a:lvl1pPr algn="ctr">
              <a:defRPr sz="24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5" name="Text Placeholder 12">
            <a:extLst>
              <a:ext uri="{FF2B5EF4-FFF2-40B4-BE49-F238E27FC236}">
                <a16:creationId xmlns:a16="http://schemas.microsoft.com/office/drawing/2014/main" id="{889FC86F-46B8-A6DC-DC56-9714DEAEC7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114741" y="992188"/>
            <a:ext cx="3753034" cy="3605212"/>
          </a:xfrm>
        </p:spPr>
        <p:txBody>
          <a:bodyPr/>
          <a:lstStyle>
            <a:lvl1pPr>
              <a:defRPr>
                <a:solidFill>
                  <a:srgbClr val="172852"/>
                </a:solidFill>
              </a:defRPr>
            </a:lvl1pPr>
            <a:lvl2pPr>
              <a:defRPr>
                <a:solidFill>
                  <a:srgbClr val="172852"/>
                </a:solidFill>
              </a:defRPr>
            </a:lvl2pPr>
            <a:lvl3pPr>
              <a:defRPr>
                <a:solidFill>
                  <a:srgbClr val="172852"/>
                </a:solidFill>
              </a:defRPr>
            </a:lvl3pPr>
            <a:lvl4pPr>
              <a:defRPr>
                <a:solidFill>
                  <a:srgbClr val="172852"/>
                </a:solidFill>
              </a:defRPr>
            </a:lvl4pPr>
            <a:lvl5pPr>
              <a:defRPr>
                <a:solidFill>
                  <a:srgbClr val="17285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81312603"/>
      </p:ext>
    </p:extLst>
  </p:cSld>
  <p:clrMapOvr>
    <a:masterClrMapping/>
  </p:clrMapOvr>
  <p:hf sldNum="0" hdr="0" dt="0"/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B04E442F-EFE7-A53F-F2A6-3A2DF9273F29}"/>
              </a:ext>
            </a:extLst>
          </p:cNvPr>
          <p:cNvSpPr/>
          <p:nvPr userDrawn="1"/>
        </p:nvSpPr>
        <p:spPr>
          <a:xfrm rot="5400000">
            <a:off x="-285751" y="285752"/>
            <a:ext cx="5143501" cy="4572000"/>
          </a:xfrm>
          <a:prstGeom prst="rect">
            <a:avLst/>
          </a:prstGeom>
          <a:solidFill>
            <a:srgbClr val="17285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3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1634696"/>
            <a:ext cx="1650311" cy="1479589"/>
          </a:xfrm>
        </p:spPr>
        <p:txBody>
          <a:bodyPr>
            <a:noAutofit/>
          </a:bodyPr>
          <a:lstStyle>
            <a:lvl1pPr algn="ctr">
              <a:defRPr sz="24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2484015-CF6E-3AD6-7810-C961303A88A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85022" y="196857"/>
            <a:ext cx="1383090" cy="404279"/>
          </a:xfrm>
          <a:prstGeom prst="rect">
            <a:avLst/>
          </a:prstGeom>
        </p:spPr>
      </p:pic>
      <p:sp>
        <p:nvSpPr>
          <p:cNvPr id="6" name="Picture Placeholder 7">
            <a:extLst>
              <a:ext uri="{FF2B5EF4-FFF2-40B4-BE49-F238E27FC236}">
                <a16:creationId xmlns:a16="http://schemas.microsoft.com/office/drawing/2014/main" id="{3E3146F3-BBEA-B4D9-3625-DED653DAE89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086828" y="531234"/>
            <a:ext cx="1702666" cy="3738593"/>
          </a:xfrm>
          <a:prstGeom prst="roundRect">
            <a:avLst>
              <a:gd name="adj" fmla="val 10430"/>
            </a:avLst>
          </a:prstGeom>
          <a:solidFill>
            <a:srgbClr val="172852"/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42EC08C3-8757-D17E-D7C1-76263CA9620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01920" y="456133"/>
            <a:ext cx="1872483" cy="3901006"/>
          </a:xfrm>
          <a:prstGeom prst="rect">
            <a:avLst/>
          </a:prstGeom>
        </p:spPr>
      </p:pic>
      <p:pic>
        <p:nvPicPr>
          <p:cNvPr id="16" name="Picture 15" descr="A purple and blue logo&#10;&#10;AI-generated content may be incorrect.">
            <a:extLst>
              <a:ext uri="{FF2B5EF4-FFF2-40B4-BE49-F238E27FC236}">
                <a16:creationId xmlns:a16="http://schemas.microsoft.com/office/drawing/2014/main" id="{8BDE3F52-7148-7D26-6333-9CA4677C775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6118" y="4809930"/>
            <a:ext cx="1097280" cy="210719"/>
          </a:xfrm>
          <a:prstGeom prst="rect">
            <a:avLst/>
          </a:prstGeom>
        </p:spPr>
      </p:pic>
      <p:sp>
        <p:nvSpPr>
          <p:cNvPr id="17" name="Rectangle 5">
            <a:extLst>
              <a:ext uri="{FF2B5EF4-FFF2-40B4-BE49-F238E27FC236}">
                <a16:creationId xmlns:a16="http://schemas.microsoft.com/office/drawing/2014/main" id="{C592EB9D-701A-50E1-FF8A-046F1BC6F6F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1669517" y="4882163"/>
            <a:ext cx="5088334" cy="138486"/>
          </a:xfrm>
          <a:prstGeom prst="rect">
            <a:avLst/>
          </a:prstGeo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l">
              <a:defRPr sz="700" b="0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Confidential. For Internal Use Only</a:t>
            </a:r>
          </a:p>
        </p:txBody>
      </p:sp>
      <p:sp>
        <p:nvSpPr>
          <p:cNvPr id="18" name="Slide Number Placeholder 6">
            <a:extLst>
              <a:ext uri="{FF2B5EF4-FFF2-40B4-BE49-F238E27FC236}">
                <a16:creationId xmlns:a16="http://schemas.microsoft.com/office/drawing/2014/main" id="{55EC7BD2-623E-4F46-3CBE-8F8AD09F86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72881" y="4882163"/>
            <a:ext cx="527090" cy="1384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rgbClr val="0D7AB5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7A830079-8D83-FA4D-8F69-D5C99ECB18F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5" name="Text Placeholder 12">
            <a:extLst>
              <a:ext uri="{FF2B5EF4-FFF2-40B4-BE49-F238E27FC236}">
                <a16:creationId xmlns:a16="http://schemas.microsoft.com/office/drawing/2014/main" id="{C33D087E-52D1-8A25-A649-FD51BC3EC65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114741" y="992188"/>
            <a:ext cx="3753034" cy="3605212"/>
          </a:xfrm>
        </p:spPr>
        <p:txBody>
          <a:bodyPr/>
          <a:lstStyle>
            <a:lvl1pPr>
              <a:defRPr>
                <a:solidFill>
                  <a:srgbClr val="172852"/>
                </a:solidFill>
              </a:defRPr>
            </a:lvl1pPr>
            <a:lvl2pPr>
              <a:defRPr>
                <a:solidFill>
                  <a:srgbClr val="172852"/>
                </a:solidFill>
              </a:defRPr>
            </a:lvl2pPr>
            <a:lvl3pPr>
              <a:defRPr>
                <a:solidFill>
                  <a:srgbClr val="172852"/>
                </a:solidFill>
              </a:defRPr>
            </a:lvl3pPr>
            <a:lvl4pPr>
              <a:defRPr>
                <a:solidFill>
                  <a:srgbClr val="172852"/>
                </a:solidFill>
              </a:defRPr>
            </a:lvl4pPr>
            <a:lvl5pPr>
              <a:defRPr>
                <a:solidFill>
                  <a:srgbClr val="17285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81936494"/>
      </p:ext>
    </p:extLst>
  </p:cSld>
  <p:clrMapOvr>
    <a:masterClrMapping/>
  </p:clrMapOvr>
  <p:hf sldNum="0" hdr="0" dt="0"/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0DA415F6-4E85-3476-6875-7C7D451791F8}"/>
              </a:ext>
            </a:extLst>
          </p:cNvPr>
          <p:cNvSpPr/>
          <p:nvPr userDrawn="1"/>
        </p:nvSpPr>
        <p:spPr>
          <a:xfrm rot="5400000">
            <a:off x="-285751" y="285752"/>
            <a:ext cx="5143501" cy="4572000"/>
          </a:xfrm>
          <a:prstGeom prst="rect">
            <a:avLst/>
          </a:prstGeom>
          <a:solidFill>
            <a:srgbClr val="17285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3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2484015-CF6E-3AD6-7810-C961303A88A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85022" y="196857"/>
            <a:ext cx="1383090" cy="404279"/>
          </a:xfrm>
          <a:prstGeom prst="rect">
            <a:avLst/>
          </a:prstGeom>
        </p:spPr>
      </p:pic>
      <p:pic>
        <p:nvPicPr>
          <p:cNvPr id="9" name="Picture 8" descr="A computer monitor with a black screen&#10;&#10;AI-generated content may be incorrect.">
            <a:extLst>
              <a:ext uri="{FF2B5EF4-FFF2-40B4-BE49-F238E27FC236}">
                <a16:creationId xmlns:a16="http://schemas.microsoft.com/office/drawing/2014/main" id="{55D0AB14-04D7-DB4F-1840-8F76143C940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14337" y="1377047"/>
            <a:ext cx="3842620" cy="3082863"/>
          </a:xfrm>
          <a:prstGeom prst="rect">
            <a:avLst/>
          </a:prstGeom>
        </p:spPr>
      </p:pic>
      <p:sp>
        <p:nvSpPr>
          <p:cNvPr id="6" name="Picture Placeholder 7">
            <a:extLst>
              <a:ext uri="{FF2B5EF4-FFF2-40B4-BE49-F238E27FC236}">
                <a16:creationId xmlns:a16="http://schemas.microsoft.com/office/drawing/2014/main" id="{3E3146F3-BBEA-B4D9-3625-DED653DAE89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48352" y="1516133"/>
            <a:ext cx="3589926" cy="2176862"/>
          </a:xfrm>
          <a:solidFill>
            <a:srgbClr val="172852"/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5" name="Rectangle 5">
            <a:extLst>
              <a:ext uri="{FF2B5EF4-FFF2-40B4-BE49-F238E27FC236}">
                <a16:creationId xmlns:a16="http://schemas.microsoft.com/office/drawing/2014/main" id="{710ED36F-7A16-C749-E3F5-447BDAE17BB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1669517" y="4882163"/>
            <a:ext cx="5088334" cy="138486"/>
          </a:xfrm>
          <a:prstGeom prst="rect">
            <a:avLst/>
          </a:prstGeo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l">
              <a:defRPr sz="700" b="0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Confidential. For Internal Use Only</a:t>
            </a:r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7A5E4D59-59BF-FC70-655A-F9D459B170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72881" y="4882163"/>
            <a:ext cx="527090" cy="1384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rgbClr val="0D7AB5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7A830079-8D83-FA4D-8F69-D5C99ECB18F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CBCB9162-B6DC-6622-99D6-BBACD1302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855" y="723891"/>
            <a:ext cx="4467865" cy="277640"/>
          </a:xfrm>
        </p:spPr>
        <p:txBody>
          <a:bodyPr>
            <a:noAutofit/>
          </a:bodyPr>
          <a:lstStyle>
            <a:lvl1pPr algn="ctr">
              <a:defRPr sz="24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Text Placeholder 12">
            <a:extLst>
              <a:ext uri="{FF2B5EF4-FFF2-40B4-BE49-F238E27FC236}">
                <a16:creationId xmlns:a16="http://schemas.microsoft.com/office/drawing/2014/main" id="{BBC7CF57-8982-F831-738E-8CC0602BB86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114741" y="992188"/>
            <a:ext cx="3753034" cy="3605212"/>
          </a:xfrm>
        </p:spPr>
        <p:txBody>
          <a:bodyPr/>
          <a:lstStyle>
            <a:lvl1pPr>
              <a:defRPr>
                <a:solidFill>
                  <a:srgbClr val="172852"/>
                </a:solidFill>
              </a:defRPr>
            </a:lvl1pPr>
            <a:lvl2pPr>
              <a:defRPr>
                <a:solidFill>
                  <a:srgbClr val="172852"/>
                </a:solidFill>
              </a:defRPr>
            </a:lvl2pPr>
            <a:lvl3pPr>
              <a:defRPr>
                <a:solidFill>
                  <a:srgbClr val="172852"/>
                </a:solidFill>
              </a:defRPr>
            </a:lvl3pPr>
            <a:lvl4pPr>
              <a:defRPr>
                <a:solidFill>
                  <a:srgbClr val="172852"/>
                </a:solidFill>
              </a:defRPr>
            </a:lvl4pPr>
            <a:lvl5pPr>
              <a:defRPr>
                <a:solidFill>
                  <a:srgbClr val="17285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30" name="Picture 29" descr="A purple and blue logo&#10;&#10;AI-generated content may be incorrect.">
            <a:extLst>
              <a:ext uri="{FF2B5EF4-FFF2-40B4-BE49-F238E27FC236}">
                <a16:creationId xmlns:a16="http://schemas.microsoft.com/office/drawing/2014/main" id="{165C8094-D88C-B553-796B-BC65ECAF68D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6118" y="4809930"/>
            <a:ext cx="1097280" cy="210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027573"/>
      </p:ext>
    </p:extLst>
  </p:cSld>
  <p:clrMapOvr>
    <a:masterClrMapping/>
  </p:clrMapOvr>
  <p:hf sldNum="0" hdr="0" dt="0"/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05DF7DDB-6328-5333-0C87-E9A9BDE6CA86}"/>
              </a:ext>
            </a:extLst>
          </p:cNvPr>
          <p:cNvSpPr/>
          <p:nvPr userDrawn="1"/>
        </p:nvSpPr>
        <p:spPr>
          <a:xfrm rot="5400000">
            <a:off x="-285751" y="285752"/>
            <a:ext cx="5143501" cy="4572000"/>
          </a:xfrm>
          <a:prstGeom prst="rect">
            <a:avLst/>
          </a:prstGeom>
          <a:solidFill>
            <a:srgbClr val="17285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3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2484015-CF6E-3AD6-7810-C961303A88A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85022" y="196857"/>
            <a:ext cx="1383090" cy="404279"/>
          </a:xfrm>
          <a:prstGeom prst="rect">
            <a:avLst/>
          </a:prstGeom>
        </p:spPr>
      </p:pic>
      <p:sp>
        <p:nvSpPr>
          <p:cNvPr id="14" name="Rectangle 5">
            <a:extLst>
              <a:ext uri="{FF2B5EF4-FFF2-40B4-BE49-F238E27FC236}">
                <a16:creationId xmlns:a16="http://schemas.microsoft.com/office/drawing/2014/main" id="{28F6E406-A551-C916-3A66-0A68F923AB3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1669517" y="4882163"/>
            <a:ext cx="5088334" cy="138486"/>
          </a:xfrm>
          <a:prstGeom prst="rect">
            <a:avLst/>
          </a:prstGeo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l">
              <a:defRPr sz="700" b="0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Confidential. For Internal Use Only</a:t>
            </a:r>
          </a:p>
        </p:txBody>
      </p:sp>
      <p:sp>
        <p:nvSpPr>
          <p:cNvPr id="15" name="Slide Number Placeholder 6">
            <a:extLst>
              <a:ext uri="{FF2B5EF4-FFF2-40B4-BE49-F238E27FC236}">
                <a16:creationId xmlns:a16="http://schemas.microsoft.com/office/drawing/2014/main" id="{C0B45189-F081-AFE4-4811-FBE3A9112C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72881" y="4882163"/>
            <a:ext cx="527090" cy="1384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rgbClr val="0D7AB5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7A830079-8D83-FA4D-8F69-D5C99ECB18F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235520F4-FB76-21FC-45A4-376247240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855" y="723891"/>
            <a:ext cx="4467865" cy="277640"/>
          </a:xfrm>
        </p:spPr>
        <p:txBody>
          <a:bodyPr>
            <a:noAutofit/>
          </a:bodyPr>
          <a:lstStyle>
            <a:lvl1pPr algn="ctr">
              <a:defRPr sz="24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5F4EEF1D-6AE6-8BBC-A026-44F5BC9728B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114741" y="992188"/>
            <a:ext cx="3753034" cy="3605212"/>
          </a:xfrm>
        </p:spPr>
        <p:txBody>
          <a:bodyPr/>
          <a:lstStyle>
            <a:lvl1pPr>
              <a:defRPr>
                <a:solidFill>
                  <a:srgbClr val="172852"/>
                </a:solidFill>
              </a:defRPr>
            </a:lvl1pPr>
            <a:lvl2pPr>
              <a:defRPr>
                <a:solidFill>
                  <a:srgbClr val="172852"/>
                </a:solidFill>
              </a:defRPr>
            </a:lvl2pPr>
            <a:lvl3pPr>
              <a:defRPr>
                <a:solidFill>
                  <a:srgbClr val="172852"/>
                </a:solidFill>
              </a:defRPr>
            </a:lvl3pPr>
            <a:lvl4pPr>
              <a:defRPr>
                <a:solidFill>
                  <a:srgbClr val="172852"/>
                </a:solidFill>
              </a:defRPr>
            </a:lvl4pPr>
            <a:lvl5pPr>
              <a:defRPr>
                <a:solidFill>
                  <a:srgbClr val="17285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30" name="Picture 29" descr="A purple and blue logo&#10;&#10;AI-generated content may be incorrect.">
            <a:extLst>
              <a:ext uri="{FF2B5EF4-FFF2-40B4-BE49-F238E27FC236}">
                <a16:creationId xmlns:a16="http://schemas.microsoft.com/office/drawing/2014/main" id="{009A8AEE-2A87-3713-0B57-6690E43338E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6118" y="4809930"/>
            <a:ext cx="1097280" cy="210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159158"/>
      </p:ext>
    </p:extLst>
  </p:cSld>
  <p:clrMapOvr>
    <a:masterClrMapping/>
  </p:clrMapOvr>
  <p:hf sldNum="0" hdr="0" dt="0"/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rapezoid 5">
            <a:extLst>
              <a:ext uri="{FF2B5EF4-FFF2-40B4-BE49-F238E27FC236}">
                <a16:creationId xmlns:a16="http://schemas.microsoft.com/office/drawing/2014/main" id="{2D74C9D5-25D7-8E53-1DC1-2CF329EF57E7}"/>
              </a:ext>
            </a:extLst>
          </p:cNvPr>
          <p:cNvSpPr/>
          <p:nvPr userDrawn="1"/>
        </p:nvSpPr>
        <p:spPr>
          <a:xfrm flipH="1">
            <a:off x="0" y="0"/>
            <a:ext cx="9144000" cy="5160917"/>
          </a:xfrm>
          <a:prstGeom prst="rect">
            <a:avLst/>
          </a:prstGeom>
          <a:gradFill flip="none" rotWithShape="1">
            <a:gsLst>
              <a:gs pos="98000">
                <a:srgbClr val="00B2E3"/>
              </a:gs>
              <a:gs pos="0">
                <a:srgbClr val="E31D93"/>
              </a:gs>
            </a:gsLst>
            <a:lin ang="10800000" scaled="1"/>
            <a:tileRect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3">
            <a:scrgbClr r="0" g="0" b="0"/>
          </a:effectRef>
          <a:fontRef idx="minor">
            <a:schemeClr val="lt1"/>
          </a:fontRef>
        </p:style>
        <p:txBody>
          <a:bodyPr lIns="91440" tIns="91440" bIns="91440" rtlCol="0" anchor="t"/>
          <a:lstStyle/>
          <a:p>
            <a:pPr lvl="0" algn="ctr"/>
            <a:endParaRPr lang="en-US" sz="1200" dirty="0" err="1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5888" y="241584"/>
            <a:ext cx="7108982" cy="277640"/>
          </a:xfrm>
        </p:spPr>
        <p:txBody>
          <a:bodyPr/>
          <a:lstStyle>
            <a:lvl1pPr>
              <a:defRPr sz="22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11DC3B3D-CAC6-0FBB-3477-D6901604995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1669517" y="4882163"/>
            <a:ext cx="5088334" cy="138486"/>
          </a:xfrm>
          <a:prstGeom prst="rect">
            <a:avLst/>
          </a:prstGeo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l">
              <a:defRPr sz="700" b="0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Confidential. For Internal Use Only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4CA63E0A-DCAF-CB1A-482C-5CB88FA806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72881" y="4882163"/>
            <a:ext cx="527090" cy="1384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7A830079-8D83-FA4D-8F69-D5C99ECB18F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A727CAD-FBB5-0BBC-4689-65CA06962F50}"/>
              </a:ext>
            </a:extLst>
          </p:cNvPr>
          <p:cNvCxnSpPr/>
          <p:nvPr userDrawn="1"/>
        </p:nvCxnSpPr>
        <p:spPr>
          <a:xfrm>
            <a:off x="266700" y="660728"/>
            <a:ext cx="6889217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13CD2485-626F-0C07-2908-BCFC6BC28DC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85022" y="196857"/>
            <a:ext cx="1383090" cy="404279"/>
          </a:xfrm>
          <a:prstGeom prst="rect">
            <a:avLst/>
          </a:prstGeom>
        </p:spPr>
      </p:pic>
      <p:pic>
        <p:nvPicPr>
          <p:cNvPr id="3" name="Picture 2" descr="A purple and blue logo&#10;&#10;AI-generated content may be incorrect.">
            <a:extLst>
              <a:ext uri="{FF2B5EF4-FFF2-40B4-BE49-F238E27FC236}">
                <a16:creationId xmlns:a16="http://schemas.microsoft.com/office/drawing/2014/main" id="{770442E9-661C-7CEA-8468-59CCD291091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6118" y="4809930"/>
            <a:ext cx="1097280" cy="210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526149"/>
      </p:ext>
    </p:extLst>
  </p:cSld>
  <p:clrMapOvr>
    <a:masterClrMapping/>
  </p:clrMapOvr>
  <p:hf sldNum="0" hdr="0" dt="0"/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rapezoid 5">
            <a:extLst>
              <a:ext uri="{FF2B5EF4-FFF2-40B4-BE49-F238E27FC236}">
                <a16:creationId xmlns:a16="http://schemas.microsoft.com/office/drawing/2014/main" id="{3E891DDD-6452-3DDF-3060-C9E6D87F5D62}"/>
              </a:ext>
            </a:extLst>
          </p:cNvPr>
          <p:cNvSpPr/>
          <p:nvPr userDrawn="1"/>
        </p:nvSpPr>
        <p:spPr>
          <a:xfrm flipH="1">
            <a:off x="0" y="0"/>
            <a:ext cx="9144000" cy="5160917"/>
          </a:xfrm>
          <a:prstGeom prst="rect">
            <a:avLst/>
          </a:prstGeom>
          <a:solidFill>
            <a:srgbClr val="17285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3">
            <a:scrgbClr r="0" g="0" b="0"/>
          </a:effectRef>
          <a:fontRef idx="minor">
            <a:schemeClr val="lt1"/>
          </a:fontRef>
        </p:style>
        <p:txBody>
          <a:bodyPr lIns="91440" tIns="91440" bIns="91440" rtlCol="0" anchor="t"/>
          <a:lstStyle/>
          <a:p>
            <a:pPr algn="ctr"/>
            <a:endParaRPr lang="en-US" sz="1200" dirty="0" err="1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411" y="241584"/>
            <a:ext cx="7108459" cy="277640"/>
          </a:xfrm>
        </p:spPr>
        <p:txBody>
          <a:bodyPr/>
          <a:lstStyle>
            <a:lvl1pPr>
              <a:defRPr sz="22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266700" y="4087756"/>
            <a:ext cx="7386732" cy="407767"/>
          </a:xfrm>
        </p:spPr>
        <p:txBody>
          <a:bodyPr anchor="b" anchorCtr="0"/>
          <a:lstStyle>
            <a:lvl1pPr marL="0" indent="0">
              <a:buNone/>
              <a:defRPr sz="8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Source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24AD714-5FC6-A003-CE1E-1313F34F2F2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85022" y="196857"/>
            <a:ext cx="1382567" cy="404279"/>
          </a:xfrm>
          <a:prstGeom prst="rect">
            <a:avLst/>
          </a:prstGeom>
        </p:spPr>
      </p:pic>
      <p:pic>
        <p:nvPicPr>
          <p:cNvPr id="9" name="Picture 8" descr="A purple and blue logo&#10;&#10;AI-generated content may be incorrect.">
            <a:extLst>
              <a:ext uri="{FF2B5EF4-FFF2-40B4-BE49-F238E27FC236}">
                <a16:creationId xmlns:a16="http://schemas.microsoft.com/office/drawing/2014/main" id="{78CDB6C1-03AB-C5D2-08CD-4E020B3C2AC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6118" y="4809930"/>
            <a:ext cx="1097280" cy="210719"/>
          </a:xfrm>
          <a:prstGeom prst="rect">
            <a:avLst/>
          </a:prstGeom>
        </p:spPr>
      </p:pic>
      <p:sp>
        <p:nvSpPr>
          <p:cNvPr id="10" name="Rectangle 5">
            <a:extLst>
              <a:ext uri="{FF2B5EF4-FFF2-40B4-BE49-F238E27FC236}">
                <a16:creationId xmlns:a16="http://schemas.microsoft.com/office/drawing/2014/main" id="{181A47D9-E859-E231-3F5E-7FE80EA87C5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1669517" y="4882163"/>
            <a:ext cx="5088334" cy="138486"/>
          </a:xfrm>
          <a:prstGeom prst="rect">
            <a:avLst/>
          </a:prstGeo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l">
              <a:defRPr sz="700" b="0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Confidential. For Internal Use Only</a:t>
            </a:r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6C2A088C-F544-F796-2BA1-492D643474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72881" y="4882163"/>
            <a:ext cx="527090" cy="1384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7A830079-8D83-FA4D-8F69-D5C99ECB18F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056858A-561A-5905-EEC4-95E817E6B124}"/>
              </a:ext>
            </a:extLst>
          </p:cNvPr>
          <p:cNvCxnSpPr/>
          <p:nvPr userDrawn="1"/>
        </p:nvCxnSpPr>
        <p:spPr>
          <a:xfrm>
            <a:off x="266700" y="660728"/>
            <a:ext cx="6889217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6847969"/>
      </p:ext>
    </p:extLst>
  </p:cSld>
  <p:clrMapOvr>
    <a:masterClrMapping/>
  </p:clrMapOvr>
  <p:hf sldNum="0" hdr="0" dt="0"/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72CC3BAE-14BB-D4A8-09FD-F7697BE2238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887391" y="747712"/>
            <a:ext cx="4626768" cy="3655219"/>
          </a:xfrm>
        </p:spPr>
        <p:txBody>
          <a:bodyPr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None/>
              <a:tabLst/>
              <a:defRPr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85750" marR="0" indent="-165100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accent2"/>
              </a:buClr>
              <a:buSzTx/>
              <a:buFont typeface="Arial" charset="0"/>
              <a:buChar char="•"/>
              <a:tabLst/>
              <a:defRPr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520700" marR="0" indent="-234950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accent2"/>
              </a:buClr>
              <a:buSzPct val="150000"/>
              <a:buFont typeface="AppleSymbols"/>
              <a:buChar char="⎼"/>
              <a:tabLst/>
              <a:defRPr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685800" marR="0" indent="-165100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accent2"/>
              </a:buClr>
              <a:buSzTx/>
              <a:buFont typeface="LucidaGrande"/>
              <a:buChar char="◦"/>
              <a:tabLst/>
              <a:defRPr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1508760" marR="0" indent="0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rgbClr val="336198"/>
              </a:buClr>
              <a:buSzTx/>
              <a:buFont typeface="Helvetica" pitchFamily="2" charset="0"/>
              <a:buNone/>
              <a:tabLst/>
              <a:def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727274"/>
                </a:solidFill>
                <a:effectLst/>
                <a:uLnTx/>
                <a:uFillTx/>
                <a:latin typeface="Corbel" panose="020B0503020204020204" pitchFamily="34" charset="0"/>
                <a:ea typeface="ＭＳ Ｐゴシック"/>
              </a:defRPr>
            </a:lvl5pPr>
            <a:lvl6pPr marL="2286000" indent="0">
              <a:buNone/>
              <a:defRPr sz="1500"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C65453-D897-BB97-8788-A23EA1619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342900"/>
            <a:ext cx="3312319" cy="1200150"/>
          </a:xfrm>
        </p:spPr>
        <p:txBody>
          <a:bodyPr anchor="b"/>
          <a:lstStyle>
            <a:lvl1pPr>
              <a:defRPr sz="2400">
                <a:solidFill>
                  <a:srgbClr val="17285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8CB987-252B-84A6-16FD-427F45F19D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66700" y="1543050"/>
            <a:ext cx="3312319" cy="2858691"/>
          </a:xfrm>
        </p:spPr>
        <p:txBody>
          <a:bodyPr/>
          <a:lstStyle>
            <a:lvl1pPr marL="0" indent="0">
              <a:buNone/>
              <a:defRPr sz="1200">
                <a:solidFill>
                  <a:srgbClr val="172852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08154544-BD9F-42DC-CC9E-D084F22E1B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72881" y="4901916"/>
            <a:ext cx="527090" cy="1384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bg1"/>
                </a:solidFill>
              </a:defRPr>
            </a:lvl1pPr>
          </a:lstStyle>
          <a:p>
            <a:fld id="{7A830079-8D83-FA4D-8F69-D5C99ECB18F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AA4C55BA-F98C-404F-30CD-25F7430BFAC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1669517" y="4882163"/>
            <a:ext cx="5088334" cy="138486"/>
          </a:xfrm>
          <a:prstGeom prst="rect">
            <a:avLst/>
          </a:prstGeo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l">
              <a:defRPr sz="700" b="0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Confidential. 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1434697895"/>
      </p:ext>
    </p:extLst>
  </p:cSld>
  <p:clrMapOvr>
    <a:masterClrMapping/>
  </p:clrMapOvr>
  <p:hf sldNum="0" hd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2C366-A205-96A4-262B-D2516C01E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342900"/>
            <a:ext cx="3312319" cy="1200150"/>
          </a:xfrm>
        </p:spPr>
        <p:txBody>
          <a:bodyPr anchor="b"/>
          <a:lstStyle>
            <a:lvl1pPr>
              <a:defRPr sz="2400">
                <a:solidFill>
                  <a:srgbClr val="17285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14BAF9-3E08-A447-6C38-E052C05ABE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8DC722-9070-1ADE-F2DC-5227F0791E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66700" y="1543050"/>
            <a:ext cx="3312319" cy="2858691"/>
          </a:xfrm>
        </p:spPr>
        <p:txBody>
          <a:bodyPr/>
          <a:lstStyle>
            <a:lvl1pPr marL="0" indent="0">
              <a:buNone/>
              <a:defRPr sz="1200">
                <a:solidFill>
                  <a:srgbClr val="172852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A8458F9A-66E8-6DED-1C1F-E08D241B58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72881" y="4901916"/>
            <a:ext cx="527090" cy="1384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bg1"/>
                </a:solidFill>
              </a:defRPr>
            </a:lvl1pPr>
          </a:lstStyle>
          <a:p>
            <a:fld id="{7A830079-8D83-FA4D-8F69-D5C99ECB18F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3EF5D5A-688F-D94A-DC09-5AC7641618A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1669517" y="4882163"/>
            <a:ext cx="5088334" cy="138486"/>
          </a:xfrm>
          <a:prstGeom prst="rect">
            <a:avLst/>
          </a:prstGeo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l">
              <a:defRPr sz="700" b="0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Confidential. 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1950776027"/>
      </p:ext>
    </p:extLst>
  </p:cSld>
  <p:clrMapOvr>
    <a:masterClrMapping/>
  </p:clrMapOvr>
  <p:hf sldNum="0" hd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241584"/>
            <a:ext cx="7851690" cy="277640"/>
          </a:xfrm>
        </p:spPr>
        <p:txBody>
          <a:bodyPr/>
          <a:lstStyle>
            <a:lvl1pPr>
              <a:defRPr sz="2200" b="1"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278410" y="4288055"/>
            <a:ext cx="8330342" cy="407767"/>
          </a:xfrm>
        </p:spPr>
        <p:txBody>
          <a:bodyPr anchor="b" anchorCtr="0"/>
          <a:lstStyle>
            <a:lvl1pPr marL="0" indent="0">
              <a:buNone/>
              <a:defRPr sz="800"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Source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787EECC-F2E3-0946-9D2E-4318930B8737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266701" y="858788"/>
            <a:ext cx="8336734" cy="3424454"/>
          </a:xfrm>
        </p:spPr>
        <p:txBody>
          <a:bodyPr>
            <a:normAutofit/>
          </a:bodyPr>
          <a:lstStyle>
            <a:lvl1pPr>
              <a:defRPr sz="1800"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icon to add table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8CEBDEC-247A-E700-EFA3-CD9A9F7662EE}"/>
              </a:ext>
            </a:extLst>
          </p:cNvPr>
          <p:cNvCxnSpPr/>
          <p:nvPr userDrawn="1"/>
        </p:nvCxnSpPr>
        <p:spPr>
          <a:xfrm>
            <a:off x="266700" y="660728"/>
            <a:ext cx="6889217" cy="0"/>
          </a:xfrm>
          <a:prstGeom prst="line">
            <a:avLst/>
          </a:prstGeom>
          <a:ln w="9525">
            <a:solidFill>
              <a:srgbClr val="00B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5">
            <a:extLst>
              <a:ext uri="{FF2B5EF4-FFF2-40B4-BE49-F238E27FC236}">
                <a16:creationId xmlns:a16="http://schemas.microsoft.com/office/drawing/2014/main" id="{877F25D4-8D7D-79FC-4D20-52F317D2C01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1669517" y="4882163"/>
            <a:ext cx="5088334" cy="138486"/>
          </a:xfrm>
          <a:prstGeom prst="rect">
            <a:avLst/>
          </a:prstGeo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l">
              <a:defRPr sz="700" b="0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Confidential. For Internal Use Only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6E50E5-6181-343F-E3D5-CC75CDC4B7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72881" y="4882163"/>
            <a:ext cx="527090" cy="1384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7A830079-8D83-FA4D-8F69-D5C99ECB18F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0519987"/>
      </p:ext>
    </p:extLst>
  </p:cSld>
  <p:clrMapOvr>
    <a:masterClrMapping/>
  </p:clrMapOvr>
  <p:hf sldNum="0" hdr="0" dt="0"/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nbranded_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14B832E-C9CB-9C60-75B7-E282F08B7045}"/>
              </a:ext>
            </a:extLst>
          </p:cNvPr>
          <p:cNvSpPr/>
          <p:nvPr userDrawn="1"/>
        </p:nvSpPr>
        <p:spPr>
          <a:xfrm>
            <a:off x="7324578" y="0"/>
            <a:ext cx="1819422" cy="7080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241584"/>
            <a:ext cx="7851690" cy="277640"/>
          </a:xfrm>
        </p:spPr>
        <p:txBody>
          <a:bodyPr/>
          <a:lstStyle>
            <a:lvl1pPr>
              <a:defRPr sz="2200" b="1"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278410" y="4288055"/>
            <a:ext cx="8330342" cy="407767"/>
          </a:xfrm>
        </p:spPr>
        <p:txBody>
          <a:bodyPr anchor="b" anchorCtr="0"/>
          <a:lstStyle>
            <a:lvl1pPr marL="0" indent="0">
              <a:buNone/>
              <a:defRPr sz="800"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Source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787EECC-F2E3-0946-9D2E-4318930B8737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266701" y="858788"/>
            <a:ext cx="8336734" cy="3424454"/>
          </a:xfrm>
        </p:spPr>
        <p:txBody>
          <a:bodyPr>
            <a:normAutofit/>
          </a:bodyPr>
          <a:lstStyle>
            <a:lvl1pPr>
              <a:defRPr sz="1800"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icon to add table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8CEBDEC-247A-E700-EFA3-CD9A9F7662EE}"/>
              </a:ext>
            </a:extLst>
          </p:cNvPr>
          <p:cNvCxnSpPr/>
          <p:nvPr userDrawn="1"/>
        </p:nvCxnSpPr>
        <p:spPr>
          <a:xfrm>
            <a:off x="266700" y="660728"/>
            <a:ext cx="6889217" cy="0"/>
          </a:xfrm>
          <a:prstGeom prst="line">
            <a:avLst/>
          </a:prstGeom>
          <a:ln w="9525">
            <a:solidFill>
              <a:srgbClr val="00B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5">
            <a:extLst>
              <a:ext uri="{FF2B5EF4-FFF2-40B4-BE49-F238E27FC236}">
                <a16:creationId xmlns:a16="http://schemas.microsoft.com/office/drawing/2014/main" id="{877F25D4-8D7D-79FC-4D20-52F317D2C01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1669517" y="4882163"/>
            <a:ext cx="5088334" cy="138486"/>
          </a:xfrm>
          <a:prstGeom prst="rect">
            <a:avLst/>
          </a:prstGeo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l">
              <a:defRPr sz="700" b="0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Confidential. For Internal Use Only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6E50E5-6181-343F-E3D5-CC75CDC4B7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72881" y="4882163"/>
            <a:ext cx="527090" cy="1384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7A830079-8D83-FA4D-8F69-D5C99ECB18F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0214481"/>
      </p:ext>
    </p:extLst>
  </p:cSld>
  <p:clrMapOvr>
    <a:masterClrMapping/>
  </p:clrMapOvr>
  <p:hf sldNum="0" hdr="0" dt="0"/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679" y="241584"/>
            <a:ext cx="7153025" cy="277640"/>
          </a:xfrm>
        </p:spPr>
        <p:txBody>
          <a:bodyPr/>
          <a:lstStyle>
            <a:lvl1pPr>
              <a:defRPr sz="2200" b="1"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2"/>
          </p:nvPr>
        </p:nvSpPr>
        <p:spPr>
          <a:xfrm>
            <a:off x="266700" y="863601"/>
            <a:ext cx="8336125" cy="3419641"/>
          </a:xfrm>
        </p:spPr>
        <p:txBody>
          <a:bodyPr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None/>
              <a:tabLst/>
              <a:defRPr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85750" marR="0" indent="-165100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accent2"/>
              </a:buClr>
              <a:buSzTx/>
              <a:buFont typeface="Arial" charset="0"/>
              <a:buChar char="•"/>
              <a:tabLst/>
              <a:defRPr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520700" marR="0" indent="-234950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accent2"/>
              </a:buClr>
              <a:buSzPct val="150000"/>
              <a:buFont typeface="AppleSymbols"/>
              <a:buChar char="⎼"/>
              <a:tabLst/>
              <a:defRPr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685800" marR="0" indent="-165100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accent2"/>
              </a:buClr>
              <a:buSzTx/>
              <a:buFont typeface="LucidaGrande"/>
              <a:buChar char="◦"/>
              <a:tabLst/>
              <a:defRPr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1508760" marR="0" indent="0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rgbClr val="336198"/>
              </a:buClr>
              <a:buSzTx/>
              <a:buFont typeface="Helvetica" pitchFamily="2" charset="0"/>
              <a:buNone/>
              <a:tabLst/>
              <a:def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727274"/>
                </a:solidFill>
                <a:effectLst/>
                <a:uLnTx/>
                <a:uFillTx/>
                <a:latin typeface="Corbel" panose="020B0503020204020204" pitchFamily="34" charset="0"/>
                <a:ea typeface="ＭＳ Ｐゴシック"/>
              </a:defRPr>
            </a:lvl5pPr>
            <a:lvl6pPr marL="2286000" indent="0">
              <a:buNone/>
              <a:defRPr sz="15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266679" y="4288055"/>
            <a:ext cx="8336758" cy="407767"/>
          </a:xfrm>
        </p:spPr>
        <p:txBody>
          <a:bodyPr anchor="b" anchorCtr="0"/>
          <a:lstStyle>
            <a:lvl1pPr marL="0" indent="0">
              <a:buNone/>
              <a:defRPr sz="800"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Source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40D7BF-8597-7044-A770-CC4E18A1888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85022" y="196857"/>
            <a:ext cx="1383090" cy="404279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C809E9B-17B1-9418-76B3-36332D633991}"/>
              </a:ext>
            </a:extLst>
          </p:cNvPr>
          <p:cNvCxnSpPr/>
          <p:nvPr userDrawn="1"/>
        </p:nvCxnSpPr>
        <p:spPr>
          <a:xfrm>
            <a:off x="266700" y="660728"/>
            <a:ext cx="6889217" cy="0"/>
          </a:xfrm>
          <a:prstGeom prst="line">
            <a:avLst/>
          </a:prstGeom>
          <a:ln w="9525">
            <a:solidFill>
              <a:srgbClr val="00B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5">
            <a:extLst>
              <a:ext uri="{FF2B5EF4-FFF2-40B4-BE49-F238E27FC236}">
                <a16:creationId xmlns:a16="http://schemas.microsoft.com/office/drawing/2014/main" id="{3BA0BEEB-9F21-A6B5-C819-A87AC9DB453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1669517" y="4882163"/>
            <a:ext cx="5088334" cy="138486"/>
          </a:xfrm>
          <a:prstGeom prst="rect">
            <a:avLst/>
          </a:prstGeo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l">
              <a:defRPr sz="700" b="0" i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Confidential. For Internal Use Only</a:t>
            </a:r>
          </a:p>
        </p:txBody>
      </p:sp>
      <p:pic>
        <p:nvPicPr>
          <p:cNvPr id="14" name="Picture 13" descr="A purple and blue logo&#10;&#10;AI-generated content may be incorrect.">
            <a:extLst>
              <a:ext uri="{FF2B5EF4-FFF2-40B4-BE49-F238E27FC236}">
                <a16:creationId xmlns:a16="http://schemas.microsoft.com/office/drawing/2014/main" id="{B5A8BEE0-BA0D-F582-964C-ABF32CCDA07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6700" y="4827810"/>
            <a:ext cx="1287206" cy="247192"/>
          </a:xfrm>
          <a:prstGeom prst="rect">
            <a:avLst/>
          </a:prstGeom>
        </p:spPr>
      </p:pic>
      <p:sp>
        <p:nvSpPr>
          <p:cNvPr id="15" name="Trapezoid 5">
            <a:extLst>
              <a:ext uri="{FF2B5EF4-FFF2-40B4-BE49-F238E27FC236}">
                <a16:creationId xmlns:a16="http://schemas.microsoft.com/office/drawing/2014/main" id="{8A67D744-520E-121E-BB89-394B6FD35AA3}"/>
              </a:ext>
            </a:extLst>
          </p:cNvPr>
          <p:cNvSpPr/>
          <p:nvPr userDrawn="1"/>
        </p:nvSpPr>
        <p:spPr>
          <a:xfrm flipH="1">
            <a:off x="-4132" y="4699462"/>
            <a:ext cx="9148131" cy="455828"/>
          </a:xfrm>
          <a:prstGeom prst="rect">
            <a:avLst/>
          </a:prstGeom>
          <a:solidFill>
            <a:srgbClr val="17285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3">
            <a:scrgbClr r="0" g="0" b="0"/>
          </a:effectRef>
          <a:fontRef idx="minor">
            <a:schemeClr val="lt1"/>
          </a:fontRef>
        </p:style>
        <p:txBody>
          <a:bodyPr lIns="91440" tIns="91440" bIns="91440" rtlCol="0" anchor="t"/>
          <a:lstStyle/>
          <a:p>
            <a:pPr lvl="0" algn="ctr"/>
            <a:endParaRPr lang="en-US" sz="1200" err="1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9" name="Picture 18" descr="A purple and blue logo&#10;&#10;AI-generated content may be incorrect.">
            <a:extLst>
              <a:ext uri="{FF2B5EF4-FFF2-40B4-BE49-F238E27FC236}">
                <a16:creationId xmlns:a16="http://schemas.microsoft.com/office/drawing/2014/main" id="{953F6C36-12BB-CDEE-7EEC-76E0DCDF585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6118" y="4846047"/>
            <a:ext cx="1097280" cy="210719"/>
          </a:xfrm>
          <a:prstGeom prst="rect">
            <a:avLst/>
          </a:prstGeom>
        </p:spPr>
      </p:pic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7424D8EE-B390-55FD-93DD-AB6F1E6877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72881" y="4882163"/>
            <a:ext cx="527090" cy="1384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7A830079-8D83-FA4D-8F69-D5C99ECB18F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382211"/>
      </p:ext>
    </p:extLst>
  </p:cSld>
  <p:clrMapOvr>
    <a:masterClrMapping/>
  </p:clrMapOvr>
  <p:hf sldNum="0" hdr="0" dt="0"/>
  <p:extLst>
    <p:ext uri="{DCECCB84-F9BA-43D5-87BE-67443E8EF086}">
      <p15:sldGuideLst xmlns:p15="http://schemas.microsoft.com/office/powerpoint/2012/main">
        <p15:guide id="1" orient="horz" pos="300" userDrawn="1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7944C0CB-3FC1-E6E1-F6FA-8396D5DAA77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266701" y="873276"/>
            <a:ext cx="4252136" cy="3419641"/>
          </a:xfrm>
        </p:spPr>
        <p:txBody>
          <a:bodyPr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None/>
              <a:tabLst/>
              <a:defRPr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85750" marR="0" indent="-165100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accent2"/>
              </a:buClr>
              <a:buSzTx/>
              <a:buFont typeface="Arial" charset="0"/>
              <a:buChar char="•"/>
              <a:tabLst/>
              <a:defRPr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520700" marR="0" indent="-234950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accent2"/>
              </a:buClr>
              <a:buSzPct val="150000"/>
              <a:buFont typeface="AppleSymbols"/>
              <a:buChar char="⎼"/>
              <a:tabLst/>
              <a:defRPr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685800" marR="0" indent="-165100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accent2"/>
              </a:buClr>
              <a:buSzTx/>
              <a:buFont typeface="LucidaGrande"/>
              <a:buChar char="◦"/>
              <a:tabLst/>
              <a:defRPr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1508760" marR="0" indent="0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rgbClr val="336198"/>
              </a:buClr>
              <a:buSzTx/>
              <a:buFont typeface="Helvetica" pitchFamily="2" charset="0"/>
              <a:buNone/>
              <a:tabLst/>
              <a:def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727274"/>
                </a:solidFill>
                <a:effectLst/>
                <a:uLnTx/>
                <a:uFillTx/>
                <a:latin typeface="Corbel" panose="020B0503020204020204" pitchFamily="34" charset="0"/>
                <a:ea typeface="ＭＳ Ｐゴシック"/>
              </a:defRPr>
            </a:lvl5pPr>
            <a:lvl6pPr marL="2286000" indent="0">
              <a:buNone/>
              <a:defRPr sz="1500"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699" y="241584"/>
            <a:ext cx="7870225" cy="277640"/>
          </a:xfrm>
        </p:spPr>
        <p:txBody>
          <a:bodyPr/>
          <a:lstStyle>
            <a:lvl1pPr>
              <a:defRPr sz="2200" b="1"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266700" y="4288055"/>
            <a:ext cx="8337347" cy="407767"/>
          </a:xfrm>
        </p:spPr>
        <p:txBody>
          <a:bodyPr anchor="b" anchorCtr="0"/>
          <a:lstStyle>
            <a:lvl1pPr marL="0" indent="0">
              <a:buNone/>
              <a:defRPr sz="8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Source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FE96440-9B84-CF03-EC07-D90B3DC5A3E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693919" y="863601"/>
            <a:ext cx="3908905" cy="3419641"/>
          </a:xfrm>
        </p:spPr>
        <p:txBody>
          <a:bodyPr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None/>
              <a:tabLst/>
              <a:defRPr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85750" marR="0" indent="-165100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accent2"/>
              </a:buClr>
              <a:buSzTx/>
              <a:buFont typeface="Arial" charset="0"/>
              <a:buChar char="•"/>
              <a:tabLst/>
              <a:defRPr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520700" marR="0" indent="-234950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accent2"/>
              </a:buClr>
              <a:buSzPct val="150000"/>
              <a:buFont typeface="AppleSymbols"/>
              <a:buChar char="⎼"/>
              <a:tabLst/>
              <a:defRPr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685800" marR="0" indent="-165100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accent2"/>
              </a:buClr>
              <a:buSzTx/>
              <a:buFont typeface="LucidaGrande"/>
              <a:buChar char="◦"/>
              <a:tabLst/>
              <a:defRPr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1508760" marR="0" indent="0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rgbClr val="336198"/>
              </a:buClr>
              <a:buSzTx/>
              <a:buFont typeface="Helvetica" pitchFamily="2" charset="0"/>
              <a:buNone/>
              <a:tabLst/>
              <a:def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727274"/>
                </a:solidFill>
                <a:effectLst/>
                <a:uLnTx/>
                <a:uFillTx/>
                <a:latin typeface="Corbel" panose="020B0503020204020204" pitchFamily="34" charset="0"/>
                <a:ea typeface="ＭＳ Ｐゴシック"/>
              </a:defRPr>
            </a:lvl5pPr>
            <a:lvl6pPr marL="2286000" indent="0">
              <a:buNone/>
              <a:defRPr sz="1500"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5CC5A18-1765-951C-2614-D869FFB6EE24}"/>
              </a:ext>
            </a:extLst>
          </p:cNvPr>
          <p:cNvCxnSpPr/>
          <p:nvPr userDrawn="1"/>
        </p:nvCxnSpPr>
        <p:spPr>
          <a:xfrm>
            <a:off x="266700" y="660728"/>
            <a:ext cx="6889217" cy="0"/>
          </a:xfrm>
          <a:prstGeom prst="line">
            <a:avLst/>
          </a:prstGeom>
          <a:ln w="9525">
            <a:solidFill>
              <a:srgbClr val="00B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3A4A5A-C70D-B30D-0AFF-E5A097996D6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1669517" y="4882163"/>
            <a:ext cx="5088334" cy="138486"/>
          </a:xfrm>
          <a:prstGeom prst="rect">
            <a:avLst/>
          </a:prstGeo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l">
              <a:defRPr sz="700" b="0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Confidential. For Internal Use Only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E3BAE1B2-C124-E683-4818-D96E911AF9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72881" y="4882163"/>
            <a:ext cx="527090" cy="1384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7A830079-8D83-FA4D-8F69-D5C99ECB18F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5708969"/>
      </p:ext>
    </p:extLst>
  </p:cSld>
  <p:clrMapOvr>
    <a:masterClrMapping/>
  </p:clrMapOvr>
  <p:hf sldNum="0" hd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67417A34-E86C-FCE0-387D-4BEDF1A0728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277106" y="863601"/>
            <a:ext cx="2620747" cy="3419641"/>
          </a:xfrm>
        </p:spPr>
        <p:txBody>
          <a:bodyPr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None/>
              <a:tabLst/>
              <a:defRPr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85750" marR="0" indent="-165100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accent2"/>
              </a:buClr>
              <a:buSzTx/>
              <a:buFont typeface="Arial" charset="0"/>
              <a:buChar char="•"/>
              <a:tabLst/>
              <a:defRPr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520700" marR="0" indent="-234950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accent2"/>
              </a:buClr>
              <a:buSzPct val="150000"/>
              <a:buFont typeface="AppleSymbols"/>
              <a:buChar char="⎼"/>
              <a:tabLst/>
              <a:defRPr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685800" marR="0" indent="-165100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accent2"/>
              </a:buClr>
              <a:buSzTx/>
              <a:buFont typeface="LucidaGrande"/>
              <a:buChar char="◦"/>
              <a:tabLst/>
              <a:defRPr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1508760" marR="0" indent="0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rgbClr val="336198"/>
              </a:buClr>
              <a:buSzTx/>
              <a:buFont typeface="Helvetica" pitchFamily="2" charset="0"/>
              <a:buNone/>
              <a:tabLst/>
              <a:def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727274"/>
                </a:solidFill>
                <a:effectLst/>
                <a:uLnTx/>
                <a:uFillTx/>
                <a:latin typeface="Corbel" panose="020B0503020204020204" pitchFamily="34" charset="0"/>
                <a:ea typeface="ＭＳ Ｐゴシック"/>
              </a:defRPr>
            </a:lvl5pPr>
            <a:lvl6pPr marL="2286000" indent="0">
              <a:buNone/>
              <a:defRPr sz="1500"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1" y="241584"/>
            <a:ext cx="7870224" cy="277640"/>
          </a:xfrm>
        </p:spPr>
        <p:txBody>
          <a:bodyPr/>
          <a:lstStyle>
            <a:lvl1pPr>
              <a:defRPr sz="2200" b="1"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266700" y="4288055"/>
            <a:ext cx="8337348" cy="407767"/>
          </a:xfrm>
        </p:spPr>
        <p:txBody>
          <a:bodyPr anchor="b" anchorCtr="0"/>
          <a:lstStyle>
            <a:lvl1pPr marL="0" indent="0">
              <a:buNone/>
              <a:defRPr sz="8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Source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3575473A-8CB7-9DB4-2AAD-6155CE19FA7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2991350" y="869408"/>
            <a:ext cx="2620747" cy="3419641"/>
          </a:xfrm>
        </p:spPr>
        <p:txBody>
          <a:bodyPr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None/>
              <a:tabLst/>
              <a:defRPr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85750" marR="0" indent="-165100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accent2"/>
              </a:buClr>
              <a:buSzTx/>
              <a:buFont typeface="Arial" charset="0"/>
              <a:buChar char="•"/>
              <a:tabLst/>
              <a:defRPr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520700" marR="0" indent="-234950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accent2"/>
              </a:buClr>
              <a:buSzPct val="150000"/>
              <a:buFont typeface="AppleSymbols"/>
              <a:buChar char="⎼"/>
              <a:tabLst/>
              <a:defRPr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685800" marR="0" indent="-165100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accent2"/>
              </a:buClr>
              <a:buSzTx/>
              <a:buFont typeface="LucidaGrande"/>
              <a:buChar char="◦"/>
              <a:tabLst/>
              <a:defRPr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1508760" marR="0" indent="0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rgbClr val="336198"/>
              </a:buClr>
              <a:buSzTx/>
              <a:buFont typeface="Helvetica" pitchFamily="2" charset="0"/>
              <a:buNone/>
              <a:tabLst/>
              <a:def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727274"/>
                </a:solidFill>
                <a:effectLst/>
                <a:uLnTx/>
                <a:uFillTx/>
                <a:latin typeface="Corbel" panose="020B0503020204020204" pitchFamily="34" charset="0"/>
                <a:ea typeface="ＭＳ Ｐゴシック"/>
              </a:defRPr>
            </a:lvl5pPr>
            <a:lvl6pPr marL="2286000" indent="0">
              <a:buNone/>
              <a:defRPr sz="1500"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DEAA9742-CE76-48C0-B6E3-45D50C3796F3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705594" y="869407"/>
            <a:ext cx="2620747" cy="3419641"/>
          </a:xfrm>
        </p:spPr>
        <p:txBody>
          <a:bodyPr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None/>
              <a:tabLst/>
              <a:defRPr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85750" marR="0" indent="-165100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accent2"/>
              </a:buClr>
              <a:buSzTx/>
              <a:buFont typeface="Arial" charset="0"/>
              <a:buChar char="•"/>
              <a:tabLst/>
              <a:defRPr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520700" marR="0" indent="-234950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accent2"/>
              </a:buClr>
              <a:buSzPct val="150000"/>
              <a:buFont typeface="AppleSymbols"/>
              <a:buChar char="⎼"/>
              <a:tabLst/>
              <a:defRPr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685800" marR="0" indent="-165100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accent2"/>
              </a:buClr>
              <a:buSzTx/>
              <a:buFont typeface="LucidaGrande"/>
              <a:buChar char="◦"/>
              <a:tabLst/>
              <a:defRPr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1508760" marR="0" indent="0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rgbClr val="336198"/>
              </a:buClr>
              <a:buSzTx/>
              <a:buFont typeface="Helvetica" pitchFamily="2" charset="0"/>
              <a:buNone/>
              <a:tabLst/>
              <a:def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727274"/>
                </a:solidFill>
                <a:effectLst/>
                <a:uLnTx/>
                <a:uFillTx/>
                <a:latin typeface="Corbel" panose="020B0503020204020204" pitchFamily="34" charset="0"/>
                <a:ea typeface="ＭＳ Ｐゴシック"/>
              </a:defRPr>
            </a:lvl5pPr>
            <a:lvl6pPr marL="2286000" indent="0">
              <a:buNone/>
              <a:defRPr sz="1500"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C044274-C6C6-D13D-578B-D3F86DD9193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1669517" y="4882163"/>
            <a:ext cx="5088334" cy="138486"/>
          </a:xfrm>
          <a:prstGeom prst="rect">
            <a:avLst/>
          </a:prstGeo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l">
              <a:defRPr sz="700" b="0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Confidential. For Internal Use Only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CFA889D-9683-16E4-1682-3862B82142A1}"/>
              </a:ext>
            </a:extLst>
          </p:cNvPr>
          <p:cNvCxnSpPr/>
          <p:nvPr userDrawn="1"/>
        </p:nvCxnSpPr>
        <p:spPr>
          <a:xfrm>
            <a:off x="266700" y="660728"/>
            <a:ext cx="6889217" cy="0"/>
          </a:xfrm>
          <a:prstGeom prst="line">
            <a:avLst/>
          </a:prstGeom>
          <a:ln w="9525">
            <a:solidFill>
              <a:srgbClr val="00B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43D67A02-67BE-F161-B78E-613E236482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72881" y="4882163"/>
            <a:ext cx="527090" cy="1384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7A830079-8D83-FA4D-8F69-D5C99ECB18F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3203059"/>
      </p:ext>
    </p:extLst>
  </p:cSld>
  <p:clrMapOvr>
    <a:masterClrMapping/>
  </p:clrMapOvr>
  <p:hf sldNum="0" hd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1" y="241584"/>
            <a:ext cx="7857868" cy="277640"/>
          </a:xfrm>
        </p:spPr>
        <p:txBody>
          <a:bodyPr/>
          <a:lstStyle>
            <a:lvl1pPr>
              <a:defRPr sz="2200" b="1"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266700" y="4288055"/>
            <a:ext cx="8342052" cy="407767"/>
          </a:xfrm>
        </p:spPr>
        <p:txBody>
          <a:bodyPr anchor="b" anchorCtr="0"/>
          <a:lstStyle>
            <a:lvl1pPr marL="0" indent="0">
              <a:buNone/>
              <a:defRPr sz="8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Source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9C8566B-1EA8-37AA-EA8F-E8F3C691669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1669517" y="4882163"/>
            <a:ext cx="5088334" cy="138486"/>
          </a:xfrm>
          <a:prstGeom prst="rect">
            <a:avLst/>
          </a:prstGeo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l">
              <a:defRPr sz="700" b="0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Confidential. For Internal Use Only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3F051DE-D995-4BB2-52FF-75FB2FB9FCF8}"/>
              </a:ext>
            </a:extLst>
          </p:cNvPr>
          <p:cNvCxnSpPr/>
          <p:nvPr userDrawn="1"/>
        </p:nvCxnSpPr>
        <p:spPr>
          <a:xfrm>
            <a:off x="266700" y="660728"/>
            <a:ext cx="6889217" cy="0"/>
          </a:xfrm>
          <a:prstGeom prst="line">
            <a:avLst/>
          </a:prstGeom>
          <a:ln w="9525">
            <a:solidFill>
              <a:srgbClr val="00B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7782808-C173-4ABC-2E1D-7A83506AFA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72881" y="4882163"/>
            <a:ext cx="527090" cy="1384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7A830079-8D83-FA4D-8F69-D5C99ECB18F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193423"/>
      </p:ext>
    </p:extLst>
  </p:cSld>
  <p:clrMapOvr>
    <a:masterClrMapping/>
  </p:clrMapOvr>
  <p:hf sldNum="0" hdr="0" dt="0"/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266700" y="4288055"/>
            <a:ext cx="8342052" cy="407767"/>
          </a:xfrm>
        </p:spPr>
        <p:txBody>
          <a:bodyPr anchor="b" anchorCtr="0"/>
          <a:lstStyle>
            <a:lvl1pPr marL="0" indent="0">
              <a:buNone/>
              <a:defRPr sz="8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Source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392FBEC6-00FF-D034-C402-46513368AC1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1669517" y="4882163"/>
            <a:ext cx="5088334" cy="138486"/>
          </a:xfrm>
          <a:prstGeom prst="rect">
            <a:avLst/>
          </a:prstGeo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l">
              <a:defRPr sz="700" b="0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Confidential. For Internal Use Only</a:t>
            </a:r>
          </a:p>
        </p:txBody>
      </p:sp>
      <p:sp>
        <p:nvSpPr>
          <p:cNvPr id="4" name="Slide Number Placeholder 6">
            <a:extLst>
              <a:ext uri="{FF2B5EF4-FFF2-40B4-BE49-F238E27FC236}">
                <a16:creationId xmlns:a16="http://schemas.microsoft.com/office/drawing/2014/main" id="{C75DF783-F05A-1981-5444-3CEDEC2262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72881" y="4882163"/>
            <a:ext cx="527090" cy="1384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7A830079-8D83-FA4D-8F69-D5C99ECB18F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3233778"/>
      </p:ext>
    </p:extLst>
  </p:cSld>
  <p:clrMapOvr>
    <a:masterClrMapping/>
  </p:clrMapOvr>
  <p:hf sldNum="0" hdr="0" dt="0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theme" Target="../theme/theme1.xml"/><Relationship Id="rId31" Type="http://schemas.openxmlformats.org/officeDocument/2006/relationships/image" Target="../media/image1.png"/><Relationship Id="rId32" Type="http://schemas.openxmlformats.org/officeDocument/2006/relationships/image" Target="../media/image2.png"/><Relationship Id="rId33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rapezoid 5">
            <a:extLst>
              <a:ext uri="{FF2B5EF4-FFF2-40B4-BE49-F238E27FC236}">
                <a16:creationId xmlns:a16="http://schemas.microsoft.com/office/drawing/2014/main" id="{CBCE3CBA-2D4D-3C31-3D22-19249E03BAC6}"/>
              </a:ext>
            </a:extLst>
          </p:cNvPr>
          <p:cNvSpPr/>
          <p:nvPr userDrawn="1"/>
        </p:nvSpPr>
        <p:spPr>
          <a:xfrm flipH="1">
            <a:off x="-4132" y="4699462"/>
            <a:ext cx="9148131" cy="455828"/>
          </a:xfrm>
          <a:prstGeom prst="rect">
            <a:avLst/>
          </a:prstGeom>
          <a:solidFill>
            <a:srgbClr val="17285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3">
            <a:scrgbClr r="0" g="0" b="0"/>
          </a:effectRef>
          <a:fontRef idx="minor">
            <a:schemeClr val="lt1"/>
          </a:fontRef>
        </p:style>
        <p:txBody>
          <a:bodyPr lIns="91440" tIns="91440" bIns="91440" rtlCol="0" anchor="t"/>
          <a:lstStyle/>
          <a:p>
            <a:pPr lvl="0" algn="ctr"/>
            <a:endParaRPr lang="en-US" sz="1200" dirty="0" err="1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0AA39C-BEC1-906A-1692-D2E229039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888" y="273844"/>
            <a:ext cx="7744706" cy="3272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C58461-4AC5-3ADB-373D-1B6C07A64E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5888" y="756855"/>
            <a:ext cx="7744706" cy="38758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F133D4B4-327A-7ACC-681B-1FA2517B79D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1669517" y="4882163"/>
            <a:ext cx="5088334" cy="138486"/>
          </a:xfrm>
          <a:prstGeom prst="rect">
            <a:avLst/>
          </a:prstGeo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l">
              <a:defRPr sz="700" b="0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Confidential. For Internal Use Only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E140ED8B-EF50-8CAA-61FA-B36E19D110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72881" y="4882163"/>
            <a:ext cx="527090" cy="1384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7A830079-8D83-FA4D-8F69-D5C99ECB18F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346AAD1-AE58-8CEB-FA98-2086D4C17580}"/>
              </a:ext>
            </a:extLst>
          </p:cNvPr>
          <p:cNvPicPr>
            <a:picLocks noChangeAspect="1"/>
          </p:cNvPicPr>
          <p:nvPr userDrawn="1"/>
        </p:nvPicPr>
        <p:blipFill>
          <a:blip r:embed="rId3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85022" y="196857"/>
            <a:ext cx="1383090" cy="404279"/>
          </a:xfrm>
          <a:prstGeom prst="rect">
            <a:avLst/>
          </a:prstGeom>
        </p:spPr>
      </p:pic>
      <p:pic>
        <p:nvPicPr>
          <p:cNvPr id="8" name="Picture 7" descr="A purple and blue logo&#10;&#10;AI-generated content may be incorrect.">
            <a:extLst>
              <a:ext uri="{FF2B5EF4-FFF2-40B4-BE49-F238E27FC236}">
                <a16:creationId xmlns:a16="http://schemas.microsoft.com/office/drawing/2014/main" id="{F4A8C51F-5526-4B82-0A60-0FD0AFE96DAE}"/>
              </a:ext>
            </a:extLst>
          </p:cNvPr>
          <p:cNvPicPr>
            <a:picLocks noChangeAspect="1"/>
          </p:cNvPicPr>
          <p:nvPr userDrawn="1"/>
        </p:nvPicPr>
        <p:blipFill>
          <a:blip r:embed="rId32" cstate="screen">
            <a:extLst>
              <a:ext uri="{BEBA8EAE-BF5A-486C-A8C5-ECC9F3942E4B}">
                <a14:imgProps xmlns:a14="http://schemas.microsoft.com/office/drawing/2010/main">
                  <a14:imgLayer r:embed="rId3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6118" y="4846047"/>
            <a:ext cx="1097280" cy="210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624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52" r:id="rId1"/>
    <p:sldLayoutId id="2147484605" r:id="rId2"/>
    <p:sldLayoutId id="2147484634" r:id="rId3"/>
    <p:sldLayoutId id="2147484650" r:id="rId4"/>
    <p:sldLayoutId id="2147484648" r:id="rId5"/>
    <p:sldLayoutId id="2147484633" r:id="rId6"/>
    <p:sldLayoutId id="2147484643" r:id="rId7"/>
    <p:sldLayoutId id="2147484649" r:id="rId8"/>
    <p:sldLayoutId id="2147484645" r:id="rId9"/>
    <p:sldLayoutId id="2147484606" r:id="rId10"/>
    <p:sldLayoutId id="2147484642" r:id="rId11"/>
    <p:sldLayoutId id="2147484631" r:id="rId12"/>
    <p:sldLayoutId id="2147484632" r:id="rId13"/>
    <p:sldLayoutId id="2147484630" r:id="rId14"/>
    <p:sldLayoutId id="2147484635" r:id="rId15"/>
    <p:sldLayoutId id="2147484636" r:id="rId16"/>
    <p:sldLayoutId id="2147484637" r:id="rId17"/>
    <p:sldLayoutId id="2147484639" r:id="rId18"/>
    <p:sldLayoutId id="2147484640" r:id="rId19"/>
    <p:sldLayoutId id="2147484641" r:id="rId20"/>
    <p:sldLayoutId id="2147484616" r:id="rId21"/>
    <p:sldLayoutId id="2147484617" r:id="rId22"/>
    <p:sldLayoutId id="2147484622" r:id="rId23"/>
    <p:sldLayoutId id="2147484654" r:id="rId24"/>
    <p:sldLayoutId id="2147484623" r:id="rId25"/>
    <p:sldLayoutId id="2147484625" r:id="rId26"/>
    <p:sldLayoutId id="2147484626" r:id="rId27"/>
    <p:sldLayoutId id="2147484628" r:id="rId28"/>
    <p:sldLayoutId id="2147484629" r:id="rId29"/>
  </p:sldLayoutIdLst>
  <p:hf sldNum="0"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lang="en-US" sz="2200" b="1" kern="1200" dirty="0">
          <a:solidFill>
            <a:srgbClr val="172852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171450" marR="0" indent="-171450" algn="l" defTabSz="914400" rtl="0" eaLnBrk="1" fontAlgn="base" latinLnBrk="0" hangingPunct="1">
        <a:lnSpc>
          <a:spcPct val="100000"/>
        </a:lnSpc>
        <a:spcBef>
          <a:spcPts val="400"/>
        </a:spcBef>
        <a:spcAft>
          <a:spcPct val="0"/>
        </a:spcAft>
        <a:buClr>
          <a:schemeClr val="accent2"/>
        </a:buClr>
        <a:buFont typeface="Arial" panose="020B0604020202020204" pitchFamily="34" charset="0"/>
        <a:buChar char="•"/>
        <a:tabLst/>
        <a:defRPr lang="en-US" sz="1600" kern="1200" dirty="0">
          <a:solidFill>
            <a:srgbClr val="172852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514350" marR="0" indent="-171450" algn="l" defTabSz="914400" rtl="0" eaLnBrk="1" fontAlgn="base" latinLnBrk="0" hangingPunct="1">
        <a:lnSpc>
          <a:spcPct val="100000"/>
        </a:lnSpc>
        <a:spcBef>
          <a:spcPts val="400"/>
        </a:spcBef>
        <a:spcAft>
          <a:spcPct val="0"/>
        </a:spcAft>
        <a:buClr>
          <a:schemeClr val="accent2"/>
        </a:buClr>
        <a:buFont typeface="Arial" panose="020B0604020202020204" pitchFamily="34" charset="0"/>
        <a:buChar char="•"/>
        <a:tabLst/>
        <a:defRPr lang="en-US" sz="1600" kern="1200" dirty="0">
          <a:solidFill>
            <a:srgbClr val="172852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857250" marR="0" indent="-171450" algn="l" defTabSz="914400" rtl="0" eaLnBrk="1" fontAlgn="base" latinLnBrk="0" hangingPunct="1">
        <a:lnSpc>
          <a:spcPct val="100000"/>
        </a:lnSpc>
        <a:spcBef>
          <a:spcPts val="400"/>
        </a:spcBef>
        <a:spcAft>
          <a:spcPct val="0"/>
        </a:spcAft>
        <a:buClr>
          <a:schemeClr val="accent2"/>
        </a:buClr>
        <a:buFont typeface="Arial" panose="020B0604020202020204" pitchFamily="34" charset="0"/>
        <a:buChar char="•"/>
        <a:tabLst/>
        <a:defRPr lang="en-US" sz="1600" kern="1200" dirty="0">
          <a:solidFill>
            <a:srgbClr val="172852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200150" marR="0" indent="-171450" algn="l" defTabSz="914400" rtl="0" eaLnBrk="1" fontAlgn="base" latinLnBrk="0" hangingPunct="1">
        <a:lnSpc>
          <a:spcPct val="100000"/>
        </a:lnSpc>
        <a:spcBef>
          <a:spcPts val="400"/>
        </a:spcBef>
        <a:spcAft>
          <a:spcPct val="0"/>
        </a:spcAft>
        <a:buClr>
          <a:schemeClr val="accent2"/>
        </a:buClr>
        <a:buFont typeface="Arial" panose="020B0604020202020204" pitchFamily="34" charset="0"/>
        <a:buChar char="•"/>
        <a:tabLst/>
        <a:defRPr lang="en-US" sz="1600" kern="1200" dirty="0">
          <a:solidFill>
            <a:srgbClr val="172852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1543050" marR="0" indent="-171450" algn="l" defTabSz="914400" rtl="0" eaLnBrk="1" fontAlgn="base" latinLnBrk="0" hangingPunct="1">
        <a:lnSpc>
          <a:spcPct val="100000"/>
        </a:lnSpc>
        <a:spcBef>
          <a:spcPts val="400"/>
        </a:spcBef>
        <a:spcAft>
          <a:spcPct val="0"/>
        </a:spcAft>
        <a:buClr>
          <a:schemeClr val="accent2"/>
        </a:buClr>
        <a:buFont typeface="Arial" panose="020B0604020202020204" pitchFamily="34" charset="0"/>
        <a:buChar char="•"/>
        <a:tabLst/>
        <a:defRPr lang="en-US" sz="1600" kern="1200" dirty="0">
          <a:solidFill>
            <a:srgbClr val="172852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68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72852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72852"/>
                          </a:solidFill>
                        </a:defRPr>
                      </a:pPr>
                      <a:r>
                        <a:t>Commercial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72852"/>
                          </a:solidFill>
                        </a:defRPr>
                      </a:pPr>
                      <a:r>
                        <a:t>Medicare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72852"/>
                          </a:solidFill>
                        </a:defRPr>
                      </a:pPr>
                      <a:r>
                        <a:t>Medicaid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72852"/>
                          </a:solidFill>
                        </a:defRPr>
                      </a:pPr>
                      <a:r>
                        <a:t>Plans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2400" b="1">
                          <a:solidFill>
                            <a:srgbClr val="0D7AB5"/>
                          </a:solidFill>
                        </a:defRPr>
                      </a:pPr>
                      <a:r>
                        <a:t>3.7%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400" b="1">
                          <a:solidFill>
                            <a:srgbClr val="0D7AB5"/>
                          </a:solidFill>
                        </a:defRPr>
                      </a:pPr>
                      <a:r>
                        <a:t>3.7%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400" b="1">
                          <a:solidFill>
                            <a:srgbClr val="0D7AB5"/>
                          </a:solidFill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400" b="1">
                          <a:solidFill>
                            <a:srgbClr val="0D7AB5"/>
                          </a:solidFill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400" b="1">
                          <a:solidFill>
                            <a:srgbClr val="0D7AB5"/>
                          </a:solidFill>
                        </a:defRPr>
                      </a:pPr>
                      <a:r>
                        <a:t>31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4748B"/>
                          </a:solidFill>
                        </a:defRPr>
                      </a:pPr>
                      <a:r>
                        <a:t>186.6M lives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4748B"/>
                          </a:solidFill>
                        </a:defRPr>
                      </a:pPr>
                      <a:r>
                        <a:t>186.6M lives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4748B"/>
                          </a:solidFill>
                        </a:defRPr>
                      </a:pPr>
                      <a:r>
                        <a:t>51.0M lives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4748B"/>
                          </a:solidFill>
                        </a:defRPr>
                      </a:pPr>
                      <a:r>
                        <a:t>92.0M lives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4748B"/>
                          </a:solidFill>
                        </a:defRPr>
                      </a:pPr>
                      <a:r>
                        <a:t>With coverage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2743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72852"/>
                </a:solidFill>
              </a:defRPr>
            </a:pPr>
            <a:r>
              <a:t>Coverage by Segment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3108960"/>
          <a:ext cx="5943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371600"/>
                <a:gridCol w="1371600"/>
                <a:gridCol w="914400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Segment</a:t>
                      </a:r>
                    </a:p>
                  </a:txBody>
                  <a:tcPr>
                    <a:solidFill>
                      <a:srgbClr val="0D7AB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Total Lives</a:t>
                      </a:r>
                    </a:p>
                  </a:txBody>
                  <a:tcPr>
                    <a:solidFill>
                      <a:srgbClr val="0D7AB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Covered Lives</a:t>
                      </a:r>
                    </a:p>
                  </a:txBody>
                  <a:tcPr>
                    <a:solidFill>
                      <a:srgbClr val="0D7AB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Coverage</a:t>
                      </a:r>
                    </a:p>
                  </a:txBody>
                  <a:tcPr>
                    <a:solidFill>
                      <a:srgbClr val="0D7AB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Commercial (incl. Federal)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186,600,000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6,816,075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3.7%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Medicare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51,000,000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Medicaid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92,000,000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0.0%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731520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72852"/>
                          </a:solidFill>
                        </a:defRPr>
                      </a:pPr>
                      <a:r>
                        <a:t>Total Contracts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72852"/>
                          </a:solidFill>
                        </a:defRPr>
                      </a:pPr>
                      <a:r>
                        <a:t>Signed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72852"/>
                          </a:solidFill>
                        </a:defRPr>
                      </a:pPr>
                      <a:r>
                        <a:t>Submitted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72852"/>
                          </a:solidFill>
                        </a:defRPr>
                      </a:pPr>
                      <a:r>
                        <a:t>In Negotiation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2800" b="1">
                          <a:solidFill>
                            <a:srgbClr val="0D7AB5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800" b="1">
                          <a:solidFill>
                            <a:srgbClr val="0D7AB5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800" b="1">
                          <a:solidFill>
                            <a:srgbClr val="0D7AB5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800" b="1">
                          <a:solidFill>
                            <a:srgbClr val="0D7AB5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24688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72852"/>
                </a:solidFill>
              </a:defRPr>
            </a:pPr>
            <a:r>
              <a:t>Contract Details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2834640"/>
          <a:ext cx="6217920" cy="24688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05840"/>
                <a:gridCol w="640080"/>
                <a:gridCol w="548640"/>
                <a:gridCol w="548640"/>
                <a:gridCol w="457200"/>
                <a:gridCol w="548640"/>
                <a:gridCol w="640080"/>
                <a:gridCol w="731520"/>
              </a:tblGrid>
              <a:tr h="274319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Payer</a:t>
                      </a:r>
                    </a:p>
                  </a:txBody>
                  <a:tcPr>
                    <a:solidFill>
                      <a:srgbClr val="0D7AB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Segment</a:t>
                      </a:r>
                    </a:p>
                  </a:txBody>
                  <a:tcPr>
                    <a:solidFill>
                      <a:srgbClr val="0D7AB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Period</a:t>
                      </a:r>
                    </a:p>
                  </a:txBody>
                  <a:tcPr>
                    <a:solidFill>
                      <a:srgbClr val="0D7AB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Base</a:t>
                      </a:r>
                    </a:p>
                  </a:txBody>
                  <a:tcPr>
                    <a:solidFill>
                      <a:srgbClr val="0D7AB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Admin</a:t>
                      </a:r>
                    </a:p>
                  </a:txBody>
                  <a:tcPr>
                    <a:solidFill>
                      <a:srgbClr val="0D7AB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Data</a:t>
                      </a:r>
                    </a:p>
                  </a:txBody>
                  <a:tcPr>
                    <a:solidFill>
                      <a:srgbClr val="0D7AB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0D7AB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Price Cap</a:t>
                      </a:r>
                    </a:p>
                  </a:txBody>
                  <a:tcPr>
                    <a:solidFill>
                      <a:srgbClr val="0D7AB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D7AB5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CVS Caremark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Medicare Part 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2027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4.0%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1.5%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10.5%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4.0%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Submitted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Express Scripts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Medicare Part D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2026-2027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5.0%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5.0%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10.0%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5.0%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Signed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OptumRx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Medicare Part 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10.0%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Submitted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Humana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Medicare Part D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2027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15.0%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15.0%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5.0%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Submitted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Express Scripts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Government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2026-2027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10.0%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Signed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Ascent Health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Commercial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2026-2027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4.0%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3.0%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2.5%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9.5%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4.0%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Signed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Emisar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Commercial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2026-2027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10.0%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15.0%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Counter</a:t>
                      </a:r>
                    </a:p>
                  </a:txBody>
                  <a:tcPr/>
                </a:tc>
              </a:tr>
              <a:tr h="274327"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Zinc Health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Commercial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2026-2027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4.5%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4.0%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1.5%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10.0%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5.0%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Submitted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aramyst Palette">
      <a:dk1>
        <a:srgbClr val="151F3B"/>
      </a:dk1>
      <a:lt1>
        <a:srgbClr val="FEFFFF"/>
      </a:lt1>
      <a:dk2>
        <a:srgbClr val="171F3B"/>
      </a:dk2>
      <a:lt2>
        <a:srgbClr val="E8E8E8"/>
      </a:lt2>
      <a:accent1>
        <a:srgbClr val="23A7D1"/>
      </a:accent1>
      <a:accent2>
        <a:srgbClr val="CE267F"/>
      </a:accent2>
      <a:accent3>
        <a:srgbClr val="C09BBB"/>
      </a:accent3>
      <a:accent4>
        <a:srgbClr val="171F3B"/>
      </a:accent4>
      <a:accent5>
        <a:srgbClr val="1F6EA0"/>
      </a:accent5>
      <a:accent6>
        <a:srgbClr val="71ACB1"/>
      </a:accent6>
      <a:hlink>
        <a:srgbClr val="156182"/>
      </a:hlink>
      <a:folHlink>
        <a:srgbClr val="F80095"/>
      </a:folHlink>
    </a:clrScheme>
    <a:fontScheme name="Office 2007 - 2010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d0fed53-b755-4156-bafe-b92ffe71587a">
      <Terms xmlns="http://schemas.microsoft.com/office/infopath/2007/PartnerControls"/>
    </lcf76f155ced4ddcb4097134ff3c332f>
    <TaxCatchAll xmlns="d3ab5a9c-6755-4919-b053-316bbe46eaa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8973DF4C5BFE845A81ABE343B654654" ma:contentTypeVersion="13" ma:contentTypeDescription="Create a new document." ma:contentTypeScope="" ma:versionID="c56e894bd799998d31cb146372f83372">
  <xsd:schema xmlns:xsd="http://www.w3.org/2001/XMLSchema" xmlns:xs="http://www.w3.org/2001/XMLSchema" xmlns:p="http://schemas.microsoft.com/office/2006/metadata/properties" xmlns:ns2="4d0fed53-b755-4156-bafe-b92ffe71587a" xmlns:ns3="d3ab5a9c-6755-4919-b053-316bbe46eaa3" targetNamespace="http://schemas.microsoft.com/office/2006/metadata/properties" ma:root="true" ma:fieldsID="9dbc62884aad5a0bdb0bc1faf45debb3" ns2:_="" ns3:_="">
    <xsd:import namespace="4d0fed53-b755-4156-bafe-b92ffe71587a"/>
    <xsd:import namespace="d3ab5a9c-6755-4919-b053-316bbe46eaa3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0fed53-b755-4156-bafe-b92ffe71587a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f2af4010-5c2f-430e-9a89-2381fc4d542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3ab5a9c-6755-4919-b053-316bbe46eaa3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6599367e-d805-4135-9b10-caf00670b75b}" ma:internalName="TaxCatchAll" ma:showField="CatchAllData" ma:web="d3ab5a9c-6755-4919-b053-316bbe46eaa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6292BCB-21BD-4E6D-8B29-5908CEB9F9EE}">
  <ds:schemaRefs>
    <ds:schemaRef ds:uri="http://schemas.openxmlformats.org/package/2006/metadata/core-properties"/>
    <ds:schemaRef ds:uri="http://purl.org/dc/elements/1.1/"/>
    <ds:schemaRef ds:uri="http://purl.org/dc/dcmitype/"/>
    <ds:schemaRef ds:uri="http://schemas.microsoft.com/office/2006/metadata/properties"/>
    <ds:schemaRef ds:uri="http://schemas.microsoft.com/office/2006/documentManagement/types"/>
    <ds:schemaRef ds:uri="4d0fed53-b755-4156-bafe-b92ffe71587a"/>
    <ds:schemaRef ds:uri="http://purl.org/dc/terms/"/>
    <ds:schemaRef ds:uri="http://schemas.microsoft.com/office/infopath/2007/PartnerControls"/>
    <ds:schemaRef ds:uri="d3ab5a9c-6755-4919-b053-316bbe46eaa3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232AA22-7642-47EB-9821-7873AD01BEC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d0fed53-b755-4156-bafe-b92ffe71587a"/>
    <ds:schemaRef ds:uri="d3ab5a9c-6755-4919-b053-316bbe46eaa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CFBA306-A956-431E-A2FB-DCA1445F376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11949</TotalTime>
  <Words>369</Words>
  <Application>Microsoft Macintosh PowerPoint</Application>
  <PresentationFormat>On-screen Show (16:9)</PresentationFormat>
  <Paragraphs>180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9" baseType="lpstr">
      <vt:lpstr>ＭＳ Ｐゴシック</vt:lpstr>
      <vt:lpstr>AppleSymbols</vt:lpstr>
      <vt:lpstr>Arial</vt:lpstr>
      <vt:lpstr>Calibri</vt:lpstr>
      <vt:lpstr>Corbel</vt:lpstr>
      <vt:lpstr>Helvetica</vt:lpstr>
      <vt:lpstr>LucidaGrande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Unbranded Title</vt:lpstr>
      <vt:lpstr>Title</vt:lpstr>
      <vt:lpstr>Title</vt:lpstr>
      <vt:lpstr>Title</vt:lpstr>
      <vt:lpstr>Title</vt:lpstr>
      <vt:lpstr>Title</vt:lpstr>
      <vt:lpstr>Title</vt:lpstr>
      <vt:lpstr>Title</vt:lpstr>
      <vt:lpstr>PowerPoint Presentation</vt:lpstr>
      <vt:lpstr>PowerPoint Presentation</vt:lpstr>
      <vt:lpstr>Title</vt:lpstr>
      <vt:lpstr>Laptop Layout</vt:lpstr>
      <vt:lpstr>iPad Layout</vt:lpstr>
      <vt:lpstr>iPhone Layout</vt:lpstr>
      <vt:lpstr>Monitor Layout</vt:lpstr>
      <vt:lpstr>Image Layout</vt:lpstr>
      <vt:lpstr>Table</vt:lpstr>
      <vt:lpstr>Pie Chart</vt:lpstr>
      <vt:lpstr>Bar Chart</vt:lpstr>
      <vt:lpstr>Title</vt:lpstr>
      <vt:lpstr>Quote</vt:lpstr>
      <vt:lpstr>Cut and paste content</vt:lpstr>
      <vt:lpstr>Color palette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Therese Jones</dc:creator>
  <cp:lastModifiedBy>Sarah Rew</cp:lastModifiedBy>
  <cp:revision>8</cp:revision>
  <dcterms:created xsi:type="dcterms:W3CDTF">2025-02-11T16:45:47Z</dcterms:created>
  <dcterms:modified xsi:type="dcterms:W3CDTF">2025-12-22T21:20:38Z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0x010100F8973DF4C5BFE845A81ABE343B654654</vt:lpwstr>
  </property>
  <property fmtid="{D5CDD505-2E9C-101B-9397-08002B2CF9AE}" pid="3" name="MediaServiceImageTags">
    <vt:lpwstr/>
  </property>
</Properties>
</file>